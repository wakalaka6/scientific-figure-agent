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764931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49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42987" y="689012"/>
            <a:ext cx="6979442" cy="2807088"/>
          </a:xfrm>
          <a:prstGeom prst="rect">
            <a:avLst/>
          </a:prstGeom>
          <a:noFill/>
          <a:ln w="114835">
            <a:solidFill>
              <a:srgbClr val="FF5D4E">
                <a:alpha val="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42987" y="689012"/>
            <a:ext cx="6979442" cy="2807088"/>
          </a:xfrm>
          <a:prstGeom prst="rect">
            <a:avLst/>
          </a:prstGeom>
          <a:noFill/>
          <a:ln w="76556">
            <a:solidFill>
              <a:srgbClr val="FF5D4E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42987" y="689012"/>
            <a:ext cx="6979442" cy="2807088"/>
          </a:xfrm>
          <a:prstGeom prst="rect">
            <a:avLst/>
          </a:prstGeom>
          <a:noFill/>
          <a:ln w="44658">
            <a:solidFill>
              <a:srgbClr val="FF5D4E">
                <a:alpha val="1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21771" y="4931543"/>
            <a:ext cx="5346227" cy="2277569"/>
          </a:xfrm>
          <a:prstGeom prst="rect">
            <a:avLst/>
          </a:prstGeom>
          <a:noFill/>
          <a:ln w="114835">
            <a:solidFill>
              <a:srgbClr val="57FF30">
                <a:alpha val="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21771" y="4931543"/>
            <a:ext cx="5346227" cy="2277569"/>
          </a:xfrm>
          <a:prstGeom prst="rect">
            <a:avLst/>
          </a:prstGeom>
          <a:noFill/>
          <a:ln w="76556">
            <a:solidFill>
              <a:srgbClr val="57FF30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21771" y="4931543"/>
            <a:ext cx="5346227" cy="2277569"/>
          </a:xfrm>
          <a:prstGeom prst="rect">
            <a:avLst/>
          </a:prstGeom>
          <a:noFill/>
          <a:ln w="44658">
            <a:solidFill>
              <a:srgbClr val="57FF30">
                <a:alpha val="1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71859" y="1052535"/>
            <a:ext cx="440151" cy="503941"/>
          </a:xfrm>
          <a:custGeom>
            <a:avLst/>
            <a:gdLst/>
            <a:ahLst/>
            <a:cxnLst/>
            <a:rect l="l" t="t" r="r" b="b"/>
            <a:pathLst>
              <a:path w="69" h="79">
                <a:moveTo>
                  <a:pt x="0" y="0"/>
                </a:moveTo>
                <a:lnTo>
                  <a:pt x="69" y="79"/>
                </a:lnTo>
              </a:path>
            </a:pathLst>
          </a:custGeom>
          <a:noFill/>
          <a:ln w="9818">
            <a:solidFill>
              <a:srgbClr val="264BFF">
                <a:alpha val="33148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771859" y="1243905"/>
            <a:ext cx="918576" cy="1243905"/>
          </a:xfrm>
          <a:custGeom>
            <a:avLst/>
            <a:gdLst/>
            <a:ahLst/>
            <a:cxnLst/>
            <a:rect l="l" t="t" r="r" b="b"/>
            <a:pathLst>
              <a:path w="144" h="195">
                <a:moveTo>
                  <a:pt x="0" y="0"/>
                </a:moveTo>
                <a:lnTo>
                  <a:pt x="144" y="195"/>
                </a:lnTo>
              </a:path>
            </a:pathLst>
          </a:custGeom>
          <a:noFill/>
          <a:ln w="10030">
            <a:solidFill>
              <a:srgbClr val="264BFF">
                <a:alpha val="22517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771859" y="1435275"/>
            <a:ext cx="1365106" cy="899439"/>
          </a:xfrm>
          <a:custGeom>
            <a:avLst/>
            <a:gdLst/>
            <a:ahLst/>
            <a:cxnLst/>
            <a:rect l="l" t="t" r="r" b="b"/>
            <a:pathLst>
              <a:path w="214" h="141">
                <a:moveTo>
                  <a:pt x="0" y="0"/>
                </a:moveTo>
                <a:lnTo>
                  <a:pt x="214" y="141"/>
                </a:lnTo>
              </a:path>
            </a:pathLst>
          </a:custGeom>
          <a:noFill/>
          <a:ln w="8073">
            <a:solidFill>
              <a:srgbClr val="264BFF">
                <a:alpha val="25109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71859" y="1626645"/>
            <a:ext cx="1779741" cy="1301316"/>
          </a:xfrm>
          <a:custGeom>
            <a:avLst/>
            <a:gdLst/>
            <a:ahLst/>
            <a:cxnLst/>
            <a:rect l="l" t="t" r="r" b="b"/>
            <a:pathLst>
              <a:path w="279" h="204">
                <a:moveTo>
                  <a:pt x="0" y="0"/>
                </a:moveTo>
                <a:lnTo>
                  <a:pt x="279" y="204"/>
                </a:lnTo>
              </a:path>
            </a:pathLst>
          </a:custGeom>
          <a:noFill/>
          <a:ln w="8304">
            <a:solidFill>
              <a:srgbClr val="264BFF">
                <a:alpha val="28862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771859" y="1818015"/>
            <a:ext cx="1365106" cy="0"/>
          </a:xfrm>
          <a:custGeom>
            <a:avLst/>
            <a:gdLst/>
            <a:ahLst/>
            <a:cxnLst/>
            <a:rect l="l" t="t" r="r" b="b"/>
            <a:pathLst>
              <a:path w="214" h="0">
                <a:moveTo>
                  <a:pt x="0" y="0"/>
                </a:moveTo>
                <a:lnTo>
                  <a:pt x="214" y="0"/>
                </a:lnTo>
              </a:path>
            </a:pathLst>
          </a:custGeom>
          <a:noFill/>
          <a:ln w="4870">
            <a:solidFill>
              <a:srgbClr val="264BFF">
                <a:alpha val="15253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71859" y="1773362"/>
            <a:ext cx="440151" cy="236023"/>
          </a:xfrm>
          <a:custGeom>
            <a:avLst/>
            <a:gdLst/>
            <a:ahLst/>
            <a:cxnLst/>
            <a:rect l="l" t="t" r="r" b="b"/>
            <a:pathLst>
              <a:path w="69" h="37">
                <a:moveTo>
                  <a:pt x="0" y="37"/>
                </a:moveTo>
                <a:lnTo>
                  <a:pt x="69" y="0"/>
                </a:lnTo>
              </a:path>
            </a:pathLst>
          </a:custGeom>
          <a:noFill/>
          <a:ln w="5137">
            <a:solidFill>
              <a:srgbClr val="264BFF">
                <a:alpha val="23761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771859" y="1173736"/>
            <a:ext cx="1365106" cy="1027019"/>
          </a:xfrm>
          <a:custGeom>
            <a:avLst/>
            <a:gdLst/>
            <a:ahLst/>
            <a:cxnLst/>
            <a:rect l="l" t="t" r="r" b="b"/>
            <a:pathLst>
              <a:path w="214" h="161">
                <a:moveTo>
                  <a:pt x="0" y="161"/>
                </a:moveTo>
                <a:lnTo>
                  <a:pt x="214" y="0"/>
                </a:lnTo>
              </a:path>
            </a:pathLst>
          </a:custGeom>
          <a:noFill/>
          <a:ln w="7180">
            <a:solidFill>
              <a:srgbClr val="264BFF">
                <a:alpha val="33542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71859" y="2258166"/>
            <a:ext cx="918576" cy="133959"/>
          </a:xfrm>
          <a:custGeom>
            <a:avLst/>
            <a:gdLst/>
            <a:ahLst/>
            <a:cxnLst/>
            <a:rect l="l" t="t" r="r" b="b"/>
            <a:pathLst>
              <a:path w="144" h="21">
                <a:moveTo>
                  <a:pt x="0" y="21"/>
                </a:moveTo>
                <a:lnTo>
                  <a:pt x="144" y="0"/>
                </a:lnTo>
              </a:path>
            </a:pathLst>
          </a:custGeom>
          <a:noFill/>
          <a:ln w="7110">
            <a:solidFill>
              <a:srgbClr val="264BFF">
                <a:alpha val="14027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71859" y="1314074"/>
            <a:ext cx="440151" cy="1269421"/>
          </a:xfrm>
          <a:custGeom>
            <a:avLst/>
            <a:gdLst/>
            <a:ahLst/>
            <a:cxnLst/>
            <a:rect l="l" t="t" r="r" b="b"/>
            <a:pathLst>
              <a:path w="69" h="199">
                <a:moveTo>
                  <a:pt x="0" y="199"/>
                </a:moveTo>
                <a:lnTo>
                  <a:pt x="69" y="0"/>
                </a:lnTo>
              </a:path>
            </a:pathLst>
          </a:custGeom>
          <a:noFill/>
          <a:ln w="4896">
            <a:solidFill>
              <a:srgbClr val="264BFF">
                <a:alpha val="1648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71859" y="2774865"/>
            <a:ext cx="918576" cy="242402"/>
          </a:xfrm>
          <a:custGeom>
            <a:avLst/>
            <a:gdLst/>
            <a:ahLst/>
            <a:cxnLst/>
            <a:rect l="l" t="t" r="r" b="b"/>
            <a:pathLst>
              <a:path w="144" h="38">
                <a:moveTo>
                  <a:pt x="0" y="0"/>
                </a:moveTo>
                <a:lnTo>
                  <a:pt x="144" y="38"/>
                </a:lnTo>
              </a:path>
            </a:pathLst>
          </a:custGeom>
          <a:noFill/>
          <a:ln w="8130">
            <a:solidFill>
              <a:srgbClr val="264BFF">
                <a:alpha val="15164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71859" y="2449536"/>
            <a:ext cx="1779741" cy="516699"/>
          </a:xfrm>
          <a:custGeom>
            <a:avLst/>
            <a:gdLst/>
            <a:ahLst/>
            <a:cxnLst/>
            <a:rect l="l" t="t" r="r" b="b"/>
            <a:pathLst>
              <a:path w="279" h="81">
                <a:moveTo>
                  <a:pt x="0" y="81"/>
                </a:moveTo>
                <a:lnTo>
                  <a:pt x="279" y="0"/>
                </a:lnTo>
              </a:path>
            </a:pathLst>
          </a:custGeom>
          <a:noFill/>
          <a:ln w="9025">
            <a:solidFill>
              <a:srgbClr val="264BFF">
                <a:alpha val="14282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771859" y="1971111"/>
            <a:ext cx="1779741" cy="1186494"/>
          </a:xfrm>
          <a:custGeom>
            <a:avLst/>
            <a:gdLst/>
            <a:ahLst/>
            <a:cxnLst/>
            <a:rect l="l" t="t" r="r" b="b"/>
            <a:pathLst>
              <a:path w="279" h="186">
                <a:moveTo>
                  <a:pt x="0" y="186"/>
                </a:moveTo>
                <a:lnTo>
                  <a:pt x="279" y="0"/>
                </a:lnTo>
              </a:path>
            </a:pathLst>
          </a:custGeom>
          <a:noFill/>
          <a:ln w="9007">
            <a:solidFill>
              <a:srgbClr val="264BFF">
                <a:alpha val="28191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765480" y="2143344"/>
            <a:ext cx="924955" cy="1620266"/>
          </a:xfrm>
          <a:custGeom>
            <a:avLst/>
            <a:gdLst/>
            <a:ahLst/>
            <a:cxnLst/>
            <a:rect l="l" t="t" r="r" b="b"/>
            <a:pathLst>
              <a:path w="145" h="254">
                <a:moveTo>
                  <a:pt x="0" y="254"/>
                </a:moveTo>
                <a:lnTo>
                  <a:pt x="145" y="0"/>
                </a:lnTo>
              </a:path>
            </a:pathLst>
          </a:custGeom>
          <a:noFill/>
          <a:ln w="9386">
            <a:solidFill>
              <a:srgbClr val="264BFF">
                <a:alpha val="16503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765480" y="2755728"/>
            <a:ext cx="446530" cy="1078051"/>
          </a:xfrm>
          <a:custGeom>
            <a:avLst/>
            <a:gdLst/>
            <a:ahLst/>
            <a:cxnLst/>
            <a:rect l="l" t="t" r="r" b="b"/>
            <a:pathLst>
              <a:path w="70" h="169">
                <a:moveTo>
                  <a:pt x="0" y="169"/>
                </a:moveTo>
                <a:lnTo>
                  <a:pt x="70" y="0"/>
                </a:lnTo>
              </a:path>
            </a:pathLst>
          </a:custGeom>
          <a:noFill/>
          <a:ln w="4817">
            <a:solidFill>
              <a:srgbClr val="264BFF">
                <a:alpha val="2542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765480" y="2628148"/>
            <a:ext cx="924955" cy="1275800"/>
          </a:xfrm>
          <a:custGeom>
            <a:avLst/>
            <a:gdLst/>
            <a:ahLst/>
            <a:cxnLst/>
            <a:rect l="l" t="t" r="r" b="b"/>
            <a:pathLst>
              <a:path w="145" h="200">
                <a:moveTo>
                  <a:pt x="0" y="200"/>
                </a:moveTo>
                <a:lnTo>
                  <a:pt x="145" y="0"/>
                </a:lnTo>
              </a:path>
            </a:pathLst>
          </a:custGeom>
          <a:noFill/>
          <a:ln w="9180">
            <a:solidFill>
              <a:srgbClr val="264BFF">
                <a:alpha val="14477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765480" y="2468673"/>
            <a:ext cx="1786120" cy="1505444"/>
          </a:xfrm>
          <a:custGeom>
            <a:avLst/>
            <a:gdLst/>
            <a:ahLst/>
            <a:cxnLst/>
            <a:rect l="l" t="t" r="r" b="b"/>
            <a:pathLst>
              <a:path w="280" h="236">
                <a:moveTo>
                  <a:pt x="0" y="236"/>
                </a:moveTo>
                <a:lnTo>
                  <a:pt x="280" y="0"/>
                </a:lnTo>
              </a:path>
            </a:pathLst>
          </a:custGeom>
          <a:noFill/>
          <a:ln w="6550">
            <a:solidFill>
              <a:srgbClr val="264BFF">
                <a:alpha val="31887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65480" y="2596253"/>
            <a:ext cx="924955" cy="1448033"/>
          </a:xfrm>
          <a:custGeom>
            <a:avLst/>
            <a:gdLst/>
            <a:ahLst/>
            <a:cxnLst/>
            <a:rect l="l" t="t" r="r" b="b"/>
            <a:pathLst>
              <a:path w="145" h="227">
                <a:moveTo>
                  <a:pt x="0" y="227"/>
                </a:moveTo>
                <a:lnTo>
                  <a:pt x="145" y="0"/>
                </a:lnTo>
              </a:path>
            </a:pathLst>
          </a:custGeom>
          <a:noFill/>
          <a:ln w="4755">
            <a:solidFill>
              <a:srgbClr val="264BFF">
                <a:alpha val="33298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765480" y="2736591"/>
            <a:ext cx="1786120" cy="1377864"/>
          </a:xfrm>
          <a:custGeom>
            <a:avLst/>
            <a:gdLst/>
            <a:ahLst/>
            <a:cxnLst/>
            <a:rect l="l" t="t" r="r" b="b"/>
            <a:pathLst>
              <a:path w="280" h="216">
                <a:moveTo>
                  <a:pt x="0" y="216"/>
                </a:moveTo>
                <a:lnTo>
                  <a:pt x="280" y="0"/>
                </a:lnTo>
              </a:path>
            </a:pathLst>
          </a:custGeom>
          <a:noFill/>
          <a:ln w="6979">
            <a:solidFill>
              <a:srgbClr val="264BFF">
                <a:alpha val="26544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765480" y="2251787"/>
            <a:ext cx="701690" cy="1932837"/>
          </a:xfrm>
          <a:custGeom>
            <a:avLst/>
            <a:gdLst/>
            <a:ahLst/>
            <a:cxnLst/>
            <a:rect l="l" t="t" r="r" b="b"/>
            <a:pathLst>
              <a:path w="110" h="303">
                <a:moveTo>
                  <a:pt x="0" y="303"/>
                </a:moveTo>
                <a:lnTo>
                  <a:pt x="110" y="0"/>
                </a:lnTo>
              </a:path>
            </a:pathLst>
          </a:custGeom>
          <a:noFill/>
          <a:ln w="6623">
            <a:solidFill>
              <a:srgbClr val="264BFF">
                <a:alpha val="27491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765480" y="1932837"/>
            <a:ext cx="1371485" cy="2321956"/>
          </a:xfrm>
          <a:custGeom>
            <a:avLst/>
            <a:gdLst/>
            <a:ahLst/>
            <a:cxnLst/>
            <a:rect l="l" t="t" r="r" b="b"/>
            <a:pathLst>
              <a:path w="215" h="364">
                <a:moveTo>
                  <a:pt x="0" y="364"/>
                </a:moveTo>
                <a:lnTo>
                  <a:pt x="215" y="0"/>
                </a:lnTo>
              </a:path>
            </a:pathLst>
          </a:custGeom>
          <a:noFill/>
          <a:ln w="4732">
            <a:solidFill>
              <a:srgbClr val="264BFF">
                <a:alpha val="13053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765480" y="1167357"/>
            <a:ext cx="446530" cy="3157605"/>
          </a:xfrm>
          <a:custGeom>
            <a:avLst/>
            <a:gdLst/>
            <a:ahLst/>
            <a:cxnLst/>
            <a:rect l="l" t="t" r="r" b="b"/>
            <a:pathLst>
              <a:path w="70" h="495">
                <a:moveTo>
                  <a:pt x="0" y="495"/>
                </a:moveTo>
                <a:lnTo>
                  <a:pt x="70" y="0"/>
                </a:lnTo>
              </a:path>
            </a:pathLst>
          </a:custGeom>
          <a:noFill/>
          <a:ln w="4585">
            <a:solidFill>
              <a:srgbClr val="264BFF">
                <a:alpha val="29231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765480" y="1148220"/>
            <a:ext cx="924955" cy="3246911"/>
          </a:xfrm>
          <a:custGeom>
            <a:avLst/>
            <a:gdLst/>
            <a:ahLst/>
            <a:cxnLst/>
            <a:rect l="l" t="t" r="r" b="b"/>
            <a:pathLst>
              <a:path w="145" h="509">
                <a:moveTo>
                  <a:pt x="0" y="509"/>
                </a:moveTo>
                <a:lnTo>
                  <a:pt x="145" y="0"/>
                </a:lnTo>
              </a:path>
            </a:pathLst>
          </a:custGeom>
          <a:noFill/>
          <a:ln w="8201">
            <a:solidFill>
              <a:srgbClr val="264BFF">
                <a:alpha val="18439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71859" y="1052535"/>
            <a:ext cx="1365106" cy="1856289"/>
          </a:xfrm>
          <a:custGeom>
            <a:avLst/>
            <a:gdLst/>
            <a:ahLst/>
            <a:cxnLst/>
            <a:rect l="l" t="t" r="r" b="b"/>
            <a:pathLst>
              <a:path w="214" h="291">
                <a:moveTo>
                  <a:pt x="0" y="0"/>
                </a:moveTo>
                <a:lnTo>
                  <a:pt x="214" y="291"/>
                </a:lnTo>
              </a:path>
            </a:pathLst>
          </a:custGeom>
          <a:noFill/>
          <a:ln w="10481">
            <a:solidFill>
              <a:srgbClr val="264BFF">
                <a:alpha val="21097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71859" y="1084430"/>
            <a:ext cx="440151" cy="159475"/>
          </a:xfrm>
          <a:custGeom>
            <a:avLst/>
            <a:gdLst/>
            <a:ahLst/>
            <a:cxnLst/>
            <a:rect l="l" t="t" r="r" b="b"/>
            <a:pathLst>
              <a:path w="69" h="25">
                <a:moveTo>
                  <a:pt x="0" y="25"/>
                </a:moveTo>
                <a:lnTo>
                  <a:pt x="69" y="0"/>
                </a:lnTo>
              </a:path>
            </a:pathLst>
          </a:custGeom>
          <a:noFill/>
          <a:ln w="5912">
            <a:solidFill>
              <a:srgbClr val="264BFF">
                <a:alpha val="32668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771859" y="1333211"/>
            <a:ext cx="1365106" cy="102064"/>
          </a:xfrm>
          <a:custGeom>
            <a:avLst/>
            <a:gdLst/>
            <a:ahLst/>
            <a:cxnLst/>
            <a:rect l="l" t="t" r="r" b="b"/>
            <a:pathLst>
              <a:path w="214" h="16">
                <a:moveTo>
                  <a:pt x="0" y="16"/>
                </a:moveTo>
                <a:lnTo>
                  <a:pt x="214" y="0"/>
                </a:lnTo>
              </a:path>
            </a:pathLst>
          </a:custGeom>
          <a:noFill/>
          <a:ln w="11028">
            <a:solidFill>
              <a:srgbClr val="264BFF">
                <a:alpha val="21473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771859" y="1626645"/>
            <a:ext cx="1779741" cy="657037"/>
          </a:xfrm>
          <a:custGeom>
            <a:avLst/>
            <a:gdLst/>
            <a:ahLst/>
            <a:cxnLst/>
            <a:rect l="l" t="t" r="r" b="b"/>
            <a:pathLst>
              <a:path w="279" h="103">
                <a:moveTo>
                  <a:pt x="0" y="0"/>
                </a:moveTo>
                <a:lnTo>
                  <a:pt x="279" y="103"/>
                </a:lnTo>
              </a:path>
            </a:pathLst>
          </a:custGeom>
          <a:noFill/>
          <a:ln w="10869">
            <a:solidFill>
              <a:srgbClr val="264BFF">
                <a:alpha val="19874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771859" y="988745"/>
            <a:ext cx="918576" cy="829270"/>
          </a:xfrm>
          <a:custGeom>
            <a:avLst/>
            <a:gdLst/>
            <a:ahLst/>
            <a:cxnLst/>
            <a:rect l="l" t="t" r="r" b="b"/>
            <a:pathLst>
              <a:path w="144" h="130">
                <a:moveTo>
                  <a:pt x="0" y="130"/>
                </a:moveTo>
                <a:lnTo>
                  <a:pt x="144" y="0"/>
                </a:lnTo>
              </a:path>
            </a:pathLst>
          </a:custGeom>
          <a:noFill/>
          <a:ln w="8238">
            <a:solidFill>
              <a:srgbClr val="264BFF">
                <a:alpha val="29448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771859" y="2009385"/>
            <a:ext cx="695311" cy="561352"/>
          </a:xfrm>
          <a:custGeom>
            <a:avLst/>
            <a:gdLst/>
            <a:ahLst/>
            <a:cxnLst/>
            <a:rect l="l" t="t" r="r" b="b"/>
            <a:pathLst>
              <a:path w="109" h="88">
                <a:moveTo>
                  <a:pt x="0" y="0"/>
                </a:moveTo>
                <a:lnTo>
                  <a:pt x="109" y="88"/>
                </a:lnTo>
              </a:path>
            </a:pathLst>
          </a:custGeom>
          <a:noFill/>
          <a:ln w="11237">
            <a:solidFill>
              <a:srgbClr val="264BFF">
                <a:alpha val="27063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771859" y="1397001"/>
            <a:ext cx="918576" cy="803754"/>
          </a:xfrm>
          <a:custGeom>
            <a:avLst/>
            <a:gdLst/>
            <a:ahLst/>
            <a:cxnLst/>
            <a:rect l="l" t="t" r="r" b="b"/>
            <a:pathLst>
              <a:path w="144" h="126">
                <a:moveTo>
                  <a:pt x="0" y="126"/>
                </a:moveTo>
                <a:lnTo>
                  <a:pt x="144" y="0"/>
                </a:lnTo>
              </a:path>
            </a:pathLst>
          </a:custGeom>
          <a:noFill/>
          <a:ln w="5783">
            <a:solidFill>
              <a:srgbClr val="264BFF">
                <a:alpha val="17547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771859" y="2392125"/>
            <a:ext cx="1365106" cy="465667"/>
          </a:xfrm>
          <a:custGeom>
            <a:avLst/>
            <a:gdLst/>
            <a:ahLst/>
            <a:cxnLst/>
            <a:rect l="l" t="t" r="r" b="b"/>
            <a:pathLst>
              <a:path w="214" h="73">
                <a:moveTo>
                  <a:pt x="0" y="0"/>
                </a:moveTo>
                <a:lnTo>
                  <a:pt x="214" y="73"/>
                </a:lnTo>
              </a:path>
            </a:pathLst>
          </a:custGeom>
          <a:noFill/>
          <a:ln w="7196">
            <a:solidFill>
              <a:srgbClr val="264BFF">
                <a:alpha val="14275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71859" y="1007882"/>
            <a:ext cx="1779741" cy="1575613"/>
          </a:xfrm>
          <a:custGeom>
            <a:avLst/>
            <a:gdLst/>
            <a:ahLst/>
            <a:cxnLst/>
            <a:rect l="l" t="t" r="r" b="b"/>
            <a:pathLst>
              <a:path w="279" h="247">
                <a:moveTo>
                  <a:pt x="0" y="247"/>
                </a:moveTo>
                <a:lnTo>
                  <a:pt x="279" y="0"/>
                </a:lnTo>
              </a:path>
            </a:pathLst>
          </a:custGeom>
          <a:noFill/>
          <a:ln w="4656">
            <a:solidFill>
              <a:srgbClr val="264BFF">
                <a:alpha val="24462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71859" y="2774865"/>
            <a:ext cx="1779741" cy="140338"/>
          </a:xfrm>
          <a:custGeom>
            <a:avLst/>
            <a:gdLst/>
            <a:ahLst/>
            <a:cxnLst/>
            <a:rect l="l" t="t" r="r" b="b"/>
            <a:pathLst>
              <a:path w="279" h="22">
                <a:moveTo>
                  <a:pt x="0" y="0"/>
                </a:moveTo>
                <a:lnTo>
                  <a:pt x="279" y="22"/>
                </a:lnTo>
              </a:path>
            </a:pathLst>
          </a:custGeom>
          <a:noFill/>
          <a:ln w="10697">
            <a:solidFill>
              <a:srgbClr val="264BFF">
                <a:alpha val="23577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71859" y="2966235"/>
            <a:ext cx="1779741" cy="197749"/>
          </a:xfrm>
          <a:custGeom>
            <a:avLst/>
            <a:gdLst/>
            <a:ahLst/>
            <a:cxnLst/>
            <a:rect l="l" t="t" r="r" b="b"/>
            <a:pathLst>
              <a:path w="279" h="31">
                <a:moveTo>
                  <a:pt x="0" y="0"/>
                </a:moveTo>
                <a:lnTo>
                  <a:pt x="279" y="31"/>
                </a:lnTo>
              </a:path>
            </a:pathLst>
          </a:custGeom>
          <a:noFill/>
          <a:ln w="8528">
            <a:solidFill>
              <a:srgbClr val="264BFF">
                <a:alpha val="18533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71859" y="1951974"/>
            <a:ext cx="695311" cy="1205631"/>
          </a:xfrm>
          <a:custGeom>
            <a:avLst/>
            <a:gdLst/>
            <a:ahLst/>
            <a:cxnLst/>
            <a:rect l="l" t="t" r="r" b="b"/>
            <a:pathLst>
              <a:path w="109" h="189">
                <a:moveTo>
                  <a:pt x="0" y="189"/>
                </a:moveTo>
                <a:lnTo>
                  <a:pt x="109" y="0"/>
                </a:lnTo>
              </a:path>
            </a:pathLst>
          </a:custGeom>
          <a:noFill/>
          <a:ln w="7210">
            <a:solidFill>
              <a:srgbClr val="264BFF">
                <a:alpha val="18233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5480" y="2557979"/>
            <a:ext cx="446530" cy="1205631"/>
          </a:xfrm>
          <a:custGeom>
            <a:avLst/>
            <a:gdLst/>
            <a:ahLst/>
            <a:cxnLst/>
            <a:rect l="l" t="t" r="r" b="b"/>
            <a:pathLst>
              <a:path w="70" h="189">
                <a:moveTo>
                  <a:pt x="0" y="189"/>
                </a:moveTo>
                <a:lnTo>
                  <a:pt x="70" y="0"/>
                </a:lnTo>
              </a:path>
            </a:pathLst>
          </a:custGeom>
          <a:noFill/>
          <a:ln w="5339">
            <a:solidFill>
              <a:srgbClr val="264BFF">
                <a:alpha val="26071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5480" y="1773362"/>
            <a:ext cx="701690" cy="2060417"/>
          </a:xfrm>
          <a:custGeom>
            <a:avLst/>
            <a:gdLst/>
            <a:ahLst/>
            <a:cxnLst/>
            <a:rect l="l" t="t" r="r" b="b"/>
            <a:pathLst>
              <a:path w="110" h="323">
                <a:moveTo>
                  <a:pt x="0" y="323"/>
                </a:moveTo>
                <a:lnTo>
                  <a:pt x="110" y="0"/>
                </a:lnTo>
              </a:path>
            </a:pathLst>
          </a:custGeom>
          <a:noFill/>
          <a:ln w="5206">
            <a:solidFill>
              <a:srgbClr val="264BFF">
                <a:alpha val="16924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65480" y="1658540"/>
            <a:ext cx="446530" cy="2245408"/>
          </a:xfrm>
          <a:custGeom>
            <a:avLst/>
            <a:gdLst/>
            <a:ahLst/>
            <a:cxnLst/>
            <a:rect l="l" t="t" r="r" b="b"/>
            <a:pathLst>
              <a:path w="70" h="352">
                <a:moveTo>
                  <a:pt x="0" y="352"/>
                </a:moveTo>
                <a:lnTo>
                  <a:pt x="70" y="0"/>
                </a:lnTo>
              </a:path>
            </a:pathLst>
          </a:custGeom>
          <a:noFill/>
          <a:ln w="6298">
            <a:solidFill>
              <a:srgbClr val="264BFF">
                <a:alpha val="15811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65480" y="1231147"/>
            <a:ext cx="1786120" cy="2742970"/>
          </a:xfrm>
          <a:custGeom>
            <a:avLst/>
            <a:gdLst/>
            <a:ahLst/>
            <a:cxnLst/>
            <a:rect l="l" t="t" r="r" b="b"/>
            <a:pathLst>
              <a:path w="280" h="430">
                <a:moveTo>
                  <a:pt x="0" y="430"/>
                </a:moveTo>
                <a:lnTo>
                  <a:pt x="280" y="0"/>
                </a:lnTo>
              </a:path>
            </a:pathLst>
          </a:custGeom>
          <a:noFill/>
          <a:ln w="6167">
            <a:solidFill>
              <a:srgbClr val="264BFF">
                <a:alpha val="17966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765480" y="1511823"/>
            <a:ext cx="446530" cy="2532463"/>
          </a:xfrm>
          <a:custGeom>
            <a:avLst/>
            <a:gdLst/>
            <a:ahLst/>
            <a:cxnLst/>
            <a:rect l="l" t="t" r="r" b="b"/>
            <a:pathLst>
              <a:path w="70" h="397">
                <a:moveTo>
                  <a:pt x="0" y="397"/>
                </a:moveTo>
                <a:lnTo>
                  <a:pt x="70" y="0"/>
                </a:lnTo>
              </a:path>
            </a:pathLst>
          </a:custGeom>
          <a:noFill/>
          <a:ln w="9373">
            <a:solidFill>
              <a:srgbClr val="264BFF">
                <a:alpha val="18739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65480" y="2028522"/>
            <a:ext cx="446530" cy="2085933"/>
          </a:xfrm>
          <a:custGeom>
            <a:avLst/>
            <a:gdLst/>
            <a:ahLst/>
            <a:cxnLst/>
            <a:rect l="l" t="t" r="r" b="b"/>
            <a:pathLst>
              <a:path w="70" h="327">
                <a:moveTo>
                  <a:pt x="0" y="327"/>
                </a:moveTo>
                <a:lnTo>
                  <a:pt x="70" y="0"/>
                </a:lnTo>
              </a:path>
            </a:pathLst>
          </a:custGeom>
          <a:noFill/>
          <a:ln w="6849">
            <a:solidFill>
              <a:srgbClr val="264BFF">
                <a:alpha val="1972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65480" y="2628148"/>
            <a:ext cx="446530" cy="1556476"/>
          </a:xfrm>
          <a:custGeom>
            <a:avLst/>
            <a:gdLst/>
            <a:ahLst/>
            <a:cxnLst/>
            <a:rect l="l" t="t" r="r" b="b"/>
            <a:pathLst>
              <a:path w="70" h="244">
                <a:moveTo>
                  <a:pt x="0" y="244"/>
                </a:moveTo>
                <a:lnTo>
                  <a:pt x="70" y="0"/>
                </a:lnTo>
              </a:path>
            </a:pathLst>
          </a:custGeom>
          <a:noFill/>
          <a:ln w="7799">
            <a:solidFill>
              <a:srgbClr val="264BFF">
                <a:alpha val="26448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65480" y="2239029"/>
            <a:ext cx="924955" cy="2015764"/>
          </a:xfrm>
          <a:custGeom>
            <a:avLst/>
            <a:gdLst/>
            <a:ahLst/>
            <a:cxnLst/>
            <a:rect l="l" t="t" r="r" b="b"/>
            <a:pathLst>
              <a:path w="145" h="316">
                <a:moveTo>
                  <a:pt x="0" y="316"/>
                </a:moveTo>
                <a:lnTo>
                  <a:pt x="145" y="0"/>
                </a:lnTo>
              </a:path>
            </a:pathLst>
          </a:custGeom>
          <a:noFill/>
          <a:ln w="7583">
            <a:solidFill>
              <a:srgbClr val="264BFF">
                <a:alpha val="28176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65480" y="1607508"/>
            <a:ext cx="1371485" cy="2717454"/>
          </a:xfrm>
          <a:custGeom>
            <a:avLst/>
            <a:gdLst/>
            <a:ahLst/>
            <a:cxnLst/>
            <a:rect l="l" t="t" r="r" b="b"/>
            <a:pathLst>
              <a:path w="215" h="426">
                <a:moveTo>
                  <a:pt x="0" y="426"/>
                </a:moveTo>
                <a:lnTo>
                  <a:pt x="215" y="0"/>
                </a:lnTo>
              </a:path>
            </a:pathLst>
          </a:custGeom>
          <a:noFill/>
          <a:ln w="11229">
            <a:solidFill>
              <a:srgbClr val="264BFF">
                <a:alpha val="2868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765480" y="2908824"/>
            <a:ext cx="1371485" cy="1486307"/>
          </a:xfrm>
          <a:custGeom>
            <a:avLst/>
            <a:gdLst/>
            <a:ahLst/>
            <a:cxnLst/>
            <a:rect l="l" t="t" r="r" b="b"/>
            <a:pathLst>
              <a:path w="215" h="233">
                <a:moveTo>
                  <a:pt x="0" y="233"/>
                </a:moveTo>
                <a:lnTo>
                  <a:pt x="215" y="0"/>
                </a:lnTo>
              </a:path>
            </a:pathLst>
          </a:custGeom>
          <a:noFill/>
          <a:ln w="8747">
            <a:solidFill>
              <a:srgbClr val="264BFF">
                <a:alpha val="282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71859" y="1052535"/>
            <a:ext cx="1779741" cy="1786120"/>
          </a:xfrm>
          <a:custGeom>
            <a:avLst/>
            <a:gdLst/>
            <a:ahLst/>
            <a:cxnLst/>
            <a:rect l="l" t="t" r="r" b="b"/>
            <a:pathLst>
              <a:path w="279" h="280">
                <a:moveTo>
                  <a:pt x="0" y="0"/>
                </a:moveTo>
                <a:lnTo>
                  <a:pt x="279" y="280"/>
                </a:lnTo>
              </a:path>
            </a:pathLst>
          </a:custGeom>
          <a:noFill/>
          <a:ln w="4960">
            <a:solidFill>
              <a:srgbClr val="264BFF">
                <a:alpha val="25892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771859" y="1243905"/>
            <a:ext cx="695311" cy="1084430"/>
          </a:xfrm>
          <a:custGeom>
            <a:avLst/>
            <a:gdLst/>
            <a:ahLst/>
            <a:cxnLst/>
            <a:rect l="l" t="t" r="r" b="b"/>
            <a:pathLst>
              <a:path w="109" h="170">
                <a:moveTo>
                  <a:pt x="0" y="0"/>
                </a:moveTo>
                <a:lnTo>
                  <a:pt x="109" y="170"/>
                </a:lnTo>
              </a:path>
            </a:pathLst>
          </a:custGeom>
          <a:noFill/>
          <a:ln w="4639">
            <a:solidFill>
              <a:srgbClr val="264BFF">
                <a:alpha val="15272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771859" y="1435275"/>
            <a:ext cx="440151" cy="1620266"/>
          </a:xfrm>
          <a:custGeom>
            <a:avLst/>
            <a:gdLst/>
            <a:ahLst/>
            <a:cxnLst/>
            <a:rect l="l" t="t" r="r" b="b"/>
            <a:pathLst>
              <a:path w="69" h="254">
                <a:moveTo>
                  <a:pt x="0" y="0"/>
                </a:moveTo>
                <a:lnTo>
                  <a:pt x="69" y="254"/>
                </a:lnTo>
              </a:path>
            </a:pathLst>
          </a:custGeom>
          <a:noFill/>
          <a:ln w="10736">
            <a:solidFill>
              <a:srgbClr val="264BFF">
                <a:alpha val="17859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771859" y="1626645"/>
            <a:ext cx="695311" cy="714448"/>
          </a:xfrm>
          <a:custGeom>
            <a:avLst/>
            <a:gdLst/>
            <a:ahLst/>
            <a:cxnLst/>
            <a:rect l="l" t="t" r="r" b="b"/>
            <a:pathLst>
              <a:path w="109" h="112">
                <a:moveTo>
                  <a:pt x="0" y="0"/>
                </a:moveTo>
                <a:lnTo>
                  <a:pt x="109" y="112"/>
                </a:lnTo>
              </a:path>
            </a:pathLst>
          </a:custGeom>
          <a:noFill/>
          <a:ln w="9589">
            <a:solidFill>
              <a:srgbClr val="264BFF">
                <a:alpha val="23848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771859" y="1275800"/>
            <a:ext cx="918576" cy="542215"/>
          </a:xfrm>
          <a:custGeom>
            <a:avLst/>
            <a:gdLst/>
            <a:ahLst/>
            <a:cxnLst/>
            <a:rect l="l" t="t" r="r" b="b"/>
            <a:pathLst>
              <a:path w="144" h="85">
                <a:moveTo>
                  <a:pt x="0" y="85"/>
                </a:moveTo>
                <a:lnTo>
                  <a:pt x="144" y="0"/>
                </a:lnTo>
              </a:path>
            </a:pathLst>
          </a:custGeom>
          <a:noFill/>
          <a:ln w="11469">
            <a:solidFill>
              <a:srgbClr val="264BFF">
                <a:alpha val="21802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771859" y="1690435"/>
            <a:ext cx="440151" cy="318950"/>
          </a:xfrm>
          <a:custGeom>
            <a:avLst/>
            <a:gdLst/>
            <a:ahLst/>
            <a:cxnLst/>
            <a:rect l="l" t="t" r="r" b="b"/>
            <a:pathLst>
              <a:path w="69" h="50">
                <a:moveTo>
                  <a:pt x="0" y="50"/>
                </a:moveTo>
                <a:lnTo>
                  <a:pt x="69" y="0"/>
                </a:lnTo>
              </a:path>
            </a:pathLst>
          </a:custGeom>
          <a:noFill/>
          <a:ln w="7573">
            <a:solidFill>
              <a:srgbClr val="264BFF">
                <a:alpha val="18601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71859" y="1135462"/>
            <a:ext cx="695311" cy="1065293"/>
          </a:xfrm>
          <a:custGeom>
            <a:avLst/>
            <a:gdLst/>
            <a:ahLst/>
            <a:cxnLst/>
            <a:rect l="l" t="t" r="r" b="b"/>
            <a:pathLst>
              <a:path w="109" h="167">
                <a:moveTo>
                  <a:pt x="0" y="167"/>
                </a:moveTo>
                <a:lnTo>
                  <a:pt x="109" y="0"/>
                </a:lnTo>
              </a:path>
            </a:pathLst>
          </a:custGeom>
          <a:noFill/>
          <a:ln w="6721">
            <a:solidFill>
              <a:srgbClr val="264BFF">
                <a:alpha val="19989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71859" y="2392125"/>
            <a:ext cx="440151" cy="369982"/>
          </a:xfrm>
          <a:custGeom>
            <a:avLst/>
            <a:gdLst/>
            <a:ahLst/>
            <a:cxnLst/>
            <a:rect l="l" t="t" r="r" b="b"/>
            <a:pathLst>
              <a:path w="69" h="58">
                <a:moveTo>
                  <a:pt x="0" y="0"/>
                </a:moveTo>
                <a:lnTo>
                  <a:pt x="69" y="58"/>
                </a:lnTo>
              </a:path>
            </a:pathLst>
          </a:custGeom>
          <a:noFill/>
          <a:ln w="9365">
            <a:solidFill>
              <a:srgbClr val="264BFF">
                <a:alpha val="22397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771859" y="2583495"/>
            <a:ext cx="918576" cy="306192"/>
          </a:xfrm>
          <a:custGeom>
            <a:avLst/>
            <a:gdLst/>
            <a:ahLst/>
            <a:cxnLst/>
            <a:rect l="l" t="t" r="r" b="b"/>
            <a:pathLst>
              <a:path w="144" h="48">
                <a:moveTo>
                  <a:pt x="0" y="0"/>
                </a:moveTo>
                <a:lnTo>
                  <a:pt x="144" y="48"/>
                </a:lnTo>
              </a:path>
            </a:pathLst>
          </a:custGeom>
          <a:noFill/>
          <a:ln w="5944">
            <a:solidFill>
              <a:srgbClr val="264BFF">
                <a:alpha val="29617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771859" y="1766983"/>
            <a:ext cx="695311" cy="1007882"/>
          </a:xfrm>
          <a:custGeom>
            <a:avLst/>
            <a:gdLst/>
            <a:ahLst/>
            <a:cxnLst/>
            <a:rect l="l" t="t" r="r" b="b"/>
            <a:pathLst>
              <a:path w="109" h="158">
                <a:moveTo>
                  <a:pt x="0" y="158"/>
                </a:moveTo>
                <a:lnTo>
                  <a:pt x="109" y="0"/>
                </a:lnTo>
              </a:path>
            </a:pathLst>
          </a:custGeom>
          <a:noFill/>
          <a:ln w="11447">
            <a:solidFill>
              <a:srgbClr val="264BFF">
                <a:alpha val="18038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771859" y="1575613"/>
            <a:ext cx="1779741" cy="1390622"/>
          </a:xfrm>
          <a:custGeom>
            <a:avLst/>
            <a:gdLst/>
            <a:ahLst/>
            <a:cxnLst/>
            <a:rect l="l" t="t" r="r" b="b"/>
            <a:pathLst>
              <a:path w="279" h="218">
                <a:moveTo>
                  <a:pt x="0" y="218"/>
                </a:moveTo>
                <a:lnTo>
                  <a:pt x="279" y="0"/>
                </a:lnTo>
              </a:path>
            </a:pathLst>
          </a:custGeom>
          <a:noFill/>
          <a:ln w="8939">
            <a:solidFill>
              <a:srgbClr val="264BFF">
                <a:alpha val="32917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771859" y="3010888"/>
            <a:ext cx="918576" cy="146717"/>
          </a:xfrm>
          <a:custGeom>
            <a:avLst/>
            <a:gdLst/>
            <a:ahLst/>
            <a:cxnLst/>
            <a:rect l="l" t="t" r="r" b="b"/>
            <a:pathLst>
              <a:path w="144" h="23">
                <a:moveTo>
                  <a:pt x="0" y="23"/>
                </a:moveTo>
                <a:lnTo>
                  <a:pt x="144" y="0"/>
                </a:lnTo>
              </a:path>
            </a:pathLst>
          </a:custGeom>
          <a:noFill/>
          <a:ln w="10000">
            <a:solidFill>
              <a:srgbClr val="264BFF">
                <a:alpha val="17484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765480" y="2526084"/>
            <a:ext cx="701690" cy="1237526"/>
          </a:xfrm>
          <a:custGeom>
            <a:avLst/>
            <a:gdLst/>
            <a:ahLst/>
            <a:cxnLst/>
            <a:rect l="l" t="t" r="r" b="b"/>
            <a:pathLst>
              <a:path w="110" h="194">
                <a:moveTo>
                  <a:pt x="0" y="194"/>
                </a:moveTo>
                <a:lnTo>
                  <a:pt x="110" y="0"/>
                </a:lnTo>
              </a:path>
            </a:pathLst>
          </a:custGeom>
          <a:noFill/>
          <a:ln w="8971">
            <a:solidFill>
              <a:srgbClr val="264BFF">
                <a:alpha val="23659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65480" y="1492686"/>
            <a:ext cx="701690" cy="2341093"/>
          </a:xfrm>
          <a:custGeom>
            <a:avLst/>
            <a:gdLst/>
            <a:ahLst/>
            <a:cxnLst/>
            <a:rect l="l" t="t" r="r" b="b"/>
            <a:pathLst>
              <a:path w="110" h="367">
                <a:moveTo>
                  <a:pt x="0" y="367"/>
                </a:moveTo>
                <a:lnTo>
                  <a:pt x="110" y="0"/>
                </a:lnTo>
              </a:path>
            </a:pathLst>
          </a:custGeom>
          <a:noFill/>
          <a:ln w="7973">
            <a:solidFill>
              <a:srgbClr val="264BFF">
                <a:alpha val="32188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65480" y="3266048"/>
            <a:ext cx="701690" cy="637900"/>
          </a:xfrm>
          <a:custGeom>
            <a:avLst/>
            <a:gdLst/>
            <a:ahLst/>
            <a:cxnLst/>
            <a:rect l="l" t="t" r="r" b="b"/>
            <a:pathLst>
              <a:path w="110" h="100">
                <a:moveTo>
                  <a:pt x="0" y="100"/>
                </a:moveTo>
                <a:lnTo>
                  <a:pt x="110" y="0"/>
                </a:lnTo>
              </a:path>
            </a:pathLst>
          </a:custGeom>
          <a:noFill/>
          <a:ln w="10311">
            <a:solidFill>
              <a:srgbClr val="264BFF">
                <a:alpha val="15226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65480" y="1741467"/>
            <a:ext cx="1786120" cy="2232650"/>
          </a:xfrm>
          <a:custGeom>
            <a:avLst/>
            <a:gdLst/>
            <a:ahLst/>
            <a:cxnLst/>
            <a:rect l="l" t="t" r="r" b="b"/>
            <a:pathLst>
              <a:path w="280" h="350">
                <a:moveTo>
                  <a:pt x="0" y="350"/>
                </a:moveTo>
                <a:lnTo>
                  <a:pt x="280" y="0"/>
                </a:lnTo>
              </a:path>
            </a:pathLst>
          </a:custGeom>
          <a:noFill/>
          <a:ln w="5191">
            <a:solidFill>
              <a:srgbClr val="264BFF">
                <a:alpha val="22148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765480" y="2698317"/>
            <a:ext cx="1786120" cy="1345969"/>
          </a:xfrm>
          <a:custGeom>
            <a:avLst/>
            <a:gdLst/>
            <a:ahLst/>
            <a:cxnLst/>
            <a:rect l="l" t="t" r="r" b="b"/>
            <a:pathLst>
              <a:path w="280" h="211">
                <a:moveTo>
                  <a:pt x="0" y="211"/>
                </a:moveTo>
                <a:lnTo>
                  <a:pt x="280" y="0"/>
                </a:lnTo>
              </a:path>
            </a:pathLst>
          </a:custGeom>
          <a:noFill/>
          <a:ln w="6254">
            <a:solidFill>
              <a:srgbClr val="264BFF">
                <a:alpha val="16236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65480" y="1811636"/>
            <a:ext cx="1786120" cy="2302819"/>
          </a:xfrm>
          <a:custGeom>
            <a:avLst/>
            <a:gdLst/>
            <a:ahLst/>
            <a:cxnLst/>
            <a:rect l="l" t="t" r="r" b="b"/>
            <a:pathLst>
              <a:path w="280" h="361">
                <a:moveTo>
                  <a:pt x="0" y="361"/>
                </a:moveTo>
                <a:lnTo>
                  <a:pt x="280" y="0"/>
                </a:lnTo>
              </a:path>
            </a:pathLst>
          </a:custGeom>
          <a:noFill/>
          <a:ln w="7104">
            <a:solidFill>
              <a:srgbClr val="264BFF">
                <a:alpha val="22225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65480" y="2226271"/>
            <a:ext cx="1371485" cy="1958353"/>
          </a:xfrm>
          <a:custGeom>
            <a:avLst/>
            <a:gdLst/>
            <a:ahLst/>
            <a:cxnLst/>
            <a:rect l="l" t="t" r="r" b="b"/>
            <a:pathLst>
              <a:path w="215" h="307">
                <a:moveTo>
                  <a:pt x="0" y="307"/>
                </a:moveTo>
                <a:lnTo>
                  <a:pt x="215" y="0"/>
                </a:lnTo>
              </a:path>
            </a:pathLst>
          </a:custGeom>
          <a:noFill/>
          <a:ln w="8274">
            <a:solidFill>
              <a:srgbClr val="264BFF">
                <a:alpha val="33026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765480" y="2500568"/>
            <a:ext cx="446530" cy="1754225"/>
          </a:xfrm>
          <a:custGeom>
            <a:avLst/>
            <a:gdLst/>
            <a:ahLst/>
            <a:cxnLst/>
            <a:rect l="l" t="t" r="r" b="b"/>
            <a:pathLst>
              <a:path w="70" h="275">
                <a:moveTo>
                  <a:pt x="0" y="275"/>
                </a:moveTo>
                <a:lnTo>
                  <a:pt x="70" y="0"/>
                </a:lnTo>
              </a:path>
            </a:pathLst>
          </a:custGeom>
          <a:noFill/>
          <a:ln w="7881">
            <a:solidFill>
              <a:srgbClr val="264BFF">
                <a:alpha val="30185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6347105" y="1345969"/>
            <a:ext cx="331708" cy="803754"/>
          </a:xfrm>
          <a:custGeom>
            <a:avLst/>
            <a:gdLst/>
            <a:ahLst/>
            <a:cxnLst/>
            <a:rect l="l" t="t" r="r" b="b"/>
            <a:pathLst>
              <a:path w="52" h="126">
                <a:moveTo>
                  <a:pt x="0" y="0"/>
                </a:moveTo>
                <a:lnTo>
                  <a:pt x="52" y="126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6423653" y="1397001"/>
            <a:ext cx="382740" cy="752722"/>
          </a:xfrm>
          <a:custGeom>
            <a:avLst/>
            <a:gdLst/>
            <a:ahLst/>
            <a:cxnLst/>
            <a:rect l="l" t="t" r="r" b="b"/>
            <a:pathLst>
              <a:path w="60" h="118">
                <a:moveTo>
                  <a:pt x="0" y="0"/>
                </a:moveTo>
                <a:lnTo>
                  <a:pt x="60" y="118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6506580" y="1422517"/>
            <a:ext cx="427393" cy="727206"/>
          </a:xfrm>
          <a:custGeom>
            <a:avLst/>
            <a:gdLst/>
            <a:ahLst/>
            <a:cxnLst/>
            <a:rect l="l" t="t" r="r" b="b"/>
            <a:pathLst>
              <a:path w="67" h="114">
                <a:moveTo>
                  <a:pt x="0" y="0"/>
                </a:moveTo>
                <a:lnTo>
                  <a:pt x="67" y="114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6583128" y="1409759"/>
            <a:ext cx="484804" cy="739964"/>
          </a:xfrm>
          <a:custGeom>
            <a:avLst/>
            <a:gdLst/>
            <a:ahLst/>
            <a:cxnLst/>
            <a:rect l="l" t="t" r="r" b="b"/>
            <a:pathLst>
              <a:path w="76" h="116">
                <a:moveTo>
                  <a:pt x="0" y="0"/>
                </a:moveTo>
                <a:lnTo>
                  <a:pt x="76" y="116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6666055" y="1371485"/>
            <a:ext cx="529457" cy="778238"/>
          </a:xfrm>
          <a:custGeom>
            <a:avLst/>
            <a:gdLst/>
            <a:ahLst/>
            <a:cxnLst/>
            <a:rect l="l" t="t" r="r" b="b"/>
            <a:pathLst>
              <a:path w="83" h="122">
                <a:moveTo>
                  <a:pt x="0" y="0"/>
                </a:moveTo>
                <a:lnTo>
                  <a:pt x="83" y="122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6742603" y="1320453"/>
            <a:ext cx="580489" cy="829270"/>
          </a:xfrm>
          <a:custGeom>
            <a:avLst/>
            <a:gdLst/>
            <a:ahLst/>
            <a:cxnLst/>
            <a:rect l="l" t="t" r="r" b="b"/>
            <a:pathLst>
              <a:path w="91" h="130">
                <a:moveTo>
                  <a:pt x="0" y="0"/>
                </a:moveTo>
                <a:lnTo>
                  <a:pt x="91" y="130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6819151" y="1282179"/>
            <a:ext cx="631521" cy="867544"/>
          </a:xfrm>
          <a:custGeom>
            <a:avLst/>
            <a:gdLst/>
            <a:ahLst/>
            <a:cxnLst/>
            <a:rect l="l" t="t" r="r" b="b"/>
            <a:pathLst>
              <a:path w="99" h="136">
                <a:moveTo>
                  <a:pt x="0" y="0"/>
                </a:moveTo>
                <a:lnTo>
                  <a:pt x="99" y="136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6902078" y="1269421"/>
            <a:ext cx="676174" cy="880302"/>
          </a:xfrm>
          <a:custGeom>
            <a:avLst/>
            <a:gdLst/>
            <a:ahLst/>
            <a:cxnLst/>
            <a:rect l="l" t="t" r="r" b="b"/>
            <a:pathLst>
              <a:path w="106" h="138">
                <a:moveTo>
                  <a:pt x="0" y="0"/>
                </a:moveTo>
                <a:lnTo>
                  <a:pt x="106" y="138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6978626" y="1294937"/>
            <a:ext cx="733585" cy="854786"/>
          </a:xfrm>
          <a:custGeom>
            <a:avLst/>
            <a:gdLst/>
            <a:ahLst/>
            <a:cxnLst/>
            <a:rect l="l" t="t" r="r" b="b"/>
            <a:pathLst>
              <a:path w="115" h="134">
                <a:moveTo>
                  <a:pt x="0" y="0"/>
                </a:moveTo>
                <a:lnTo>
                  <a:pt x="115" y="134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7061553" y="1345969"/>
            <a:ext cx="778238" cy="803754"/>
          </a:xfrm>
          <a:custGeom>
            <a:avLst/>
            <a:gdLst/>
            <a:ahLst/>
            <a:cxnLst/>
            <a:rect l="l" t="t" r="r" b="b"/>
            <a:pathLst>
              <a:path w="122" h="126">
                <a:moveTo>
                  <a:pt x="0" y="0"/>
                </a:moveTo>
                <a:lnTo>
                  <a:pt x="122" y="126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7138101" y="1397001"/>
            <a:ext cx="829270" cy="752722"/>
          </a:xfrm>
          <a:custGeom>
            <a:avLst/>
            <a:gdLst/>
            <a:ahLst/>
            <a:cxnLst/>
            <a:rect l="l" t="t" r="r" b="b"/>
            <a:pathLst>
              <a:path w="130" h="118">
                <a:moveTo>
                  <a:pt x="0" y="0"/>
                </a:moveTo>
                <a:lnTo>
                  <a:pt x="130" y="118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7214649" y="1422517"/>
            <a:ext cx="880302" cy="727206"/>
          </a:xfrm>
          <a:custGeom>
            <a:avLst/>
            <a:gdLst/>
            <a:ahLst/>
            <a:cxnLst/>
            <a:rect l="l" t="t" r="r" b="b"/>
            <a:pathLst>
              <a:path w="138" h="114">
                <a:moveTo>
                  <a:pt x="0" y="0"/>
                </a:moveTo>
                <a:lnTo>
                  <a:pt x="138" y="114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7297576" y="1409759"/>
            <a:ext cx="924955" cy="739964"/>
          </a:xfrm>
          <a:custGeom>
            <a:avLst/>
            <a:gdLst/>
            <a:ahLst/>
            <a:cxnLst/>
            <a:rect l="l" t="t" r="r" b="b"/>
            <a:pathLst>
              <a:path w="145" h="116">
                <a:moveTo>
                  <a:pt x="0" y="0"/>
                </a:moveTo>
                <a:lnTo>
                  <a:pt x="145" y="116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6678813" y="1371485"/>
            <a:ext cx="695311" cy="778238"/>
          </a:xfrm>
          <a:custGeom>
            <a:avLst/>
            <a:gdLst/>
            <a:ahLst/>
            <a:cxnLst/>
            <a:rect l="l" t="t" r="r" b="b"/>
            <a:pathLst>
              <a:path w="109" h="122">
                <a:moveTo>
                  <a:pt x="109" y="0"/>
                </a:moveTo>
                <a:lnTo>
                  <a:pt x="0" y="122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6806393" y="1320453"/>
            <a:ext cx="650658" cy="829270"/>
          </a:xfrm>
          <a:custGeom>
            <a:avLst/>
            <a:gdLst/>
            <a:ahLst/>
            <a:cxnLst/>
            <a:rect l="l" t="t" r="r" b="b"/>
            <a:pathLst>
              <a:path w="102" h="130">
                <a:moveTo>
                  <a:pt x="102" y="0"/>
                </a:moveTo>
                <a:lnTo>
                  <a:pt x="0" y="130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6933973" y="1275800"/>
            <a:ext cx="599626" cy="873923"/>
          </a:xfrm>
          <a:custGeom>
            <a:avLst/>
            <a:gdLst/>
            <a:ahLst/>
            <a:cxnLst/>
            <a:rect l="l" t="t" r="r" b="b"/>
            <a:pathLst>
              <a:path w="94" h="137">
                <a:moveTo>
                  <a:pt x="94" y="0"/>
                </a:moveTo>
                <a:lnTo>
                  <a:pt x="0" y="137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7067932" y="1269421"/>
            <a:ext cx="542215" cy="880302"/>
          </a:xfrm>
          <a:custGeom>
            <a:avLst/>
            <a:gdLst/>
            <a:ahLst/>
            <a:cxnLst/>
            <a:rect l="l" t="t" r="r" b="b"/>
            <a:pathLst>
              <a:path w="85" h="138">
                <a:moveTo>
                  <a:pt x="85" y="0"/>
                </a:moveTo>
                <a:lnTo>
                  <a:pt x="0" y="138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7195512" y="1301316"/>
            <a:ext cx="497562" cy="848407"/>
          </a:xfrm>
          <a:custGeom>
            <a:avLst/>
            <a:gdLst/>
            <a:ahLst/>
            <a:cxnLst/>
            <a:rect l="l" t="t" r="r" b="b"/>
            <a:pathLst>
              <a:path w="78" h="133">
                <a:moveTo>
                  <a:pt x="78" y="0"/>
                </a:moveTo>
                <a:lnTo>
                  <a:pt x="0" y="133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7323092" y="1345969"/>
            <a:ext cx="446530" cy="803754"/>
          </a:xfrm>
          <a:custGeom>
            <a:avLst/>
            <a:gdLst/>
            <a:ahLst/>
            <a:cxnLst/>
            <a:rect l="l" t="t" r="r" b="b"/>
            <a:pathLst>
              <a:path w="70" h="126">
                <a:moveTo>
                  <a:pt x="70" y="0"/>
                </a:moveTo>
                <a:lnTo>
                  <a:pt x="0" y="126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7450672" y="1397001"/>
            <a:ext cx="401877" cy="752722"/>
          </a:xfrm>
          <a:custGeom>
            <a:avLst/>
            <a:gdLst/>
            <a:ahLst/>
            <a:cxnLst/>
            <a:rect l="l" t="t" r="r" b="b"/>
            <a:pathLst>
              <a:path w="63" h="118">
                <a:moveTo>
                  <a:pt x="63" y="0"/>
                </a:moveTo>
                <a:lnTo>
                  <a:pt x="0" y="118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7578252" y="1422517"/>
            <a:ext cx="350845" cy="727206"/>
          </a:xfrm>
          <a:custGeom>
            <a:avLst/>
            <a:gdLst/>
            <a:ahLst/>
            <a:cxnLst/>
            <a:rect l="l" t="t" r="r" b="b"/>
            <a:pathLst>
              <a:path w="55" h="114">
                <a:moveTo>
                  <a:pt x="55" y="0"/>
                </a:moveTo>
                <a:lnTo>
                  <a:pt x="0" y="114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712211" y="1409759"/>
            <a:ext cx="293434" cy="739964"/>
          </a:xfrm>
          <a:custGeom>
            <a:avLst/>
            <a:gdLst/>
            <a:ahLst/>
            <a:cxnLst/>
            <a:rect l="l" t="t" r="r" b="b"/>
            <a:pathLst>
              <a:path w="46" h="116">
                <a:moveTo>
                  <a:pt x="46" y="0"/>
                </a:moveTo>
                <a:lnTo>
                  <a:pt x="0" y="116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839791" y="1371485"/>
            <a:ext cx="248781" cy="778238"/>
          </a:xfrm>
          <a:custGeom>
            <a:avLst/>
            <a:gdLst/>
            <a:ahLst/>
            <a:cxnLst/>
            <a:rect l="l" t="t" r="r" b="b"/>
            <a:pathLst>
              <a:path w="39" h="122">
                <a:moveTo>
                  <a:pt x="39" y="0"/>
                </a:moveTo>
                <a:lnTo>
                  <a:pt x="0" y="122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7967371" y="1314074"/>
            <a:ext cx="197749" cy="835649"/>
          </a:xfrm>
          <a:custGeom>
            <a:avLst/>
            <a:gdLst/>
            <a:ahLst/>
            <a:cxnLst/>
            <a:rect l="l" t="t" r="r" b="b"/>
            <a:pathLst>
              <a:path w="31" h="131">
                <a:moveTo>
                  <a:pt x="31" y="0"/>
                </a:moveTo>
                <a:lnTo>
                  <a:pt x="0" y="131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8094951" y="1275800"/>
            <a:ext cx="153096" cy="873923"/>
          </a:xfrm>
          <a:custGeom>
            <a:avLst/>
            <a:gdLst/>
            <a:ahLst/>
            <a:cxnLst/>
            <a:rect l="l" t="t" r="r" b="b"/>
            <a:pathLst>
              <a:path w="24" h="137">
                <a:moveTo>
                  <a:pt x="24" y="0"/>
                </a:moveTo>
                <a:lnTo>
                  <a:pt x="0" y="137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8222531" y="1269421"/>
            <a:ext cx="102064" cy="880302"/>
          </a:xfrm>
          <a:custGeom>
            <a:avLst/>
            <a:gdLst/>
            <a:ahLst/>
            <a:cxnLst/>
            <a:rect l="l" t="t" r="r" b="b"/>
            <a:pathLst>
              <a:path w="16" h="138">
                <a:moveTo>
                  <a:pt x="16" y="0"/>
                </a:moveTo>
                <a:lnTo>
                  <a:pt x="0" y="138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6678813" y="1301316"/>
            <a:ext cx="1722330" cy="848407"/>
          </a:xfrm>
          <a:custGeom>
            <a:avLst/>
            <a:gdLst/>
            <a:ahLst/>
            <a:cxnLst/>
            <a:rect l="l" t="t" r="r" b="b"/>
            <a:pathLst>
              <a:path w="270" h="133">
                <a:moveTo>
                  <a:pt x="270" y="0"/>
                </a:moveTo>
                <a:lnTo>
                  <a:pt x="0" y="133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6806393" y="1352348"/>
            <a:ext cx="1677677" cy="797375"/>
          </a:xfrm>
          <a:custGeom>
            <a:avLst/>
            <a:gdLst/>
            <a:ahLst/>
            <a:cxnLst/>
            <a:rect l="l" t="t" r="r" b="b"/>
            <a:pathLst>
              <a:path w="263" h="125">
                <a:moveTo>
                  <a:pt x="263" y="0"/>
                </a:moveTo>
                <a:lnTo>
                  <a:pt x="0" y="125"/>
                </a:lnTo>
              </a:path>
            </a:pathLst>
          </a:custGeom>
          <a:noFill/>
          <a:ln w="7017">
            <a:solidFill>
              <a:srgbClr val="FF2B21">
                <a:alpha val="2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6678813" y="2462294"/>
            <a:ext cx="516699" cy="331708"/>
          </a:xfrm>
          <a:custGeom>
            <a:avLst/>
            <a:gdLst/>
            <a:ahLst/>
            <a:cxnLst/>
            <a:rect l="l" t="t" r="r" b="b"/>
            <a:pathLst>
              <a:path w="81" h="52">
                <a:moveTo>
                  <a:pt x="0" y="0"/>
                </a:moveTo>
                <a:lnTo>
                  <a:pt x="81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6761740" y="2462294"/>
            <a:ext cx="548594" cy="331708"/>
          </a:xfrm>
          <a:custGeom>
            <a:avLst/>
            <a:gdLst/>
            <a:ahLst/>
            <a:cxnLst/>
            <a:rect l="l" t="t" r="r" b="b"/>
            <a:pathLst>
              <a:path w="86" h="52">
                <a:moveTo>
                  <a:pt x="0" y="0"/>
                </a:moveTo>
                <a:lnTo>
                  <a:pt x="86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6844667" y="2462294"/>
            <a:ext cx="580489" cy="331708"/>
          </a:xfrm>
          <a:custGeom>
            <a:avLst/>
            <a:gdLst/>
            <a:ahLst/>
            <a:cxnLst/>
            <a:rect l="l" t="t" r="r" b="b"/>
            <a:pathLst>
              <a:path w="91" h="52">
                <a:moveTo>
                  <a:pt x="0" y="0"/>
                </a:moveTo>
                <a:lnTo>
                  <a:pt x="91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6927594" y="2462294"/>
            <a:ext cx="612384" cy="331708"/>
          </a:xfrm>
          <a:custGeom>
            <a:avLst/>
            <a:gdLst/>
            <a:ahLst/>
            <a:cxnLst/>
            <a:rect l="l" t="t" r="r" b="b"/>
            <a:pathLst>
              <a:path w="96" h="52">
                <a:moveTo>
                  <a:pt x="0" y="0"/>
                </a:moveTo>
                <a:lnTo>
                  <a:pt x="96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7010521" y="2462294"/>
            <a:ext cx="644279" cy="331708"/>
          </a:xfrm>
          <a:custGeom>
            <a:avLst/>
            <a:gdLst/>
            <a:ahLst/>
            <a:cxnLst/>
            <a:rect l="l" t="t" r="r" b="b"/>
            <a:pathLst>
              <a:path w="101" h="52">
                <a:moveTo>
                  <a:pt x="0" y="0"/>
                </a:moveTo>
                <a:lnTo>
                  <a:pt x="101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7093448" y="2462294"/>
            <a:ext cx="102064" cy="331708"/>
          </a:xfrm>
          <a:custGeom>
            <a:avLst/>
            <a:gdLst/>
            <a:ahLst/>
            <a:cxnLst/>
            <a:rect l="l" t="t" r="r" b="b"/>
            <a:pathLst>
              <a:path w="16" h="52">
                <a:moveTo>
                  <a:pt x="0" y="0"/>
                </a:moveTo>
                <a:lnTo>
                  <a:pt x="16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7176375" y="2462294"/>
            <a:ext cx="133959" cy="331708"/>
          </a:xfrm>
          <a:custGeom>
            <a:avLst/>
            <a:gdLst/>
            <a:ahLst/>
            <a:cxnLst/>
            <a:rect l="l" t="t" r="r" b="b"/>
            <a:pathLst>
              <a:path w="21" h="52">
                <a:moveTo>
                  <a:pt x="0" y="0"/>
                </a:moveTo>
                <a:lnTo>
                  <a:pt x="21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7259302" y="2462294"/>
            <a:ext cx="165854" cy="331708"/>
          </a:xfrm>
          <a:custGeom>
            <a:avLst/>
            <a:gdLst/>
            <a:ahLst/>
            <a:cxnLst/>
            <a:rect l="l" t="t" r="r" b="b"/>
            <a:pathLst>
              <a:path w="26" h="52">
                <a:moveTo>
                  <a:pt x="0" y="0"/>
                </a:moveTo>
                <a:lnTo>
                  <a:pt x="26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7342229" y="2462294"/>
            <a:ext cx="197749" cy="331708"/>
          </a:xfrm>
          <a:custGeom>
            <a:avLst/>
            <a:gdLst/>
            <a:ahLst/>
            <a:cxnLst/>
            <a:rect l="l" t="t" r="r" b="b"/>
            <a:pathLst>
              <a:path w="31" h="52">
                <a:moveTo>
                  <a:pt x="0" y="0"/>
                </a:moveTo>
                <a:lnTo>
                  <a:pt x="31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425156" y="2462294"/>
            <a:ext cx="229644" cy="331708"/>
          </a:xfrm>
          <a:custGeom>
            <a:avLst/>
            <a:gdLst/>
            <a:ahLst/>
            <a:cxnLst/>
            <a:rect l="l" t="t" r="r" b="b"/>
            <a:pathLst>
              <a:path w="36" h="52">
                <a:moveTo>
                  <a:pt x="0" y="0"/>
                </a:moveTo>
                <a:lnTo>
                  <a:pt x="36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7195512" y="2462294"/>
            <a:ext cx="312571" cy="331708"/>
          </a:xfrm>
          <a:custGeom>
            <a:avLst/>
            <a:gdLst/>
            <a:ahLst/>
            <a:cxnLst/>
            <a:rect l="l" t="t" r="r" b="b"/>
            <a:pathLst>
              <a:path w="49" h="52">
                <a:moveTo>
                  <a:pt x="49" y="0"/>
                </a:moveTo>
                <a:lnTo>
                  <a:pt x="0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7310334" y="2462294"/>
            <a:ext cx="280676" cy="331708"/>
          </a:xfrm>
          <a:custGeom>
            <a:avLst/>
            <a:gdLst/>
            <a:ahLst/>
            <a:cxnLst/>
            <a:rect l="l" t="t" r="r" b="b"/>
            <a:pathLst>
              <a:path w="44" h="52">
                <a:moveTo>
                  <a:pt x="44" y="0"/>
                </a:moveTo>
                <a:lnTo>
                  <a:pt x="0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7425156" y="2462294"/>
            <a:ext cx="248781" cy="331708"/>
          </a:xfrm>
          <a:custGeom>
            <a:avLst/>
            <a:gdLst/>
            <a:ahLst/>
            <a:cxnLst/>
            <a:rect l="l" t="t" r="r" b="b"/>
            <a:pathLst>
              <a:path w="39" h="52">
                <a:moveTo>
                  <a:pt x="39" y="0"/>
                </a:moveTo>
                <a:lnTo>
                  <a:pt x="0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7539978" y="2462294"/>
            <a:ext cx="216886" cy="331708"/>
          </a:xfrm>
          <a:custGeom>
            <a:avLst/>
            <a:gdLst/>
            <a:ahLst/>
            <a:cxnLst/>
            <a:rect l="l" t="t" r="r" b="b"/>
            <a:pathLst>
              <a:path w="34" h="52">
                <a:moveTo>
                  <a:pt x="34" y="0"/>
                </a:moveTo>
                <a:lnTo>
                  <a:pt x="0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7654800" y="2462294"/>
            <a:ext cx="184991" cy="331708"/>
          </a:xfrm>
          <a:custGeom>
            <a:avLst/>
            <a:gdLst/>
            <a:ahLst/>
            <a:cxnLst/>
            <a:rect l="l" t="t" r="r" b="b"/>
            <a:pathLst>
              <a:path w="29" h="52">
                <a:moveTo>
                  <a:pt x="29" y="0"/>
                </a:moveTo>
                <a:lnTo>
                  <a:pt x="0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7195512" y="2462294"/>
            <a:ext cx="727206" cy="331708"/>
          </a:xfrm>
          <a:custGeom>
            <a:avLst/>
            <a:gdLst/>
            <a:ahLst/>
            <a:cxnLst/>
            <a:rect l="l" t="t" r="r" b="b"/>
            <a:pathLst>
              <a:path w="114" h="52">
                <a:moveTo>
                  <a:pt x="114" y="0"/>
                </a:moveTo>
                <a:lnTo>
                  <a:pt x="0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7310334" y="2462294"/>
            <a:ext cx="695311" cy="331708"/>
          </a:xfrm>
          <a:custGeom>
            <a:avLst/>
            <a:gdLst/>
            <a:ahLst/>
            <a:cxnLst/>
            <a:rect l="l" t="t" r="r" b="b"/>
            <a:pathLst>
              <a:path w="109" h="52">
                <a:moveTo>
                  <a:pt x="109" y="0"/>
                </a:moveTo>
                <a:lnTo>
                  <a:pt x="0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7425156" y="2462294"/>
            <a:ext cx="663416" cy="331708"/>
          </a:xfrm>
          <a:custGeom>
            <a:avLst/>
            <a:gdLst/>
            <a:ahLst/>
            <a:cxnLst/>
            <a:rect l="l" t="t" r="r" b="b"/>
            <a:pathLst>
              <a:path w="104" h="52">
                <a:moveTo>
                  <a:pt x="104" y="0"/>
                </a:moveTo>
                <a:lnTo>
                  <a:pt x="0" y="52"/>
                </a:lnTo>
              </a:path>
            </a:pathLst>
          </a:custGeom>
          <a:noFill/>
          <a:ln w="6379">
            <a:solidFill>
              <a:srgbClr val="FF2B21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589874" y="669795"/>
            <a:ext cx="8720093" cy="695311"/>
          </a:xfrm>
          <a:custGeom>
            <a:avLst/>
            <a:gdLst/>
            <a:ahLst/>
            <a:cxnLst/>
            <a:rect l="l" t="t" r="r" b="b"/>
            <a:pathLst>
              <a:path w="1367" h="109">
                <a:moveTo>
                  <a:pt x="0" y="0"/>
                </a:moveTo>
                <a:lnTo>
                  <a:pt x="1367" y="109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2589874" y="854786"/>
            <a:ext cx="8720093" cy="1645782"/>
          </a:xfrm>
          <a:custGeom>
            <a:avLst/>
            <a:gdLst/>
            <a:ahLst/>
            <a:cxnLst/>
            <a:rect l="l" t="t" r="r" b="b"/>
            <a:pathLst>
              <a:path w="1367" h="258">
                <a:moveTo>
                  <a:pt x="0" y="0"/>
                </a:moveTo>
                <a:lnTo>
                  <a:pt x="1367" y="258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589874" y="1039777"/>
            <a:ext cx="8720093" cy="82927"/>
          </a:xfrm>
          <a:custGeom>
            <a:avLst/>
            <a:gdLst/>
            <a:ahLst/>
            <a:cxnLst/>
            <a:rect l="l" t="t" r="r" b="b"/>
            <a:pathLst>
              <a:path w="1367" h="13">
                <a:moveTo>
                  <a:pt x="0" y="0"/>
                </a:moveTo>
                <a:lnTo>
                  <a:pt x="1367" y="13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589874" y="1224768"/>
            <a:ext cx="8720093" cy="1371485"/>
          </a:xfrm>
          <a:custGeom>
            <a:avLst/>
            <a:gdLst/>
            <a:ahLst/>
            <a:cxnLst/>
            <a:rect l="l" t="t" r="r" b="b"/>
            <a:pathLst>
              <a:path w="1367" h="215">
                <a:moveTo>
                  <a:pt x="0" y="0"/>
                </a:moveTo>
                <a:lnTo>
                  <a:pt x="1367" y="215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2589874" y="1409759"/>
            <a:ext cx="8720093" cy="1135462"/>
          </a:xfrm>
          <a:custGeom>
            <a:avLst/>
            <a:gdLst/>
            <a:ahLst/>
            <a:cxnLst/>
            <a:rect l="l" t="t" r="r" b="b"/>
            <a:pathLst>
              <a:path w="1367" h="178">
                <a:moveTo>
                  <a:pt x="0" y="0"/>
                </a:moveTo>
                <a:lnTo>
                  <a:pt x="1367" y="178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589874" y="1594750"/>
            <a:ext cx="8720093" cy="542215"/>
          </a:xfrm>
          <a:custGeom>
            <a:avLst/>
            <a:gdLst/>
            <a:ahLst/>
            <a:cxnLst/>
            <a:rect l="l" t="t" r="r" b="b"/>
            <a:pathLst>
              <a:path w="1367" h="85">
                <a:moveTo>
                  <a:pt x="0" y="0"/>
                </a:moveTo>
                <a:lnTo>
                  <a:pt x="1367" y="85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589874" y="1779741"/>
            <a:ext cx="8720093" cy="159475"/>
          </a:xfrm>
          <a:custGeom>
            <a:avLst/>
            <a:gdLst/>
            <a:ahLst/>
            <a:cxnLst/>
            <a:rect l="l" t="t" r="r" b="b"/>
            <a:pathLst>
              <a:path w="1367" h="25">
                <a:moveTo>
                  <a:pt x="0" y="0"/>
                </a:moveTo>
                <a:lnTo>
                  <a:pt x="1367" y="25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2589874" y="1964732"/>
            <a:ext cx="8720093" cy="1384243"/>
          </a:xfrm>
          <a:custGeom>
            <a:avLst/>
            <a:gdLst/>
            <a:ahLst/>
            <a:cxnLst/>
            <a:rect l="l" t="t" r="r" b="b"/>
            <a:pathLst>
              <a:path w="1367" h="217">
                <a:moveTo>
                  <a:pt x="0" y="0"/>
                </a:moveTo>
                <a:lnTo>
                  <a:pt x="1367" y="217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589874" y="1581992"/>
            <a:ext cx="8720093" cy="567731"/>
          </a:xfrm>
          <a:custGeom>
            <a:avLst/>
            <a:gdLst/>
            <a:ahLst/>
            <a:cxnLst/>
            <a:rect l="l" t="t" r="r" b="b"/>
            <a:pathLst>
              <a:path w="1367" h="89">
                <a:moveTo>
                  <a:pt x="0" y="89"/>
                </a:moveTo>
                <a:lnTo>
                  <a:pt x="1367" y="0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589874" y="759101"/>
            <a:ext cx="8720093" cy="1575613"/>
          </a:xfrm>
          <a:custGeom>
            <a:avLst/>
            <a:gdLst/>
            <a:ahLst/>
            <a:cxnLst/>
            <a:rect l="l" t="t" r="r" b="b"/>
            <a:pathLst>
              <a:path w="1367" h="247">
                <a:moveTo>
                  <a:pt x="0" y="247"/>
                </a:moveTo>
                <a:lnTo>
                  <a:pt x="1367" y="0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589874" y="1499065"/>
            <a:ext cx="8720093" cy="1020640"/>
          </a:xfrm>
          <a:custGeom>
            <a:avLst/>
            <a:gdLst/>
            <a:ahLst/>
            <a:cxnLst/>
            <a:rect l="l" t="t" r="r" b="b"/>
            <a:pathLst>
              <a:path w="1367" h="160">
                <a:moveTo>
                  <a:pt x="0" y="160"/>
                </a:moveTo>
                <a:lnTo>
                  <a:pt x="1367" y="0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589874" y="637900"/>
            <a:ext cx="8720093" cy="2066796"/>
          </a:xfrm>
          <a:custGeom>
            <a:avLst/>
            <a:gdLst/>
            <a:ahLst/>
            <a:cxnLst/>
            <a:rect l="l" t="t" r="r" b="b"/>
            <a:pathLst>
              <a:path w="1367" h="324">
                <a:moveTo>
                  <a:pt x="0" y="324"/>
                </a:moveTo>
                <a:lnTo>
                  <a:pt x="1367" y="0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2589874" y="2889687"/>
            <a:ext cx="8720093" cy="280676"/>
          </a:xfrm>
          <a:custGeom>
            <a:avLst/>
            <a:gdLst/>
            <a:ahLst/>
            <a:cxnLst/>
            <a:rect l="l" t="t" r="r" b="b"/>
            <a:pathLst>
              <a:path w="1367" h="44">
                <a:moveTo>
                  <a:pt x="0" y="0"/>
                </a:moveTo>
                <a:lnTo>
                  <a:pt x="1367" y="44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2589874" y="3004509"/>
            <a:ext cx="8720093" cy="70169"/>
          </a:xfrm>
          <a:custGeom>
            <a:avLst/>
            <a:gdLst/>
            <a:ahLst/>
            <a:cxnLst/>
            <a:rect l="l" t="t" r="r" b="b"/>
            <a:pathLst>
              <a:path w="1367" h="11">
                <a:moveTo>
                  <a:pt x="0" y="11"/>
                </a:moveTo>
                <a:lnTo>
                  <a:pt x="1367" y="0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2589874" y="1065293"/>
            <a:ext cx="8720093" cy="2194376"/>
          </a:xfrm>
          <a:custGeom>
            <a:avLst/>
            <a:gdLst/>
            <a:ahLst/>
            <a:cxnLst/>
            <a:rect l="l" t="t" r="r" b="b"/>
            <a:pathLst>
              <a:path w="1367" h="344">
                <a:moveTo>
                  <a:pt x="0" y="344"/>
                </a:moveTo>
                <a:lnTo>
                  <a:pt x="1367" y="0"/>
                </a:lnTo>
              </a:path>
            </a:pathLst>
          </a:custGeom>
          <a:noFill/>
          <a:ln w="26794">
            <a:solidFill>
              <a:srgbClr val="FF5C43">
                <a:alpha val="35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2936" y="82936"/>
            <a:ext cx="12038581" cy="7489822"/>
          </a:xfrm>
          <a:prstGeom prst="rect">
            <a:avLst/>
          </a:pr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342987" y="689012"/>
            <a:ext cx="6979442" cy="2807088"/>
          </a:xfrm>
          <a:prstGeom prst="rect">
            <a:avLst/>
          </a:pr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221771" y="4931543"/>
            <a:ext cx="5346227" cy="2277569"/>
          </a:xfrm>
          <a:prstGeom prst="rect">
            <a:avLst/>
          </a:pr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854786" y="912197"/>
            <a:ext cx="89306" cy="2679180"/>
          </a:xfrm>
          <a:custGeom>
            <a:avLst/>
            <a:gdLst/>
            <a:ahLst/>
            <a:cxnLst/>
            <a:rect l="l" t="t" r="r" b="b"/>
            <a:pathLst>
              <a:path w="14" h="420">
                <a:moveTo>
                  <a:pt x="0" y="0"/>
                </a:moveTo>
                <a:lnTo>
                  <a:pt x="14" y="14"/>
                </a:lnTo>
                <a:lnTo>
                  <a:pt x="14" y="420"/>
                </a:lnTo>
                <a:lnTo>
                  <a:pt x="0" y="406"/>
                </a:lnTo>
                <a:close/>
              </a:path>
            </a:pathLst>
          </a:custGeom>
          <a:solidFill>
            <a:srgbClr val="EEEEEE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67918" y="912197"/>
            <a:ext cx="676174" cy="89306"/>
          </a:xfrm>
          <a:custGeom>
            <a:avLst/>
            <a:gdLst/>
            <a:ahLst/>
            <a:cxnLst/>
            <a:rect l="l" t="t" r="r" b="b"/>
            <a:pathLst>
              <a:path w="106" h="14">
                <a:moveTo>
                  <a:pt x="0" y="0"/>
                </a:moveTo>
                <a:lnTo>
                  <a:pt x="92" y="0"/>
                </a:lnTo>
                <a:lnTo>
                  <a:pt x="106" y="14"/>
                </a:lnTo>
                <a:lnTo>
                  <a:pt x="14" y="14"/>
                </a:lnTo>
                <a:close/>
              </a:path>
            </a:pathLst>
          </a:custGeom>
          <a:solidFill>
            <a:srgbClr val="F7F7F7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67949" y="912303"/>
            <a:ext cx="586936" cy="259017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67949" y="1171321"/>
            <a:ext cx="586936" cy="259017"/>
          </a:xfrm>
          <a:prstGeom prst="rect">
            <a:avLst/>
          </a:prstGeom>
          <a:solidFill>
            <a:srgbClr val="D5D5D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67949" y="1430339"/>
            <a:ext cx="586936" cy="259017"/>
          </a:xfrm>
          <a:prstGeom prst="rect">
            <a:avLst/>
          </a:prstGeom>
          <a:solidFill>
            <a:srgbClr val="C3C3C3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67949" y="1689356"/>
            <a:ext cx="586936" cy="259017"/>
          </a:xfrm>
          <a:prstGeom prst="rect">
            <a:avLst/>
          </a:prstGeom>
          <a:solidFill>
            <a:srgbClr val="E4E4E4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67949" y="1948374"/>
            <a:ext cx="586936" cy="259017"/>
          </a:xfrm>
          <a:prstGeom prst="rect">
            <a:avLst/>
          </a:prstGeom>
          <a:solidFill>
            <a:srgbClr val="BDBDBD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67949" y="2207392"/>
            <a:ext cx="586936" cy="259017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67949" y="2466409"/>
            <a:ext cx="586936" cy="259017"/>
          </a:xfrm>
          <a:prstGeom prst="rect">
            <a:avLst/>
          </a:prstGeom>
          <a:solidFill>
            <a:srgbClr val="D5D5D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67949" y="2725427"/>
            <a:ext cx="586936" cy="259017"/>
          </a:xfrm>
          <a:prstGeom prst="rect">
            <a:avLst/>
          </a:prstGeom>
          <a:solidFill>
            <a:srgbClr val="C3C3C3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67949" y="2984445"/>
            <a:ext cx="586936" cy="259017"/>
          </a:xfrm>
          <a:prstGeom prst="rect">
            <a:avLst/>
          </a:prstGeom>
          <a:solidFill>
            <a:srgbClr val="E4E4E4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67949" y="3243463"/>
            <a:ext cx="586936" cy="259017"/>
          </a:xfrm>
          <a:prstGeom prst="rect">
            <a:avLst/>
          </a:prstGeom>
          <a:solidFill>
            <a:srgbClr val="BDBDBD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67949" y="912303"/>
            <a:ext cx="586936" cy="2590177"/>
          </a:xfrm>
          <a:prstGeom prst="rect">
            <a:avLst/>
          </a:prstGeom>
          <a:noFill/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2698317" y="688932"/>
            <a:ext cx="95685" cy="2902445"/>
          </a:xfrm>
          <a:custGeom>
            <a:avLst/>
            <a:gdLst/>
            <a:ahLst/>
            <a:cxnLst/>
            <a:rect l="l" t="t" r="r" b="b"/>
            <a:pathLst>
              <a:path w="15" h="455">
                <a:moveTo>
                  <a:pt x="0" y="0"/>
                </a:moveTo>
                <a:lnTo>
                  <a:pt x="15" y="15"/>
                </a:lnTo>
                <a:lnTo>
                  <a:pt x="15" y="455"/>
                </a:lnTo>
                <a:lnTo>
                  <a:pt x="0" y="440"/>
                </a:lnTo>
                <a:close/>
              </a:path>
            </a:pathLst>
          </a:custGeom>
          <a:solidFill>
            <a:srgbClr val="EEEEEE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2130586" y="688932"/>
            <a:ext cx="663416" cy="95685"/>
          </a:xfrm>
          <a:custGeom>
            <a:avLst/>
            <a:gdLst/>
            <a:ahLst/>
            <a:cxnLst/>
            <a:rect l="l" t="t" r="r" b="b"/>
            <a:pathLst>
              <a:path w="104" h="15">
                <a:moveTo>
                  <a:pt x="0" y="0"/>
                </a:moveTo>
                <a:lnTo>
                  <a:pt x="89" y="0"/>
                </a:lnTo>
                <a:lnTo>
                  <a:pt x="104" y="15"/>
                </a:lnTo>
                <a:lnTo>
                  <a:pt x="15" y="15"/>
                </a:lnTo>
                <a:close/>
              </a:path>
            </a:pathLst>
          </a:custGeom>
          <a:solidFill>
            <a:srgbClr val="F7F7F7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130835" y="689012"/>
            <a:ext cx="567797" cy="233924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130835" y="922936"/>
            <a:ext cx="567797" cy="233924"/>
          </a:xfrm>
          <a:prstGeom prst="rect">
            <a:avLst/>
          </a:prstGeom>
          <a:solidFill>
            <a:srgbClr val="D5D5D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130835" y="1156860"/>
            <a:ext cx="567797" cy="233924"/>
          </a:xfrm>
          <a:prstGeom prst="rect">
            <a:avLst/>
          </a:prstGeom>
          <a:solidFill>
            <a:srgbClr val="C3C3C3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130835" y="1390784"/>
            <a:ext cx="567797" cy="233924"/>
          </a:xfrm>
          <a:prstGeom prst="rect">
            <a:avLst/>
          </a:prstGeom>
          <a:solidFill>
            <a:srgbClr val="E4E4E4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130835" y="1624708"/>
            <a:ext cx="567797" cy="233924"/>
          </a:xfrm>
          <a:prstGeom prst="rect">
            <a:avLst/>
          </a:prstGeom>
          <a:solidFill>
            <a:srgbClr val="BDBDBD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130835" y="1858632"/>
            <a:ext cx="567797" cy="233924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130835" y="2092556"/>
            <a:ext cx="567797" cy="233924"/>
          </a:xfrm>
          <a:prstGeom prst="rect">
            <a:avLst/>
          </a:prstGeom>
          <a:solidFill>
            <a:srgbClr val="D5D5D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130835" y="2326480"/>
            <a:ext cx="567797" cy="233924"/>
          </a:xfrm>
          <a:prstGeom prst="rect">
            <a:avLst/>
          </a:prstGeom>
          <a:solidFill>
            <a:srgbClr val="C3C3C3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130835" y="2560404"/>
            <a:ext cx="567797" cy="233924"/>
          </a:xfrm>
          <a:prstGeom prst="rect">
            <a:avLst/>
          </a:prstGeom>
          <a:solidFill>
            <a:srgbClr val="E4E4E4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130835" y="2794328"/>
            <a:ext cx="567797" cy="233924"/>
          </a:xfrm>
          <a:prstGeom prst="rect">
            <a:avLst/>
          </a:prstGeom>
          <a:solidFill>
            <a:srgbClr val="BDBDBD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2130835" y="3028252"/>
            <a:ext cx="567797" cy="233924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2130835" y="3262176"/>
            <a:ext cx="567797" cy="233924"/>
          </a:xfrm>
          <a:prstGeom prst="rect">
            <a:avLst/>
          </a:prstGeom>
          <a:solidFill>
            <a:srgbClr val="D5D5D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130835" y="689012"/>
            <a:ext cx="567797" cy="2807088"/>
          </a:xfrm>
          <a:prstGeom prst="rect">
            <a:avLst/>
          </a:prstGeom>
          <a:noFill/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684056" y="1626645"/>
            <a:ext cx="95685" cy="1058914"/>
          </a:xfrm>
          <a:custGeom>
            <a:avLst/>
            <a:gdLst/>
            <a:ahLst/>
            <a:cxnLst/>
            <a:rect l="l" t="t" r="r" b="b"/>
            <a:pathLst>
              <a:path w="15" h="166">
                <a:moveTo>
                  <a:pt x="0" y="0"/>
                </a:moveTo>
                <a:lnTo>
                  <a:pt x="15" y="15"/>
                </a:lnTo>
                <a:lnTo>
                  <a:pt x="15" y="166"/>
                </a:lnTo>
                <a:lnTo>
                  <a:pt x="0" y="151"/>
                </a:lnTo>
                <a:close/>
              </a:path>
            </a:pathLst>
          </a:custGeom>
          <a:solidFill>
            <a:srgbClr val="EEEEEE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212010" y="1626645"/>
            <a:ext cx="567731" cy="95685"/>
          </a:xfrm>
          <a:custGeom>
            <a:avLst/>
            <a:gdLst/>
            <a:ahLst/>
            <a:cxnLst/>
            <a:rect l="l" t="t" r="r" b="b"/>
            <a:pathLst>
              <a:path w="89" h="15">
                <a:moveTo>
                  <a:pt x="0" y="0"/>
                </a:moveTo>
                <a:lnTo>
                  <a:pt x="74" y="0"/>
                </a:lnTo>
                <a:lnTo>
                  <a:pt x="89" y="15"/>
                </a:lnTo>
                <a:lnTo>
                  <a:pt x="15" y="15"/>
                </a:lnTo>
                <a:close/>
              </a:path>
            </a:pathLst>
          </a:custGeom>
          <a:solidFill>
            <a:srgbClr val="F7F7F7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212151" y="1626835"/>
            <a:ext cx="472101" cy="240835"/>
          </a:xfrm>
          <a:prstGeom prst="rect">
            <a:avLst/>
          </a:prstGeom>
          <a:solidFill>
            <a:srgbClr val="EFEFEF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212151" y="1867670"/>
            <a:ext cx="472101" cy="240835"/>
          </a:xfrm>
          <a:prstGeom prst="rect">
            <a:avLst/>
          </a:prstGeom>
          <a:solidFill>
            <a:srgbClr val="DDDDDD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212151" y="2108506"/>
            <a:ext cx="472101" cy="240835"/>
          </a:xfrm>
          <a:prstGeom prst="rect">
            <a:avLst/>
          </a:prstGeom>
          <a:solidFill>
            <a:srgbClr val="EFEFEF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212151" y="2349341"/>
            <a:ext cx="472101" cy="240835"/>
          </a:xfrm>
          <a:prstGeom prst="rect">
            <a:avLst/>
          </a:prstGeom>
          <a:solidFill>
            <a:srgbClr val="DDDDDD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212151" y="1626835"/>
            <a:ext cx="472101" cy="963341"/>
          </a:xfrm>
          <a:prstGeom prst="rect">
            <a:avLst/>
          </a:prstGeom>
          <a:noFill/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746343" y="3629651"/>
            <a:ext cx="95685" cy="1020640"/>
          </a:xfrm>
          <a:custGeom>
            <a:avLst/>
            <a:gdLst/>
            <a:ahLst/>
            <a:cxnLst/>
            <a:rect l="l" t="t" r="r" b="b"/>
            <a:pathLst>
              <a:path w="15" h="160">
                <a:moveTo>
                  <a:pt x="0" y="0"/>
                </a:moveTo>
                <a:lnTo>
                  <a:pt x="15" y="15"/>
                </a:lnTo>
                <a:lnTo>
                  <a:pt x="15" y="160"/>
                </a:lnTo>
                <a:lnTo>
                  <a:pt x="0" y="145"/>
                </a:lnTo>
                <a:close/>
              </a:path>
            </a:pathLst>
          </a:custGeom>
          <a:solidFill>
            <a:srgbClr val="EEEEEE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274297" y="3629651"/>
            <a:ext cx="567731" cy="95685"/>
          </a:xfrm>
          <a:custGeom>
            <a:avLst/>
            <a:gdLst/>
            <a:ahLst/>
            <a:cxnLst/>
            <a:rect l="l" t="t" r="r" b="b"/>
            <a:pathLst>
              <a:path w="89" h="15">
                <a:moveTo>
                  <a:pt x="0" y="0"/>
                </a:moveTo>
                <a:lnTo>
                  <a:pt x="74" y="0"/>
                </a:lnTo>
                <a:lnTo>
                  <a:pt x="89" y="15"/>
                </a:lnTo>
                <a:lnTo>
                  <a:pt x="15" y="15"/>
                </a:lnTo>
                <a:close/>
              </a:path>
            </a:pathLst>
          </a:custGeom>
          <a:solidFill>
            <a:srgbClr val="F7F7F7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74329" y="3630075"/>
            <a:ext cx="472101" cy="231265"/>
          </a:xfrm>
          <a:prstGeom prst="rect">
            <a:avLst/>
          </a:prstGeom>
          <a:solidFill>
            <a:srgbClr val="FFE02A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74329" y="3861341"/>
            <a:ext cx="472101" cy="231265"/>
          </a:xfrm>
          <a:prstGeom prst="rect">
            <a:avLst/>
          </a:prstGeom>
          <a:solidFill>
            <a:srgbClr val="FFC813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74329" y="4092607"/>
            <a:ext cx="472101" cy="231265"/>
          </a:xfrm>
          <a:prstGeom prst="rect">
            <a:avLst/>
          </a:prstGeom>
          <a:solidFill>
            <a:srgbClr val="FFE83C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74329" y="4323873"/>
            <a:ext cx="472101" cy="231265"/>
          </a:xfrm>
          <a:prstGeom prst="rect">
            <a:avLst/>
          </a:prstGeom>
          <a:solidFill>
            <a:srgbClr val="FFD20B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74329" y="3630075"/>
            <a:ext cx="472101" cy="925063"/>
          </a:xfrm>
          <a:prstGeom prst="rect">
            <a:avLst/>
          </a:prstGeom>
          <a:noFill/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771859" y="3693441"/>
            <a:ext cx="38274" cy="184991"/>
          </a:xfrm>
          <a:custGeom>
            <a:avLst/>
            <a:gdLst/>
            <a:ahLst/>
            <a:cxnLst/>
            <a:rect l="l" t="t" r="r" b="b"/>
            <a:pathLst>
              <a:path w="6" h="29">
                <a:moveTo>
                  <a:pt x="0" y="0"/>
                </a:moveTo>
                <a:lnTo>
                  <a:pt x="6" y="14"/>
                </a:lnTo>
                <a:lnTo>
                  <a:pt x="1" y="29"/>
                </a:lnTo>
              </a:path>
            </a:pathLst>
          </a:custGeom>
          <a:noFill/>
          <a:ln w="14035">
            <a:solidFill>
              <a:srgbClr val="294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784617" y="3884811"/>
            <a:ext cx="38274" cy="184991"/>
          </a:xfrm>
          <a:custGeom>
            <a:avLst/>
            <a:gdLst/>
            <a:ahLst/>
            <a:cxnLst/>
            <a:rect l="l" t="t" r="r" b="b"/>
            <a:pathLst>
              <a:path w="6" h="29">
                <a:moveTo>
                  <a:pt x="0" y="0"/>
                </a:moveTo>
                <a:lnTo>
                  <a:pt x="6" y="14"/>
                </a:lnTo>
                <a:lnTo>
                  <a:pt x="1" y="29"/>
                </a:lnTo>
              </a:path>
            </a:pathLst>
          </a:custGeom>
          <a:noFill/>
          <a:ln w="14035">
            <a:solidFill>
              <a:srgbClr val="294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797375" y="4076181"/>
            <a:ext cx="38274" cy="184991"/>
          </a:xfrm>
          <a:custGeom>
            <a:avLst/>
            <a:gdLst/>
            <a:ahLst/>
            <a:cxnLst/>
            <a:rect l="l" t="t" r="r" b="b"/>
            <a:pathLst>
              <a:path w="6" h="29">
                <a:moveTo>
                  <a:pt x="0" y="0"/>
                </a:moveTo>
                <a:lnTo>
                  <a:pt x="6" y="14"/>
                </a:lnTo>
                <a:lnTo>
                  <a:pt x="1" y="29"/>
                </a:lnTo>
              </a:path>
            </a:pathLst>
          </a:custGeom>
          <a:noFill/>
          <a:ln w="14035">
            <a:solidFill>
              <a:srgbClr val="294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810133" y="4267551"/>
            <a:ext cx="38274" cy="184991"/>
          </a:xfrm>
          <a:custGeom>
            <a:avLst/>
            <a:gdLst/>
            <a:ahLst/>
            <a:cxnLst/>
            <a:rect l="l" t="t" r="r" b="b"/>
            <a:pathLst>
              <a:path w="6" h="29">
                <a:moveTo>
                  <a:pt x="0" y="0"/>
                </a:moveTo>
                <a:lnTo>
                  <a:pt x="6" y="14"/>
                </a:lnTo>
                <a:lnTo>
                  <a:pt x="1" y="29"/>
                </a:lnTo>
              </a:path>
            </a:pathLst>
          </a:custGeom>
          <a:noFill/>
          <a:ln w="14035">
            <a:solidFill>
              <a:srgbClr val="294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5225012" y="963341"/>
            <a:ext cx="937822" cy="421063"/>
          </a:xfrm>
          <a:prstGeom prst="rect">
            <a:avLst/>
          </a:prstGeom>
          <a:solidFill>
            <a:srgbClr val="B6B6B6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5225012" y="1384404"/>
            <a:ext cx="937822" cy="421063"/>
          </a:xfrm>
          <a:prstGeom prst="rect">
            <a:avLst/>
          </a:prstGeom>
          <a:solidFill>
            <a:srgbClr val="D0D0D0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225012" y="1805468"/>
            <a:ext cx="937822" cy="421063"/>
          </a:xfrm>
          <a:prstGeom prst="rect">
            <a:avLst/>
          </a:prstGeom>
          <a:solidFill>
            <a:srgbClr val="C4C4C4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225012" y="2226531"/>
            <a:ext cx="937822" cy="421063"/>
          </a:xfrm>
          <a:prstGeom prst="rect">
            <a:avLst/>
          </a:prstGeom>
          <a:solidFill>
            <a:srgbClr val="DEDED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225012" y="2647594"/>
            <a:ext cx="937822" cy="421063"/>
          </a:xfrm>
          <a:prstGeom prst="rect">
            <a:avLst/>
          </a:prstGeom>
          <a:solidFill>
            <a:srgbClr val="C6C6C6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225012" y="3068657"/>
            <a:ext cx="937822" cy="421063"/>
          </a:xfrm>
          <a:prstGeom prst="rect">
            <a:avLst/>
          </a:prstGeom>
          <a:solidFill>
            <a:srgbClr val="D9D9D9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225012" y="963341"/>
            <a:ext cx="937822" cy="2526379"/>
          </a:xfrm>
          <a:prstGeom prst="rect">
            <a:avLst/>
          </a:prstGeom>
          <a:noFill/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221771" y="822987"/>
            <a:ext cx="2564658" cy="720911"/>
          </a:xfrm>
          <a:prstGeom prst="ellipse">
            <a:avLst/>
          </a:pr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3374491" y="924955"/>
            <a:ext cx="2181618" cy="465667"/>
          </a:xfrm>
          <a:custGeom>
            <a:avLst/>
            <a:gdLst/>
            <a:ahLst/>
            <a:cxnLst/>
            <a:rect l="l" t="t" r="r" b="b"/>
            <a:pathLst>
              <a:path w="342" h="73">
                <a:moveTo>
                  <a:pt x="0" y="39"/>
                </a:moveTo>
                <a:lnTo>
                  <a:pt x="3" y="53"/>
                </a:lnTo>
                <a:lnTo>
                  <a:pt x="6" y="64"/>
                </a:lnTo>
                <a:lnTo>
                  <a:pt x="9" y="71"/>
                </a:lnTo>
                <a:lnTo>
                  <a:pt x="11" y="73"/>
                </a:lnTo>
                <a:lnTo>
                  <a:pt x="14" y="69"/>
                </a:lnTo>
                <a:lnTo>
                  <a:pt x="17" y="63"/>
                </a:lnTo>
                <a:lnTo>
                  <a:pt x="20" y="54"/>
                </a:lnTo>
                <a:lnTo>
                  <a:pt x="23" y="46"/>
                </a:lnTo>
                <a:lnTo>
                  <a:pt x="26" y="39"/>
                </a:lnTo>
                <a:lnTo>
                  <a:pt x="29" y="32"/>
                </a:lnTo>
                <a:lnTo>
                  <a:pt x="31" y="27"/>
                </a:lnTo>
                <a:lnTo>
                  <a:pt x="34" y="23"/>
                </a:lnTo>
                <a:lnTo>
                  <a:pt x="37" y="21"/>
                </a:lnTo>
                <a:lnTo>
                  <a:pt x="40" y="22"/>
                </a:lnTo>
                <a:lnTo>
                  <a:pt x="43" y="27"/>
                </a:lnTo>
                <a:lnTo>
                  <a:pt x="46" y="35"/>
                </a:lnTo>
                <a:lnTo>
                  <a:pt x="48" y="45"/>
                </a:lnTo>
                <a:lnTo>
                  <a:pt x="51" y="55"/>
                </a:lnTo>
                <a:lnTo>
                  <a:pt x="54" y="62"/>
                </a:lnTo>
                <a:lnTo>
                  <a:pt x="57" y="65"/>
                </a:lnTo>
                <a:lnTo>
                  <a:pt x="60" y="62"/>
                </a:lnTo>
                <a:lnTo>
                  <a:pt x="63" y="55"/>
                </a:lnTo>
                <a:lnTo>
                  <a:pt x="66" y="43"/>
                </a:lnTo>
                <a:lnTo>
                  <a:pt x="68" y="31"/>
                </a:lnTo>
                <a:lnTo>
                  <a:pt x="71" y="20"/>
                </a:lnTo>
                <a:lnTo>
                  <a:pt x="74" y="12"/>
                </a:lnTo>
                <a:lnTo>
                  <a:pt x="77" y="8"/>
                </a:lnTo>
                <a:lnTo>
                  <a:pt x="80" y="7"/>
                </a:lnTo>
                <a:lnTo>
                  <a:pt x="83" y="10"/>
                </a:lnTo>
                <a:lnTo>
                  <a:pt x="85" y="15"/>
                </a:lnTo>
                <a:lnTo>
                  <a:pt x="88" y="21"/>
                </a:lnTo>
                <a:lnTo>
                  <a:pt x="91" y="30"/>
                </a:lnTo>
                <a:lnTo>
                  <a:pt x="94" y="39"/>
                </a:lnTo>
                <a:lnTo>
                  <a:pt x="97" y="49"/>
                </a:lnTo>
                <a:lnTo>
                  <a:pt x="100" y="59"/>
                </a:lnTo>
                <a:lnTo>
                  <a:pt x="103" y="67"/>
                </a:lnTo>
                <a:lnTo>
                  <a:pt x="105" y="71"/>
                </a:lnTo>
                <a:lnTo>
                  <a:pt x="108" y="70"/>
                </a:lnTo>
                <a:lnTo>
                  <a:pt x="111" y="64"/>
                </a:lnTo>
                <a:lnTo>
                  <a:pt x="114" y="53"/>
                </a:lnTo>
                <a:lnTo>
                  <a:pt x="117" y="41"/>
                </a:lnTo>
                <a:lnTo>
                  <a:pt x="120" y="30"/>
                </a:lnTo>
                <a:lnTo>
                  <a:pt x="123" y="22"/>
                </a:lnTo>
                <a:lnTo>
                  <a:pt x="125" y="19"/>
                </a:lnTo>
                <a:lnTo>
                  <a:pt x="128" y="21"/>
                </a:lnTo>
                <a:lnTo>
                  <a:pt x="131" y="26"/>
                </a:lnTo>
                <a:lnTo>
                  <a:pt x="134" y="34"/>
                </a:lnTo>
                <a:lnTo>
                  <a:pt x="137" y="41"/>
                </a:lnTo>
                <a:lnTo>
                  <a:pt x="140" y="48"/>
                </a:lnTo>
                <a:lnTo>
                  <a:pt x="143" y="54"/>
                </a:lnTo>
                <a:lnTo>
                  <a:pt x="145" y="58"/>
                </a:lnTo>
                <a:lnTo>
                  <a:pt x="148" y="60"/>
                </a:lnTo>
                <a:lnTo>
                  <a:pt x="151" y="61"/>
                </a:lnTo>
                <a:lnTo>
                  <a:pt x="154" y="59"/>
                </a:lnTo>
                <a:lnTo>
                  <a:pt x="157" y="53"/>
                </a:lnTo>
                <a:lnTo>
                  <a:pt x="160" y="44"/>
                </a:lnTo>
                <a:lnTo>
                  <a:pt x="162" y="33"/>
                </a:lnTo>
                <a:lnTo>
                  <a:pt x="165" y="20"/>
                </a:lnTo>
                <a:lnTo>
                  <a:pt x="168" y="9"/>
                </a:lnTo>
                <a:lnTo>
                  <a:pt x="171" y="2"/>
                </a:lnTo>
                <a:lnTo>
                  <a:pt x="174" y="0"/>
                </a:lnTo>
                <a:lnTo>
                  <a:pt x="177" y="4"/>
                </a:lnTo>
                <a:lnTo>
                  <a:pt x="180" y="14"/>
                </a:lnTo>
                <a:lnTo>
                  <a:pt x="182" y="26"/>
                </a:lnTo>
                <a:lnTo>
                  <a:pt x="185" y="38"/>
                </a:lnTo>
                <a:lnTo>
                  <a:pt x="188" y="49"/>
                </a:lnTo>
                <a:lnTo>
                  <a:pt x="191" y="57"/>
                </a:lnTo>
                <a:lnTo>
                  <a:pt x="194" y="61"/>
                </a:lnTo>
                <a:lnTo>
                  <a:pt x="197" y="62"/>
                </a:lnTo>
                <a:lnTo>
                  <a:pt x="199" y="61"/>
                </a:lnTo>
                <a:lnTo>
                  <a:pt x="202" y="58"/>
                </a:lnTo>
                <a:lnTo>
                  <a:pt x="205" y="53"/>
                </a:lnTo>
                <a:lnTo>
                  <a:pt x="208" y="47"/>
                </a:lnTo>
                <a:lnTo>
                  <a:pt x="211" y="39"/>
                </a:lnTo>
                <a:lnTo>
                  <a:pt x="214" y="31"/>
                </a:lnTo>
                <a:lnTo>
                  <a:pt x="217" y="24"/>
                </a:lnTo>
                <a:lnTo>
                  <a:pt x="219" y="20"/>
                </a:lnTo>
                <a:lnTo>
                  <a:pt x="222" y="20"/>
                </a:lnTo>
                <a:lnTo>
                  <a:pt x="225" y="24"/>
                </a:lnTo>
                <a:lnTo>
                  <a:pt x="228" y="33"/>
                </a:lnTo>
                <a:lnTo>
                  <a:pt x="231" y="45"/>
                </a:lnTo>
                <a:lnTo>
                  <a:pt x="234" y="57"/>
                </a:lnTo>
                <a:lnTo>
                  <a:pt x="237" y="66"/>
                </a:lnTo>
                <a:lnTo>
                  <a:pt x="239" y="70"/>
                </a:lnTo>
                <a:lnTo>
                  <a:pt x="242" y="69"/>
                </a:lnTo>
                <a:lnTo>
                  <a:pt x="245" y="63"/>
                </a:lnTo>
                <a:lnTo>
                  <a:pt x="248" y="54"/>
                </a:lnTo>
                <a:lnTo>
                  <a:pt x="251" y="44"/>
                </a:lnTo>
                <a:lnTo>
                  <a:pt x="254" y="34"/>
                </a:lnTo>
                <a:lnTo>
                  <a:pt x="257" y="25"/>
                </a:lnTo>
                <a:lnTo>
                  <a:pt x="259" y="18"/>
                </a:lnTo>
                <a:lnTo>
                  <a:pt x="262" y="12"/>
                </a:lnTo>
                <a:lnTo>
                  <a:pt x="265" y="8"/>
                </a:lnTo>
                <a:lnTo>
                  <a:pt x="268" y="7"/>
                </a:lnTo>
                <a:lnTo>
                  <a:pt x="271" y="9"/>
                </a:lnTo>
                <a:lnTo>
                  <a:pt x="274" y="15"/>
                </a:lnTo>
                <a:lnTo>
                  <a:pt x="276" y="24"/>
                </a:lnTo>
                <a:lnTo>
                  <a:pt x="279" y="36"/>
                </a:lnTo>
                <a:lnTo>
                  <a:pt x="282" y="49"/>
                </a:lnTo>
                <a:lnTo>
                  <a:pt x="285" y="59"/>
                </a:lnTo>
                <a:lnTo>
                  <a:pt x="288" y="65"/>
                </a:lnTo>
                <a:lnTo>
                  <a:pt x="291" y="66"/>
                </a:lnTo>
                <a:lnTo>
                  <a:pt x="294" y="61"/>
                </a:lnTo>
                <a:lnTo>
                  <a:pt x="296" y="52"/>
                </a:lnTo>
                <a:lnTo>
                  <a:pt x="299" y="42"/>
                </a:lnTo>
                <a:lnTo>
                  <a:pt x="302" y="33"/>
                </a:lnTo>
                <a:lnTo>
                  <a:pt x="305" y="26"/>
                </a:lnTo>
                <a:lnTo>
                  <a:pt x="308" y="23"/>
                </a:lnTo>
                <a:lnTo>
                  <a:pt x="311" y="22"/>
                </a:lnTo>
                <a:lnTo>
                  <a:pt x="313" y="25"/>
                </a:lnTo>
                <a:lnTo>
                  <a:pt x="316" y="29"/>
                </a:lnTo>
                <a:lnTo>
                  <a:pt x="319" y="35"/>
                </a:lnTo>
                <a:lnTo>
                  <a:pt x="322" y="41"/>
                </a:lnTo>
                <a:lnTo>
                  <a:pt x="325" y="49"/>
                </a:lnTo>
                <a:lnTo>
                  <a:pt x="328" y="57"/>
                </a:lnTo>
                <a:lnTo>
                  <a:pt x="331" y="65"/>
                </a:lnTo>
                <a:lnTo>
                  <a:pt x="333" y="70"/>
                </a:lnTo>
                <a:lnTo>
                  <a:pt x="336" y="72"/>
                </a:lnTo>
                <a:lnTo>
                  <a:pt x="339" y="68"/>
                </a:lnTo>
                <a:lnTo>
                  <a:pt x="342" y="59"/>
                </a:lnTo>
              </a:path>
            </a:pathLst>
          </a:custGeom>
          <a:noFill/>
          <a:ln w="3508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3368112" y="1562855"/>
            <a:ext cx="2302819" cy="159475"/>
          </a:xfrm>
          <a:custGeom>
            <a:avLst/>
            <a:gdLst/>
            <a:ahLst/>
            <a:cxnLst/>
            <a:rect l="l" t="t" r="r" b="b"/>
            <a:pathLst>
              <a:path w="361" h="25">
                <a:moveTo>
                  <a:pt x="0" y="17"/>
                </a:moveTo>
                <a:lnTo>
                  <a:pt x="4" y="21"/>
                </a:lnTo>
                <a:lnTo>
                  <a:pt x="7" y="23"/>
                </a:lnTo>
                <a:lnTo>
                  <a:pt x="11" y="25"/>
                </a:lnTo>
                <a:lnTo>
                  <a:pt x="14" y="25"/>
                </a:lnTo>
                <a:lnTo>
                  <a:pt x="18" y="24"/>
                </a:lnTo>
                <a:lnTo>
                  <a:pt x="22" y="22"/>
                </a:lnTo>
                <a:lnTo>
                  <a:pt x="25" y="19"/>
                </a:lnTo>
                <a:lnTo>
                  <a:pt x="29" y="17"/>
                </a:lnTo>
                <a:lnTo>
                  <a:pt x="32" y="14"/>
                </a:lnTo>
                <a:lnTo>
                  <a:pt x="36" y="12"/>
                </a:lnTo>
                <a:lnTo>
                  <a:pt x="40" y="10"/>
                </a:lnTo>
                <a:lnTo>
                  <a:pt x="43" y="9"/>
                </a:lnTo>
                <a:lnTo>
                  <a:pt x="47" y="8"/>
                </a:lnTo>
                <a:lnTo>
                  <a:pt x="51" y="8"/>
                </a:lnTo>
                <a:lnTo>
                  <a:pt x="54" y="8"/>
                </a:lnTo>
                <a:lnTo>
                  <a:pt x="58" y="8"/>
                </a:lnTo>
                <a:lnTo>
                  <a:pt x="61" y="9"/>
                </a:lnTo>
                <a:lnTo>
                  <a:pt x="65" y="11"/>
                </a:lnTo>
                <a:lnTo>
                  <a:pt x="69" y="13"/>
                </a:lnTo>
                <a:lnTo>
                  <a:pt x="72" y="15"/>
                </a:lnTo>
                <a:lnTo>
                  <a:pt x="76" y="17"/>
                </a:lnTo>
                <a:lnTo>
                  <a:pt x="79" y="19"/>
                </a:lnTo>
                <a:lnTo>
                  <a:pt x="83" y="21"/>
                </a:lnTo>
                <a:lnTo>
                  <a:pt x="87" y="21"/>
                </a:lnTo>
                <a:lnTo>
                  <a:pt x="90" y="20"/>
                </a:lnTo>
                <a:lnTo>
                  <a:pt x="94" y="18"/>
                </a:lnTo>
                <a:lnTo>
                  <a:pt x="97" y="16"/>
                </a:lnTo>
                <a:lnTo>
                  <a:pt x="101" y="12"/>
                </a:lnTo>
                <a:lnTo>
                  <a:pt x="105" y="9"/>
                </a:lnTo>
                <a:lnTo>
                  <a:pt x="108" y="5"/>
                </a:lnTo>
                <a:lnTo>
                  <a:pt x="112" y="3"/>
                </a:lnTo>
                <a:lnTo>
                  <a:pt x="116" y="2"/>
                </a:lnTo>
                <a:lnTo>
                  <a:pt x="119" y="2"/>
                </a:lnTo>
                <a:lnTo>
                  <a:pt x="123" y="2"/>
                </a:lnTo>
                <a:lnTo>
                  <a:pt x="126" y="4"/>
                </a:lnTo>
                <a:lnTo>
                  <a:pt x="130" y="6"/>
                </a:lnTo>
                <a:lnTo>
                  <a:pt x="134" y="8"/>
                </a:lnTo>
                <a:lnTo>
                  <a:pt x="137" y="10"/>
                </a:lnTo>
                <a:lnTo>
                  <a:pt x="141" y="13"/>
                </a:lnTo>
                <a:lnTo>
                  <a:pt x="144" y="15"/>
                </a:lnTo>
                <a:lnTo>
                  <a:pt x="148" y="18"/>
                </a:lnTo>
                <a:lnTo>
                  <a:pt x="152" y="20"/>
                </a:lnTo>
                <a:lnTo>
                  <a:pt x="155" y="22"/>
                </a:lnTo>
                <a:lnTo>
                  <a:pt x="159" y="23"/>
                </a:lnTo>
                <a:lnTo>
                  <a:pt x="162" y="23"/>
                </a:lnTo>
                <a:lnTo>
                  <a:pt x="166" y="23"/>
                </a:lnTo>
                <a:lnTo>
                  <a:pt x="170" y="21"/>
                </a:lnTo>
                <a:lnTo>
                  <a:pt x="173" y="19"/>
                </a:lnTo>
                <a:lnTo>
                  <a:pt x="177" y="16"/>
                </a:lnTo>
                <a:lnTo>
                  <a:pt x="180" y="12"/>
                </a:lnTo>
                <a:lnTo>
                  <a:pt x="184" y="9"/>
                </a:lnTo>
                <a:lnTo>
                  <a:pt x="188" y="7"/>
                </a:lnTo>
                <a:lnTo>
                  <a:pt x="191" y="6"/>
                </a:lnTo>
                <a:lnTo>
                  <a:pt x="195" y="6"/>
                </a:lnTo>
                <a:lnTo>
                  <a:pt x="199" y="7"/>
                </a:lnTo>
                <a:lnTo>
                  <a:pt x="202" y="9"/>
                </a:lnTo>
                <a:lnTo>
                  <a:pt x="206" y="11"/>
                </a:lnTo>
                <a:lnTo>
                  <a:pt x="209" y="14"/>
                </a:lnTo>
                <a:lnTo>
                  <a:pt x="213" y="16"/>
                </a:lnTo>
                <a:lnTo>
                  <a:pt x="217" y="18"/>
                </a:lnTo>
                <a:lnTo>
                  <a:pt x="220" y="19"/>
                </a:lnTo>
                <a:lnTo>
                  <a:pt x="224" y="20"/>
                </a:lnTo>
                <a:lnTo>
                  <a:pt x="227" y="20"/>
                </a:lnTo>
                <a:lnTo>
                  <a:pt x="231" y="20"/>
                </a:lnTo>
                <a:lnTo>
                  <a:pt x="235" y="19"/>
                </a:lnTo>
                <a:lnTo>
                  <a:pt x="238" y="18"/>
                </a:lnTo>
                <a:lnTo>
                  <a:pt x="242" y="16"/>
                </a:lnTo>
                <a:lnTo>
                  <a:pt x="245" y="14"/>
                </a:lnTo>
                <a:lnTo>
                  <a:pt x="249" y="11"/>
                </a:lnTo>
                <a:lnTo>
                  <a:pt x="253" y="8"/>
                </a:lnTo>
                <a:lnTo>
                  <a:pt x="256" y="5"/>
                </a:lnTo>
                <a:lnTo>
                  <a:pt x="260" y="3"/>
                </a:lnTo>
                <a:lnTo>
                  <a:pt x="264" y="1"/>
                </a:lnTo>
                <a:lnTo>
                  <a:pt x="267" y="0"/>
                </a:lnTo>
                <a:lnTo>
                  <a:pt x="271" y="1"/>
                </a:lnTo>
                <a:lnTo>
                  <a:pt x="274" y="3"/>
                </a:lnTo>
                <a:lnTo>
                  <a:pt x="278" y="6"/>
                </a:lnTo>
                <a:lnTo>
                  <a:pt x="282" y="9"/>
                </a:lnTo>
                <a:lnTo>
                  <a:pt x="285" y="13"/>
                </a:lnTo>
                <a:lnTo>
                  <a:pt x="289" y="16"/>
                </a:lnTo>
                <a:lnTo>
                  <a:pt x="292" y="19"/>
                </a:lnTo>
                <a:lnTo>
                  <a:pt x="296" y="21"/>
                </a:lnTo>
                <a:lnTo>
                  <a:pt x="300" y="22"/>
                </a:lnTo>
                <a:lnTo>
                  <a:pt x="303" y="22"/>
                </a:lnTo>
                <a:lnTo>
                  <a:pt x="307" y="21"/>
                </a:lnTo>
                <a:lnTo>
                  <a:pt x="310" y="19"/>
                </a:lnTo>
                <a:lnTo>
                  <a:pt x="314" y="18"/>
                </a:lnTo>
                <a:lnTo>
                  <a:pt x="318" y="16"/>
                </a:lnTo>
                <a:lnTo>
                  <a:pt x="321" y="14"/>
                </a:lnTo>
                <a:lnTo>
                  <a:pt x="325" y="13"/>
                </a:lnTo>
                <a:lnTo>
                  <a:pt x="329" y="11"/>
                </a:lnTo>
                <a:lnTo>
                  <a:pt x="332" y="9"/>
                </a:lnTo>
                <a:lnTo>
                  <a:pt x="336" y="8"/>
                </a:lnTo>
                <a:lnTo>
                  <a:pt x="339" y="7"/>
                </a:lnTo>
                <a:lnTo>
                  <a:pt x="343" y="7"/>
                </a:lnTo>
                <a:lnTo>
                  <a:pt x="347" y="8"/>
                </a:lnTo>
                <a:lnTo>
                  <a:pt x="350" y="10"/>
                </a:lnTo>
                <a:lnTo>
                  <a:pt x="354" y="12"/>
                </a:lnTo>
                <a:lnTo>
                  <a:pt x="357" y="15"/>
                </a:lnTo>
                <a:lnTo>
                  <a:pt x="361" y="18"/>
                </a:lnTo>
              </a:path>
            </a:pathLst>
          </a:custGeom>
          <a:noFill/>
          <a:ln w="2679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3412765" y="1951974"/>
            <a:ext cx="2258166" cy="267918"/>
          </a:xfrm>
          <a:custGeom>
            <a:avLst/>
            <a:gdLst/>
            <a:ahLst/>
            <a:cxnLst/>
            <a:rect l="l" t="t" r="r" b="b"/>
            <a:pathLst>
              <a:path w="354" h="42">
                <a:moveTo>
                  <a:pt x="0" y="26"/>
                </a:moveTo>
                <a:lnTo>
                  <a:pt x="4" y="31"/>
                </a:lnTo>
                <a:lnTo>
                  <a:pt x="7" y="36"/>
                </a:lnTo>
                <a:lnTo>
                  <a:pt x="11" y="39"/>
                </a:lnTo>
                <a:lnTo>
                  <a:pt x="14" y="41"/>
                </a:lnTo>
                <a:lnTo>
                  <a:pt x="18" y="42"/>
                </a:lnTo>
                <a:lnTo>
                  <a:pt x="21" y="40"/>
                </a:lnTo>
                <a:lnTo>
                  <a:pt x="25" y="38"/>
                </a:lnTo>
                <a:lnTo>
                  <a:pt x="28" y="35"/>
                </a:lnTo>
                <a:lnTo>
                  <a:pt x="32" y="31"/>
                </a:lnTo>
                <a:lnTo>
                  <a:pt x="35" y="27"/>
                </a:lnTo>
                <a:lnTo>
                  <a:pt x="39" y="24"/>
                </a:lnTo>
                <a:lnTo>
                  <a:pt x="42" y="21"/>
                </a:lnTo>
                <a:lnTo>
                  <a:pt x="46" y="18"/>
                </a:lnTo>
                <a:lnTo>
                  <a:pt x="50" y="16"/>
                </a:lnTo>
                <a:lnTo>
                  <a:pt x="53" y="14"/>
                </a:lnTo>
                <a:lnTo>
                  <a:pt x="57" y="13"/>
                </a:lnTo>
                <a:lnTo>
                  <a:pt x="60" y="13"/>
                </a:lnTo>
                <a:lnTo>
                  <a:pt x="64" y="13"/>
                </a:lnTo>
                <a:lnTo>
                  <a:pt x="67" y="13"/>
                </a:lnTo>
                <a:lnTo>
                  <a:pt x="71" y="15"/>
                </a:lnTo>
                <a:lnTo>
                  <a:pt x="74" y="17"/>
                </a:lnTo>
                <a:lnTo>
                  <a:pt x="78" y="21"/>
                </a:lnTo>
                <a:lnTo>
                  <a:pt x="81" y="24"/>
                </a:lnTo>
                <a:lnTo>
                  <a:pt x="85" y="28"/>
                </a:lnTo>
                <a:lnTo>
                  <a:pt x="89" y="32"/>
                </a:lnTo>
                <a:lnTo>
                  <a:pt x="92" y="34"/>
                </a:lnTo>
                <a:lnTo>
                  <a:pt x="96" y="36"/>
                </a:lnTo>
                <a:lnTo>
                  <a:pt x="99" y="36"/>
                </a:lnTo>
                <a:lnTo>
                  <a:pt x="103" y="35"/>
                </a:lnTo>
                <a:lnTo>
                  <a:pt x="106" y="32"/>
                </a:lnTo>
                <a:lnTo>
                  <a:pt x="110" y="28"/>
                </a:lnTo>
                <a:lnTo>
                  <a:pt x="113" y="23"/>
                </a:lnTo>
                <a:lnTo>
                  <a:pt x="117" y="17"/>
                </a:lnTo>
                <a:lnTo>
                  <a:pt x="120" y="13"/>
                </a:lnTo>
                <a:lnTo>
                  <a:pt x="124" y="8"/>
                </a:lnTo>
                <a:lnTo>
                  <a:pt x="127" y="5"/>
                </a:lnTo>
                <a:lnTo>
                  <a:pt x="131" y="4"/>
                </a:lnTo>
                <a:lnTo>
                  <a:pt x="135" y="3"/>
                </a:lnTo>
                <a:lnTo>
                  <a:pt x="138" y="4"/>
                </a:lnTo>
                <a:lnTo>
                  <a:pt x="142" y="5"/>
                </a:lnTo>
                <a:lnTo>
                  <a:pt x="145" y="8"/>
                </a:lnTo>
                <a:lnTo>
                  <a:pt x="149" y="11"/>
                </a:lnTo>
                <a:lnTo>
                  <a:pt x="152" y="14"/>
                </a:lnTo>
                <a:lnTo>
                  <a:pt x="156" y="17"/>
                </a:lnTo>
                <a:lnTo>
                  <a:pt x="159" y="21"/>
                </a:lnTo>
                <a:lnTo>
                  <a:pt x="163" y="25"/>
                </a:lnTo>
                <a:lnTo>
                  <a:pt x="166" y="28"/>
                </a:lnTo>
                <a:lnTo>
                  <a:pt x="170" y="32"/>
                </a:lnTo>
                <a:lnTo>
                  <a:pt x="173" y="35"/>
                </a:lnTo>
                <a:lnTo>
                  <a:pt x="177" y="38"/>
                </a:lnTo>
                <a:lnTo>
                  <a:pt x="181" y="39"/>
                </a:lnTo>
                <a:lnTo>
                  <a:pt x="184" y="40"/>
                </a:lnTo>
                <a:lnTo>
                  <a:pt x="188" y="39"/>
                </a:lnTo>
                <a:lnTo>
                  <a:pt x="191" y="36"/>
                </a:lnTo>
                <a:lnTo>
                  <a:pt x="195" y="32"/>
                </a:lnTo>
                <a:lnTo>
                  <a:pt x="198" y="28"/>
                </a:lnTo>
                <a:lnTo>
                  <a:pt x="202" y="23"/>
                </a:lnTo>
                <a:lnTo>
                  <a:pt x="205" y="18"/>
                </a:lnTo>
                <a:lnTo>
                  <a:pt x="209" y="14"/>
                </a:lnTo>
                <a:lnTo>
                  <a:pt x="212" y="11"/>
                </a:lnTo>
                <a:lnTo>
                  <a:pt x="216" y="10"/>
                </a:lnTo>
                <a:lnTo>
                  <a:pt x="219" y="10"/>
                </a:lnTo>
                <a:lnTo>
                  <a:pt x="223" y="12"/>
                </a:lnTo>
                <a:lnTo>
                  <a:pt x="227" y="15"/>
                </a:lnTo>
                <a:lnTo>
                  <a:pt x="230" y="18"/>
                </a:lnTo>
                <a:lnTo>
                  <a:pt x="234" y="22"/>
                </a:lnTo>
                <a:lnTo>
                  <a:pt x="237" y="25"/>
                </a:lnTo>
                <a:lnTo>
                  <a:pt x="241" y="28"/>
                </a:lnTo>
                <a:lnTo>
                  <a:pt x="244" y="30"/>
                </a:lnTo>
                <a:lnTo>
                  <a:pt x="248" y="32"/>
                </a:lnTo>
                <a:lnTo>
                  <a:pt x="251" y="33"/>
                </a:lnTo>
                <a:lnTo>
                  <a:pt x="255" y="34"/>
                </a:lnTo>
                <a:lnTo>
                  <a:pt x="258" y="34"/>
                </a:lnTo>
                <a:lnTo>
                  <a:pt x="262" y="33"/>
                </a:lnTo>
                <a:lnTo>
                  <a:pt x="265" y="32"/>
                </a:lnTo>
                <a:lnTo>
                  <a:pt x="269" y="30"/>
                </a:lnTo>
                <a:lnTo>
                  <a:pt x="273" y="27"/>
                </a:lnTo>
                <a:lnTo>
                  <a:pt x="276" y="24"/>
                </a:lnTo>
                <a:lnTo>
                  <a:pt x="280" y="19"/>
                </a:lnTo>
                <a:lnTo>
                  <a:pt x="283" y="15"/>
                </a:lnTo>
                <a:lnTo>
                  <a:pt x="287" y="10"/>
                </a:lnTo>
                <a:lnTo>
                  <a:pt x="290" y="6"/>
                </a:lnTo>
                <a:lnTo>
                  <a:pt x="294" y="3"/>
                </a:lnTo>
                <a:lnTo>
                  <a:pt x="297" y="1"/>
                </a:lnTo>
                <a:lnTo>
                  <a:pt x="301" y="0"/>
                </a:lnTo>
                <a:lnTo>
                  <a:pt x="304" y="2"/>
                </a:lnTo>
                <a:lnTo>
                  <a:pt x="308" y="5"/>
                </a:lnTo>
                <a:lnTo>
                  <a:pt x="312" y="9"/>
                </a:lnTo>
                <a:lnTo>
                  <a:pt x="315" y="14"/>
                </a:lnTo>
                <a:lnTo>
                  <a:pt x="319" y="20"/>
                </a:lnTo>
                <a:lnTo>
                  <a:pt x="322" y="25"/>
                </a:lnTo>
                <a:lnTo>
                  <a:pt x="326" y="29"/>
                </a:lnTo>
                <a:lnTo>
                  <a:pt x="329" y="32"/>
                </a:lnTo>
                <a:lnTo>
                  <a:pt x="333" y="35"/>
                </a:lnTo>
                <a:lnTo>
                  <a:pt x="336" y="36"/>
                </a:lnTo>
                <a:lnTo>
                  <a:pt x="340" y="36"/>
                </a:lnTo>
                <a:lnTo>
                  <a:pt x="343" y="35"/>
                </a:lnTo>
                <a:lnTo>
                  <a:pt x="347" y="34"/>
                </a:lnTo>
                <a:lnTo>
                  <a:pt x="350" y="32"/>
                </a:lnTo>
                <a:lnTo>
                  <a:pt x="354" y="30"/>
                </a:lnTo>
              </a:path>
            </a:pathLst>
          </a:custGeom>
          <a:noFill/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3412765" y="2411262"/>
            <a:ext cx="2258166" cy="299813"/>
          </a:xfrm>
          <a:custGeom>
            <a:avLst/>
            <a:gdLst/>
            <a:ahLst/>
            <a:cxnLst/>
            <a:rect l="l" t="t" r="r" b="b"/>
            <a:pathLst>
              <a:path w="354" h="47">
                <a:moveTo>
                  <a:pt x="0" y="38"/>
                </a:moveTo>
                <a:lnTo>
                  <a:pt x="4" y="43"/>
                </a:lnTo>
                <a:lnTo>
                  <a:pt x="7" y="46"/>
                </a:lnTo>
                <a:lnTo>
                  <a:pt x="11" y="47"/>
                </a:lnTo>
                <a:lnTo>
                  <a:pt x="14" y="45"/>
                </a:lnTo>
                <a:lnTo>
                  <a:pt x="18" y="42"/>
                </a:lnTo>
                <a:lnTo>
                  <a:pt x="21" y="37"/>
                </a:lnTo>
                <a:lnTo>
                  <a:pt x="25" y="31"/>
                </a:lnTo>
                <a:lnTo>
                  <a:pt x="28" y="25"/>
                </a:lnTo>
                <a:lnTo>
                  <a:pt x="32" y="20"/>
                </a:lnTo>
                <a:lnTo>
                  <a:pt x="35" y="16"/>
                </a:lnTo>
                <a:lnTo>
                  <a:pt x="39" y="13"/>
                </a:lnTo>
                <a:lnTo>
                  <a:pt x="42" y="12"/>
                </a:lnTo>
                <a:lnTo>
                  <a:pt x="46" y="12"/>
                </a:lnTo>
                <a:lnTo>
                  <a:pt x="50" y="13"/>
                </a:lnTo>
                <a:lnTo>
                  <a:pt x="53" y="14"/>
                </a:lnTo>
                <a:lnTo>
                  <a:pt x="57" y="16"/>
                </a:lnTo>
                <a:lnTo>
                  <a:pt x="60" y="19"/>
                </a:lnTo>
                <a:lnTo>
                  <a:pt x="64" y="22"/>
                </a:lnTo>
                <a:lnTo>
                  <a:pt x="67" y="25"/>
                </a:lnTo>
                <a:lnTo>
                  <a:pt x="71" y="28"/>
                </a:lnTo>
                <a:lnTo>
                  <a:pt x="74" y="32"/>
                </a:lnTo>
                <a:lnTo>
                  <a:pt x="78" y="35"/>
                </a:lnTo>
                <a:lnTo>
                  <a:pt x="81" y="37"/>
                </a:lnTo>
                <a:lnTo>
                  <a:pt x="85" y="37"/>
                </a:lnTo>
                <a:lnTo>
                  <a:pt x="89" y="36"/>
                </a:lnTo>
                <a:lnTo>
                  <a:pt x="92" y="33"/>
                </a:lnTo>
                <a:lnTo>
                  <a:pt x="96" y="28"/>
                </a:lnTo>
                <a:lnTo>
                  <a:pt x="99" y="22"/>
                </a:lnTo>
                <a:lnTo>
                  <a:pt x="103" y="15"/>
                </a:lnTo>
                <a:lnTo>
                  <a:pt x="106" y="9"/>
                </a:lnTo>
                <a:lnTo>
                  <a:pt x="110" y="4"/>
                </a:lnTo>
                <a:lnTo>
                  <a:pt x="113" y="1"/>
                </a:lnTo>
                <a:lnTo>
                  <a:pt x="117" y="0"/>
                </a:lnTo>
                <a:lnTo>
                  <a:pt x="120" y="0"/>
                </a:lnTo>
                <a:lnTo>
                  <a:pt x="124" y="3"/>
                </a:lnTo>
                <a:lnTo>
                  <a:pt x="127" y="8"/>
                </a:lnTo>
                <a:lnTo>
                  <a:pt x="131" y="13"/>
                </a:lnTo>
                <a:lnTo>
                  <a:pt x="135" y="18"/>
                </a:lnTo>
                <a:lnTo>
                  <a:pt x="138" y="23"/>
                </a:lnTo>
                <a:lnTo>
                  <a:pt x="142" y="28"/>
                </a:lnTo>
                <a:lnTo>
                  <a:pt x="145" y="32"/>
                </a:lnTo>
                <a:lnTo>
                  <a:pt x="149" y="35"/>
                </a:lnTo>
                <a:lnTo>
                  <a:pt x="152" y="38"/>
                </a:lnTo>
                <a:lnTo>
                  <a:pt x="156" y="40"/>
                </a:lnTo>
                <a:lnTo>
                  <a:pt x="159" y="41"/>
                </a:lnTo>
                <a:lnTo>
                  <a:pt x="163" y="41"/>
                </a:lnTo>
                <a:lnTo>
                  <a:pt x="166" y="39"/>
                </a:lnTo>
                <a:lnTo>
                  <a:pt x="170" y="37"/>
                </a:lnTo>
                <a:lnTo>
                  <a:pt x="173" y="33"/>
                </a:lnTo>
                <a:lnTo>
                  <a:pt x="177" y="28"/>
                </a:lnTo>
                <a:lnTo>
                  <a:pt x="181" y="22"/>
                </a:lnTo>
                <a:lnTo>
                  <a:pt x="184" y="17"/>
                </a:lnTo>
                <a:lnTo>
                  <a:pt x="188" y="12"/>
                </a:lnTo>
                <a:lnTo>
                  <a:pt x="191" y="9"/>
                </a:lnTo>
                <a:lnTo>
                  <a:pt x="195" y="9"/>
                </a:lnTo>
                <a:lnTo>
                  <a:pt x="198" y="10"/>
                </a:lnTo>
                <a:lnTo>
                  <a:pt x="202" y="13"/>
                </a:lnTo>
                <a:lnTo>
                  <a:pt x="205" y="18"/>
                </a:lnTo>
                <a:lnTo>
                  <a:pt x="209" y="23"/>
                </a:lnTo>
                <a:lnTo>
                  <a:pt x="212" y="28"/>
                </a:lnTo>
                <a:lnTo>
                  <a:pt x="216" y="33"/>
                </a:lnTo>
                <a:lnTo>
                  <a:pt x="219" y="36"/>
                </a:lnTo>
                <a:lnTo>
                  <a:pt x="223" y="38"/>
                </a:lnTo>
                <a:lnTo>
                  <a:pt x="227" y="38"/>
                </a:lnTo>
                <a:lnTo>
                  <a:pt x="230" y="37"/>
                </a:lnTo>
                <a:lnTo>
                  <a:pt x="234" y="35"/>
                </a:lnTo>
                <a:lnTo>
                  <a:pt x="237" y="32"/>
                </a:lnTo>
                <a:lnTo>
                  <a:pt x="241" y="28"/>
                </a:lnTo>
                <a:lnTo>
                  <a:pt x="244" y="25"/>
                </a:lnTo>
                <a:lnTo>
                  <a:pt x="248" y="21"/>
                </a:lnTo>
                <a:lnTo>
                  <a:pt x="251" y="16"/>
                </a:lnTo>
                <a:lnTo>
                  <a:pt x="255" y="12"/>
                </a:lnTo>
                <a:lnTo>
                  <a:pt x="258" y="7"/>
                </a:lnTo>
                <a:lnTo>
                  <a:pt x="262" y="4"/>
                </a:lnTo>
                <a:lnTo>
                  <a:pt x="265" y="1"/>
                </a:lnTo>
                <a:lnTo>
                  <a:pt x="269" y="0"/>
                </a:lnTo>
                <a:lnTo>
                  <a:pt x="273" y="1"/>
                </a:lnTo>
                <a:lnTo>
                  <a:pt x="276" y="3"/>
                </a:lnTo>
                <a:lnTo>
                  <a:pt x="280" y="8"/>
                </a:lnTo>
                <a:lnTo>
                  <a:pt x="283" y="14"/>
                </a:lnTo>
                <a:lnTo>
                  <a:pt x="287" y="21"/>
                </a:lnTo>
                <a:lnTo>
                  <a:pt x="290" y="28"/>
                </a:lnTo>
                <a:lnTo>
                  <a:pt x="294" y="34"/>
                </a:lnTo>
                <a:lnTo>
                  <a:pt x="297" y="39"/>
                </a:lnTo>
                <a:lnTo>
                  <a:pt x="301" y="41"/>
                </a:lnTo>
                <a:lnTo>
                  <a:pt x="304" y="42"/>
                </a:lnTo>
                <a:lnTo>
                  <a:pt x="308" y="40"/>
                </a:lnTo>
                <a:lnTo>
                  <a:pt x="312" y="37"/>
                </a:lnTo>
                <a:lnTo>
                  <a:pt x="315" y="34"/>
                </a:lnTo>
                <a:lnTo>
                  <a:pt x="319" y="29"/>
                </a:lnTo>
                <a:lnTo>
                  <a:pt x="322" y="26"/>
                </a:lnTo>
                <a:lnTo>
                  <a:pt x="326" y="22"/>
                </a:lnTo>
                <a:lnTo>
                  <a:pt x="329" y="19"/>
                </a:lnTo>
                <a:lnTo>
                  <a:pt x="333" y="17"/>
                </a:lnTo>
                <a:lnTo>
                  <a:pt x="336" y="15"/>
                </a:lnTo>
                <a:lnTo>
                  <a:pt x="340" y="14"/>
                </a:lnTo>
                <a:lnTo>
                  <a:pt x="343" y="14"/>
                </a:lnTo>
                <a:lnTo>
                  <a:pt x="347" y="14"/>
                </a:lnTo>
                <a:lnTo>
                  <a:pt x="350" y="16"/>
                </a:lnTo>
                <a:lnTo>
                  <a:pt x="354" y="18"/>
                </a:lnTo>
              </a:path>
            </a:pathLst>
          </a:custGeom>
          <a:noFill/>
          <a:ln w="4465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5741100" y="1058914"/>
            <a:ext cx="1109946" cy="280676"/>
          </a:xfrm>
          <a:custGeom>
            <a:avLst/>
            <a:gdLst/>
            <a:ahLst/>
            <a:cxnLst/>
            <a:rect l="l" t="t" r="r" b="b"/>
            <a:pathLst>
              <a:path w="174" h="44">
                <a:moveTo>
                  <a:pt x="0" y="22"/>
                </a:moveTo>
                <a:lnTo>
                  <a:pt x="6" y="19"/>
                </a:lnTo>
                <a:lnTo>
                  <a:pt x="11" y="16"/>
                </a:lnTo>
                <a:lnTo>
                  <a:pt x="17" y="13"/>
                </a:lnTo>
                <a:lnTo>
                  <a:pt x="23" y="10"/>
                </a:lnTo>
                <a:lnTo>
                  <a:pt x="29" y="8"/>
                </a:lnTo>
                <a:lnTo>
                  <a:pt x="36" y="6"/>
                </a:lnTo>
                <a:lnTo>
                  <a:pt x="42" y="4"/>
                </a:lnTo>
                <a:lnTo>
                  <a:pt x="49" y="3"/>
                </a:lnTo>
                <a:lnTo>
                  <a:pt x="55" y="1"/>
                </a:lnTo>
                <a:lnTo>
                  <a:pt x="62" y="1"/>
                </a:lnTo>
                <a:lnTo>
                  <a:pt x="68" y="0"/>
                </a:lnTo>
                <a:lnTo>
                  <a:pt x="75" y="0"/>
                </a:lnTo>
                <a:lnTo>
                  <a:pt x="81" y="0"/>
                </a:lnTo>
                <a:lnTo>
                  <a:pt x="88" y="0"/>
                </a:lnTo>
                <a:lnTo>
                  <a:pt x="94" y="0"/>
                </a:lnTo>
                <a:lnTo>
                  <a:pt x="101" y="1"/>
                </a:lnTo>
                <a:lnTo>
                  <a:pt x="107" y="2"/>
                </a:lnTo>
                <a:lnTo>
                  <a:pt x="113" y="4"/>
                </a:lnTo>
                <a:lnTo>
                  <a:pt x="119" y="5"/>
                </a:lnTo>
                <a:lnTo>
                  <a:pt x="125" y="7"/>
                </a:lnTo>
                <a:lnTo>
                  <a:pt x="131" y="10"/>
                </a:lnTo>
                <a:lnTo>
                  <a:pt x="137" y="12"/>
                </a:lnTo>
                <a:lnTo>
                  <a:pt x="142" y="15"/>
                </a:lnTo>
                <a:lnTo>
                  <a:pt x="147" y="18"/>
                </a:lnTo>
                <a:lnTo>
                  <a:pt x="152" y="22"/>
                </a:lnTo>
                <a:lnTo>
                  <a:pt x="157" y="26"/>
                </a:lnTo>
                <a:lnTo>
                  <a:pt x="162" y="30"/>
                </a:lnTo>
                <a:lnTo>
                  <a:pt x="166" y="34"/>
                </a:lnTo>
                <a:lnTo>
                  <a:pt x="170" y="39"/>
                </a:lnTo>
                <a:lnTo>
                  <a:pt x="174" y="44"/>
                </a:lnTo>
              </a:path>
            </a:pathLst>
          </a:custGeom>
          <a:noFill/>
          <a:ln w="25518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6449169" y="969608"/>
            <a:ext cx="1977490" cy="0"/>
          </a:xfrm>
          <a:custGeom>
            <a:avLst/>
            <a:gdLst/>
            <a:ahLst/>
            <a:cxnLst/>
            <a:rect l="l" t="t" r="r" b="b"/>
            <a:pathLst>
              <a:path w="310" h="0">
                <a:moveTo>
                  <a:pt x="0" y="0"/>
                </a:moveTo>
                <a:lnTo>
                  <a:pt x="310" y="0"/>
                </a:lnTo>
              </a:path>
            </a:pathLst>
          </a:custGeom>
          <a:noFill/>
          <a:ln w="63797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6327968" y="1173736"/>
            <a:ext cx="2315577" cy="459288"/>
          </a:xfrm>
          <a:custGeom>
            <a:avLst/>
            <a:gdLst/>
            <a:ahLst/>
            <a:cxnLst/>
            <a:rect l="l" t="t" r="r" b="b"/>
            <a:pathLst>
              <a:path w="363" h="72">
                <a:moveTo>
                  <a:pt x="0" y="45"/>
                </a:moveTo>
                <a:lnTo>
                  <a:pt x="3" y="52"/>
                </a:lnTo>
                <a:lnTo>
                  <a:pt x="5" y="57"/>
                </a:lnTo>
                <a:lnTo>
                  <a:pt x="8" y="61"/>
                </a:lnTo>
                <a:lnTo>
                  <a:pt x="10" y="63"/>
                </a:lnTo>
                <a:lnTo>
                  <a:pt x="13" y="62"/>
                </a:lnTo>
                <a:lnTo>
                  <a:pt x="16" y="59"/>
                </a:lnTo>
                <a:lnTo>
                  <a:pt x="18" y="55"/>
                </a:lnTo>
                <a:lnTo>
                  <a:pt x="21" y="50"/>
                </a:lnTo>
                <a:lnTo>
                  <a:pt x="23" y="45"/>
                </a:lnTo>
                <a:lnTo>
                  <a:pt x="26" y="40"/>
                </a:lnTo>
                <a:lnTo>
                  <a:pt x="29" y="36"/>
                </a:lnTo>
                <a:lnTo>
                  <a:pt x="31" y="33"/>
                </a:lnTo>
                <a:lnTo>
                  <a:pt x="34" y="30"/>
                </a:lnTo>
                <a:lnTo>
                  <a:pt x="36" y="29"/>
                </a:lnTo>
                <a:lnTo>
                  <a:pt x="39" y="29"/>
                </a:lnTo>
                <a:lnTo>
                  <a:pt x="41" y="29"/>
                </a:lnTo>
                <a:lnTo>
                  <a:pt x="44" y="32"/>
                </a:lnTo>
                <a:lnTo>
                  <a:pt x="47" y="36"/>
                </a:lnTo>
                <a:lnTo>
                  <a:pt x="49" y="42"/>
                </a:lnTo>
                <a:lnTo>
                  <a:pt x="52" y="48"/>
                </a:lnTo>
                <a:lnTo>
                  <a:pt x="54" y="54"/>
                </a:lnTo>
                <a:lnTo>
                  <a:pt x="57" y="59"/>
                </a:lnTo>
                <a:lnTo>
                  <a:pt x="60" y="62"/>
                </a:lnTo>
                <a:lnTo>
                  <a:pt x="62" y="61"/>
                </a:lnTo>
                <a:lnTo>
                  <a:pt x="65" y="58"/>
                </a:lnTo>
                <a:lnTo>
                  <a:pt x="67" y="51"/>
                </a:lnTo>
                <a:lnTo>
                  <a:pt x="70" y="42"/>
                </a:lnTo>
                <a:lnTo>
                  <a:pt x="73" y="33"/>
                </a:lnTo>
                <a:lnTo>
                  <a:pt x="75" y="24"/>
                </a:lnTo>
                <a:lnTo>
                  <a:pt x="78" y="17"/>
                </a:lnTo>
                <a:lnTo>
                  <a:pt x="80" y="12"/>
                </a:lnTo>
                <a:lnTo>
                  <a:pt x="83" y="11"/>
                </a:lnTo>
                <a:lnTo>
                  <a:pt x="86" y="12"/>
                </a:lnTo>
                <a:lnTo>
                  <a:pt x="88" y="15"/>
                </a:lnTo>
                <a:lnTo>
                  <a:pt x="91" y="20"/>
                </a:lnTo>
                <a:lnTo>
                  <a:pt x="93" y="25"/>
                </a:lnTo>
                <a:lnTo>
                  <a:pt x="96" y="32"/>
                </a:lnTo>
                <a:lnTo>
                  <a:pt x="99" y="39"/>
                </a:lnTo>
                <a:lnTo>
                  <a:pt x="101" y="47"/>
                </a:lnTo>
                <a:lnTo>
                  <a:pt x="104" y="54"/>
                </a:lnTo>
                <a:lnTo>
                  <a:pt x="106" y="62"/>
                </a:lnTo>
                <a:lnTo>
                  <a:pt x="109" y="68"/>
                </a:lnTo>
                <a:lnTo>
                  <a:pt x="111" y="72"/>
                </a:lnTo>
                <a:lnTo>
                  <a:pt x="114" y="72"/>
                </a:lnTo>
                <a:lnTo>
                  <a:pt x="117" y="69"/>
                </a:lnTo>
                <a:lnTo>
                  <a:pt x="119" y="63"/>
                </a:lnTo>
                <a:lnTo>
                  <a:pt x="122" y="54"/>
                </a:lnTo>
                <a:lnTo>
                  <a:pt x="124" y="43"/>
                </a:lnTo>
                <a:lnTo>
                  <a:pt x="127" y="33"/>
                </a:lnTo>
                <a:lnTo>
                  <a:pt x="130" y="25"/>
                </a:lnTo>
                <a:lnTo>
                  <a:pt x="132" y="20"/>
                </a:lnTo>
                <a:lnTo>
                  <a:pt x="135" y="19"/>
                </a:lnTo>
                <a:lnTo>
                  <a:pt x="137" y="22"/>
                </a:lnTo>
                <a:lnTo>
                  <a:pt x="140" y="28"/>
                </a:lnTo>
                <a:lnTo>
                  <a:pt x="143" y="35"/>
                </a:lnTo>
                <a:lnTo>
                  <a:pt x="145" y="42"/>
                </a:lnTo>
                <a:lnTo>
                  <a:pt x="148" y="50"/>
                </a:lnTo>
                <a:lnTo>
                  <a:pt x="150" y="55"/>
                </a:lnTo>
                <a:lnTo>
                  <a:pt x="153" y="60"/>
                </a:lnTo>
                <a:lnTo>
                  <a:pt x="156" y="62"/>
                </a:lnTo>
                <a:lnTo>
                  <a:pt x="158" y="64"/>
                </a:lnTo>
                <a:lnTo>
                  <a:pt x="161" y="63"/>
                </a:lnTo>
                <a:lnTo>
                  <a:pt x="163" y="61"/>
                </a:lnTo>
                <a:lnTo>
                  <a:pt x="166" y="57"/>
                </a:lnTo>
                <a:lnTo>
                  <a:pt x="169" y="51"/>
                </a:lnTo>
                <a:lnTo>
                  <a:pt x="171" y="43"/>
                </a:lnTo>
                <a:lnTo>
                  <a:pt x="174" y="33"/>
                </a:lnTo>
                <a:lnTo>
                  <a:pt x="176" y="22"/>
                </a:lnTo>
                <a:lnTo>
                  <a:pt x="179" y="12"/>
                </a:lnTo>
                <a:lnTo>
                  <a:pt x="182" y="4"/>
                </a:lnTo>
                <a:lnTo>
                  <a:pt x="184" y="0"/>
                </a:lnTo>
                <a:lnTo>
                  <a:pt x="187" y="0"/>
                </a:lnTo>
                <a:lnTo>
                  <a:pt x="189" y="5"/>
                </a:lnTo>
                <a:lnTo>
                  <a:pt x="192" y="13"/>
                </a:lnTo>
                <a:lnTo>
                  <a:pt x="194" y="25"/>
                </a:lnTo>
                <a:lnTo>
                  <a:pt x="197" y="37"/>
                </a:lnTo>
                <a:lnTo>
                  <a:pt x="200" y="48"/>
                </a:lnTo>
                <a:lnTo>
                  <a:pt x="202" y="57"/>
                </a:lnTo>
                <a:lnTo>
                  <a:pt x="205" y="64"/>
                </a:lnTo>
                <a:lnTo>
                  <a:pt x="207" y="67"/>
                </a:lnTo>
                <a:lnTo>
                  <a:pt x="210" y="67"/>
                </a:lnTo>
                <a:lnTo>
                  <a:pt x="213" y="65"/>
                </a:lnTo>
                <a:lnTo>
                  <a:pt x="215" y="62"/>
                </a:lnTo>
                <a:lnTo>
                  <a:pt x="218" y="57"/>
                </a:lnTo>
                <a:lnTo>
                  <a:pt x="220" y="52"/>
                </a:lnTo>
                <a:lnTo>
                  <a:pt x="223" y="46"/>
                </a:lnTo>
                <a:lnTo>
                  <a:pt x="226" y="40"/>
                </a:lnTo>
                <a:lnTo>
                  <a:pt x="228" y="34"/>
                </a:lnTo>
                <a:lnTo>
                  <a:pt x="231" y="28"/>
                </a:lnTo>
                <a:lnTo>
                  <a:pt x="233" y="24"/>
                </a:lnTo>
                <a:lnTo>
                  <a:pt x="236" y="22"/>
                </a:lnTo>
                <a:lnTo>
                  <a:pt x="239" y="23"/>
                </a:lnTo>
                <a:lnTo>
                  <a:pt x="241" y="27"/>
                </a:lnTo>
                <a:lnTo>
                  <a:pt x="244" y="34"/>
                </a:lnTo>
                <a:lnTo>
                  <a:pt x="246" y="44"/>
                </a:lnTo>
                <a:lnTo>
                  <a:pt x="249" y="54"/>
                </a:lnTo>
                <a:lnTo>
                  <a:pt x="252" y="63"/>
                </a:lnTo>
                <a:lnTo>
                  <a:pt x="254" y="69"/>
                </a:lnTo>
                <a:lnTo>
                  <a:pt x="257" y="72"/>
                </a:lnTo>
                <a:lnTo>
                  <a:pt x="259" y="71"/>
                </a:lnTo>
                <a:lnTo>
                  <a:pt x="262" y="66"/>
                </a:lnTo>
                <a:lnTo>
                  <a:pt x="264" y="59"/>
                </a:lnTo>
                <a:lnTo>
                  <a:pt x="267" y="50"/>
                </a:lnTo>
                <a:lnTo>
                  <a:pt x="270" y="41"/>
                </a:lnTo>
                <a:lnTo>
                  <a:pt x="272" y="33"/>
                </a:lnTo>
                <a:lnTo>
                  <a:pt x="275" y="26"/>
                </a:lnTo>
                <a:lnTo>
                  <a:pt x="277" y="20"/>
                </a:lnTo>
                <a:lnTo>
                  <a:pt x="280" y="16"/>
                </a:lnTo>
                <a:lnTo>
                  <a:pt x="283" y="14"/>
                </a:lnTo>
                <a:lnTo>
                  <a:pt x="285" y="13"/>
                </a:lnTo>
                <a:lnTo>
                  <a:pt x="288" y="14"/>
                </a:lnTo>
                <a:lnTo>
                  <a:pt x="290" y="17"/>
                </a:lnTo>
                <a:lnTo>
                  <a:pt x="293" y="21"/>
                </a:lnTo>
                <a:lnTo>
                  <a:pt x="296" y="28"/>
                </a:lnTo>
                <a:lnTo>
                  <a:pt x="298" y="36"/>
                </a:lnTo>
                <a:lnTo>
                  <a:pt x="301" y="44"/>
                </a:lnTo>
                <a:lnTo>
                  <a:pt x="303" y="52"/>
                </a:lnTo>
                <a:lnTo>
                  <a:pt x="306" y="59"/>
                </a:lnTo>
                <a:lnTo>
                  <a:pt x="309" y="62"/>
                </a:lnTo>
                <a:lnTo>
                  <a:pt x="311" y="63"/>
                </a:lnTo>
                <a:lnTo>
                  <a:pt x="314" y="60"/>
                </a:lnTo>
                <a:lnTo>
                  <a:pt x="316" y="55"/>
                </a:lnTo>
                <a:lnTo>
                  <a:pt x="319" y="48"/>
                </a:lnTo>
                <a:lnTo>
                  <a:pt x="322" y="41"/>
                </a:lnTo>
                <a:lnTo>
                  <a:pt x="324" y="35"/>
                </a:lnTo>
                <a:lnTo>
                  <a:pt x="327" y="31"/>
                </a:lnTo>
                <a:lnTo>
                  <a:pt x="329" y="28"/>
                </a:lnTo>
                <a:lnTo>
                  <a:pt x="332" y="28"/>
                </a:lnTo>
                <a:lnTo>
                  <a:pt x="334" y="30"/>
                </a:lnTo>
                <a:lnTo>
                  <a:pt x="337" y="32"/>
                </a:lnTo>
                <a:lnTo>
                  <a:pt x="340" y="36"/>
                </a:lnTo>
                <a:lnTo>
                  <a:pt x="342" y="39"/>
                </a:lnTo>
                <a:lnTo>
                  <a:pt x="345" y="43"/>
                </a:lnTo>
                <a:lnTo>
                  <a:pt x="347" y="47"/>
                </a:lnTo>
                <a:lnTo>
                  <a:pt x="350" y="51"/>
                </a:lnTo>
                <a:lnTo>
                  <a:pt x="353" y="55"/>
                </a:lnTo>
                <a:lnTo>
                  <a:pt x="355" y="57"/>
                </a:lnTo>
                <a:lnTo>
                  <a:pt x="358" y="59"/>
                </a:lnTo>
                <a:lnTo>
                  <a:pt x="360" y="59"/>
                </a:lnTo>
                <a:lnTo>
                  <a:pt x="363" y="58"/>
                </a:lnTo>
              </a:path>
            </a:pathLst>
          </a:custGeom>
          <a:noFill/>
          <a:ln w="3700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641315" y="2143594"/>
            <a:ext cx="124159" cy="318987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765475" y="2143594"/>
            <a:ext cx="124159" cy="318987"/>
          </a:xfrm>
          <a:prstGeom prst="rect">
            <a:avLst/>
          </a:prstGeom>
          <a:solidFill>
            <a:srgbClr val="DADADA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889635" y="2143594"/>
            <a:ext cx="124159" cy="318987"/>
          </a:xfrm>
          <a:prstGeom prst="rect">
            <a:avLst/>
          </a:prstGeom>
          <a:solidFill>
            <a:srgbClr val="F1F1F1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013794" y="2143594"/>
            <a:ext cx="124159" cy="318987"/>
          </a:xfrm>
          <a:prstGeom prst="rect">
            <a:avLst/>
          </a:prstGeom>
          <a:solidFill>
            <a:srgbClr val="D6D6D6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137954" y="2143594"/>
            <a:ext cx="124159" cy="318987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262114" y="2143594"/>
            <a:ext cx="124159" cy="318987"/>
          </a:xfrm>
          <a:prstGeom prst="rect">
            <a:avLst/>
          </a:prstGeom>
          <a:solidFill>
            <a:srgbClr val="DADADA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386273" y="2143594"/>
            <a:ext cx="124159" cy="318987"/>
          </a:xfrm>
          <a:prstGeom prst="rect">
            <a:avLst/>
          </a:prstGeom>
          <a:solidFill>
            <a:srgbClr val="F1F1F1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510433" y="2143594"/>
            <a:ext cx="124159" cy="318987"/>
          </a:xfrm>
          <a:prstGeom prst="rect">
            <a:avLst/>
          </a:prstGeom>
          <a:solidFill>
            <a:srgbClr val="D6D6D6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634593" y="2143594"/>
            <a:ext cx="124159" cy="318987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758753" y="2143594"/>
            <a:ext cx="124159" cy="318987"/>
          </a:xfrm>
          <a:prstGeom prst="rect">
            <a:avLst/>
          </a:prstGeom>
          <a:solidFill>
            <a:srgbClr val="DADADA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882912" y="2143594"/>
            <a:ext cx="124159" cy="318987"/>
          </a:xfrm>
          <a:prstGeom prst="rect">
            <a:avLst/>
          </a:prstGeom>
          <a:solidFill>
            <a:srgbClr val="F1F1F1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8007072" y="2143594"/>
            <a:ext cx="124159" cy="318987"/>
          </a:xfrm>
          <a:prstGeom prst="rect">
            <a:avLst/>
          </a:prstGeom>
          <a:solidFill>
            <a:srgbClr val="D6D6D6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8131232" y="2143594"/>
            <a:ext cx="124159" cy="318987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641315" y="2143594"/>
            <a:ext cx="1614075" cy="318987"/>
          </a:xfrm>
          <a:prstGeom prst="rect">
            <a:avLst/>
          </a:prstGeom>
          <a:noFill/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679594" y="2417923"/>
            <a:ext cx="25518" cy="25518"/>
          </a:xfrm>
          <a:prstGeom prst="ellipse">
            <a:avLst/>
          </a:prstGeom>
          <a:solidFill>
            <a:srgbClr val="FF3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803999" y="2417923"/>
            <a:ext cx="25518" cy="25518"/>
          </a:xfrm>
          <a:prstGeom prst="ellipse">
            <a:avLst/>
          </a:prstGeom>
          <a:solidFill>
            <a:srgbClr val="FF3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6928404" y="2417923"/>
            <a:ext cx="25518" cy="25518"/>
          </a:xfrm>
          <a:prstGeom prst="ellipse">
            <a:avLst/>
          </a:prstGeom>
          <a:solidFill>
            <a:srgbClr val="FF3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052809" y="2417923"/>
            <a:ext cx="25518" cy="25518"/>
          </a:xfrm>
          <a:prstGeom prst="ellipse">
            <a:avLst/>
          </a:prstGeom>
          <a:solidFill>
            <a:srgbClr val="FF3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177214" y="2417923"/>
            <a:ext cx="25518" cy="25518"/>
          </a:xfrm>
          <a:prstGeom prst="ellipse">
            <a:avLst/>
          </a:prstGeom>
          <a:solidFill>
            <a:srgbClr val="FF3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7301619" y="2417923"/>
            <a:ext cx="25518" cy="25518"/>
          </a:xfrm>
          <a:prstGeom prst="ellipse">
            <a:avLst/>
          </a:prstGeom>
          <a:solidFill>
            <a:srgbClr val="FF3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426024" y="2417923"/>
            <a:ext cx="25518" cy="25518"/>
          </a:xfrm>
          <a:prstGeom prst="ellipse">
            <a:avLst/>
          </a:prstGeom>
          <a:solidFill>
            <a:srgbClr val="FF3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550429" y="2417923"/>
            <a:ext cx="25518" cy="25518"/>
          </a:xfrm>
          <a:prstGeom prst="ellipse">
            <a:avLst/>
          </a:prstGeom>
          <a:solidFill>
            <a:srgbClr val="FF3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674834" y="2417923"/>
            <a:ext cx="25518" cy="25518"/>
          </a:xfrm>
          <a:prstGeom prst="ellipse">
            <a:avLst/>
          </a:prstGeom>
          <a:solidFill>
            <a:srgbClr val="FF3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799239" y="2417923"/>
            <a:ext cx="25518" cy="25518"/>
          </a:xfrm>
          <a:prstGeom prst="ellipse">
            <a:avLst/>
          </a:prstGeom>
          <a:solidFill>
            <a:srgbClr val="FF3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7923644" y="2417923"/>
            <a:ext cx="25518" cy="25518"/>
          </a:xfrm>
          <a:prstGeom prst="ellipse">
            <a:avLst/>
          </a:prstGeom>
          <a:solidFill>
            <a:srgbClr val="FF3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048049" y="2417923"/>
            <a:ext cx="25518" cy="25518"/>
          </a:xfrm>
          <a:prstGeom prst="ellipse">
            <a:avLst/>
          </a:prstGeom>
          <a:solidFill>
            <a:srgbClr val="FF3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172455" y="2417923"/>
            <a:ext cx="25518" cy="25518"/>
          </a:xfrm>
          <a:prstGeom prst="ellipse">
            <a:avLst/>
          </a:prstGeom>
          <a:solidFill>
            <a:srgbClr val="FF3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7450672" y="1754225"/>
            <a:ext cx="0" cy="350845"/>
          </a:xfrm>
          <a:custGeom>
            <a:avLst/>
            <a:gdLst/>
            <a:ahLst/>
            <a:cxnLst/>
            <a:rect l="l" t="t" r="r" b="b"/>
            <a:pathLst>
              <a:path w="0" h="55">
                <a:moveTo>
                  <a:pt x="0" y="0"/>
                </a:moveTo>
                <a:lnTo>
                  <a:pt x="0" y="55"/>
                </a:lnTo>
              </a:path>
            </a:pathLst>
          </a:custGeom>
          <a:noFill/>
          <a:ln w="51037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7457051" y="2481431"/>
            <a:ext cx="0" cy="255160"/>
          </a:xfrm>
          <a:custGeom>
            <a:avLst/>
            <a:gdLst/>
            <a:ahLst/>
            <a:cxnLst/>
            <a:rect l="l" t="t" r="r" b="b"/>
            <a:pathLst>
              <a:path w="0" h="40">
                <a:moveTo>
                  <a:pt x="0" y="0"/>
                </a:moveTo>
                <a:lnTo>
                  <a:pt x="0" y="40"/>
                </a:lnTo>
              </a:path>
            </a:pathLst>
          </a:custGeom>
          <a:noFill/>
          <a:ln w="51037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7176375" y="2774865"/>
            <a:ext cx="561352" cy="497562"/>
          </a:xfrm>
          <a:custGeom>
            <a:avLst/>
            <a:gdLst/>
            <a:ahLst/>
            <a:cxnLst/>
            <a:rect l="l" t="t" r="r" b="b"/>
            <a:pathLst>
              <a:path w="88" h="78">
                <a:moveTo>
                  <a:pt x="0" y="9"/>
                </a:moveTo>
                <a:lnTo>
                  <a:pt x="14" y="0"/>
                </a:lnTo>
                <a:lnTo>
                  <a:pt x="88" y="0"/>
                </a:lnTo>
                <a:lnTo>
                  <a:pt x="88" y="70"/>
                </a:lnTo>
                <a:lnTo>
                  <a:pt x="73" y="78"/>
                </a:lnTo>
                <a:lnTo>
                  <a:pt x="0" y="78"/>
                </a:lnTo>
                <a:close/>
              </a:path>
            </a:pathLst>
          </a:custGeom>
          <a:solidFill>
            <a:srgbClr val="E4E4E4"/>
          </a:solidFill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266531" y="2775189"/>
            <a:ext cx="472101" cy="446582"/>
          </a:xfrm>
          <a:prstGeom prst="rect">
            <a:avLst/>
          </a:prstGeom>
          <a:solidFill>
            <a:srgbClr val="D1D1D1"/>
          </a:solidFill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8656303" y="963229"/>
            <a:ext cx="280676" cy="2806760"/>
          </a:xfrm>
          <a:custGeom>
            <a:avLst/>
            <a:gdLst/>
            <a:ahLst/>
            <a:cxnLst/>
            <a:rect l="l" t="t" r="r" b="b"/>
            <a:pathLst>
              <a:path w="44" h="440">
                <a:moveTo>
                  <a:pt x="44" y="0"/>
                </a:moveTo>
                <a:lnTo>
                  <a:pt x="0" y="44"/>
                </a:lnTo>
                <a:lnTo>
                  <a:pt x="0" y="440"/>
                </a:lnTo>
                <a:lnTo>
                  <a:pt x="44" y="396"/>
                </a:lnTo>
                <a:close/>
              </a:path>
            </a:pathLst>
          </a:custGeom>
          <a:solidFill>
            <a:srgbClr val="EEEEEE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8656303" y="963229"/>
            <a:ext cx="1020640" cy="280676"/>
          </a:xfrm>
          <a:custGeom>
            <a:avLst/>
            <a:gdLst/>
            <a:ahLst/>
            <a:cxnLst/>
            <a:rect l="l" t="t" r="r" b="b"/>
            <a:pathLst>
              <a:path w="160" h="44">
                <a:moveTo>
                  <a:pt x="44" y="0"/>
                </a:moveTo>
                <a:lnTo>
                  <a:pt x="160" y="0"/>
                </a:lnTo>
                <a:lnTo>
                  <a:pt x="116" y="44"/>
                </a:lnTo>
                <a:lnTo>
                  <a:pt x="0" y="44"/>
                </a:lnTo>
                <a:close/>
              </a:path>
            </a:pathLst>
          </a:custGeom>
          <a:solidFill>
            <a:srgbClr val="F7F7F7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8938024" y="963341"/>
            <a:ext cx="740050" cy="505275"/>
          </a:xfrm>
          <a:prstGeom prst="rect">
            <a:avLst/>
          </a:prstGeom>
          <a:solidFill>
            <a:srgbClr val="B6B6B6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8938024" y="1468617"/>
            <a:ext cx="740050" cy="505275"/>
          </a:xfrm>
          <a:prstGeom prst="rect">
            <a:avLst/>
          </a:prstGeom>
          <a:solidFill>
            <a:srgbClr val="D2D2D2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938024" y="1973893"/>
            <a:ext cx="740050" cy="505275"/>
          </a:xfrm>
          <a:prstGeom prst="rect">
            <a:avLst/>
          </a:prstGeom>
          <a:solidFill>
            <a:srgbClr val="C5C5C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938024" y="2479169"/>
            <a:ext cx="740050" cy="505275"/>
          </a:xfrm>
          <a:prstGeom prst="rect">
            <a:avLst/>
          </a:prstGeom>
          <a:solidFill>
            <a:srgbClr val="DFDFDF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8938024" y="2984445"/>
            <a:ext cx="740050" cy="505275"/>
          </a:xfrm>
          <a:prstGeom prst="rect">
            <a:avLst/>
          </a:prstGeom>
          <a:solidFill>
            <a:srgbClr val="C8C8C8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938024" y="963341"/>
            <a:ext cx="740050" cy="2526379"/>
          </a:xfrm>
          <a:prstGeom prst="rect">
            <a:avLst/>
          </a:prstGeom>
          <a:noFill/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7508083" y="1192873"/>
            <a:ext cx="1894563" cy="1837152"/>
          </a:xfrm>
          <a:custGeom>
            <a:avLst/>
            <a:gdLst/>
            <a:ahLst/>
            <a:cxnLst/>
            <a:rect l="l" t="t" r="r" b="b"/>
            <a:pathLst>
              <a:path w="297" h="288">
                <a:moveTo>
                  <a:pt x="0" y="288"/>
                </a:moveTo>
                <a:lnTo>
                  <a:pt x="5" y="285"/>
                </a:lnTo>
                <a:lnTo>
                  <a:pt x="11" y="282"/>
                </a:lnTo>
                <a:lnTo>
                  <a:pt x="16" y="280"/>
                </a:lnTo>
                <a:lnTo>
                  <a:pt x="22" y="279"/>
                </a:lnTo>
                <a:lnTo>
                  <a:pt x="28" y="277"/>
                </a:lnTo>
                <a:lnTo>
                  <a:pt x="33" y="276"/>
                </a:lnTo>
                <a:lnTo>
                  <a:pt x="39" y="275"/>
                </a:lnTo>
                <a:lnTo>
                  <a:pt x="45" y="275"/>
                </a:lnTo>
                <a:lnTo>
                  <a:pt x="50" y="274"/>
                </a:lnTo>
                <a:lnTo>
                  <a:pt x="56" y="274"/>
                </a:lnTo>
                <a:lnTo>
                  <a:pt x="62" y="274"/>
                </a:lnTo>
                <a:lnTo>
                  <a:pt x="68" y="274"/>
                </a:lnTo>
                <a:lnTo>
                  <a:pt x="74" y="273"/>
                </a:lnTo>
                <a:lnTo>
                  <a:pt x="80" y="273"/>
                </a:lnTo>
                <a:lnTo>
                  <a:pt x="86" y="273"/>
                </a:lnTo>
                <a:lnTo>
                  <a:pt x="92" y="273"/>
                </a:lnTo>
                <a:lnTo>
                  <a:pt x="98" y="273"/>
                </a:lnTo>
                <a:lnTo>
                  <a:pt x="104" y="272"/>
                </a:lnTo>
                <a:lnTo>
                  <a:pt x="111" y="272"/>
                </a:lnTo>
                <a:lnTo>
                  <a:pt x="117" y="271"/>
                </a:lnTo>
                <a:lnTo>
                  <a:pt x="123" y="270"/>
                </a:lnTo>
                <a:lnTo>
                  <a:pt x="129" y="268"/>
                </a:lnTo>
                <a:lnTo>
                  <a:pt x="135" y="267"/>
                </a:lnTo>
                <a:lnTo>
                  <a:pt x="142" y="264"/>
                </a:lnTo>
                <a:lnTo>
                  <a:pt x="148" y="262"/>
                </a:lnTo>
                <a:lnTo>
                  <a:pt x="154" y="259"/>
                </a:lnTo>
                <a:lnTo>
                  <a:pt x="161" y="255"/>
                </a:lnTo>
                <a:lnTo>
                  <a:pt x="167" y="251"/>
                </a:lnTo>
                <a:lnTo>
                  <a:pt x="174" y="247"/>
                </a:lnTo>
                <a:lnTo>
                  <a:pt x="180" y="241"/>
                </a:lnTo>
                <a:lnTo>
                  <a:pt x="186" y="235"/>
                </a:lnTo>
                <a:lnTo>
                  <a:pt x="193" y="229"/>
                </a:lnTo>
                <a:lnTo>
                  <a:pt x="199" y="222"/>
                </a:lnTo>
                <a:lnTo>
                  <a:pt x="206" y="214"/>
                </a:lnTo>
                <a:lnTo>
                  <a:pt x="212" y="205"/>
                </a:lnTo>
                <a:lnTo>
                  <a:pt x="219" y="195"/>
                </a:lnTo>
                <a:lnTo>
                  <a:pt x="225" y="184"/>
                </a:lnTo>
                <a:lnTo>
                  <a:pt x="232" y="173"/>
                </a:lnTo>
                <a:lnTo>
                  <a:pt x="238" y="161"/>
                </a:lnTo>
                <a:lnTo>
                  <a:pt x="245" y="147"/>
                </a:lnTo>
                <a:lnTo>
                  <a:pt x="251" y="133"/>
                </a:lnTo>
                <a:lnTo>
                  <a:pt x="258" y="117"/>
                </a:lnTo>
                <a:lnTo>
                  <a:pt x="264" y="101"/>
                </a:lnTo>
                <a:lnTo>
                  <a:pt x="271" y="83"/>
                </a:lnTo>
                <a:lnTo>
                  <a:pt x="277" y="64"/>
                </a:lnTo>
                <a:lnTo>
                  <a:pt x="284" y="44"/>
                </a:lnTo>
                <a:lnTo>
                  <a:pt x="290" y="23"/>
                </a:lnTo>
                <a:lnTo>
                  <a:pt x="297" y="0"/>
                </a:lnTo>
              </a:path>
            </a:pathLst>
          </a:custGeom>
          <a:noFill/>
          <a:ln w="25518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11169629" y="688932"/>
            <a:ext cx="127580" cy="2934340"/>
          </a:xfrm>
          <a:custGeom>
            <a:avLst/>
            <a:gdLst/>
            <a:ahLst/>
            <a:cxnLst/>
            <a:rect l="l" t="t" r="r" b="b"/>
            <a:pathLst>
              <a:path w="20" h="460">
                <a:moveTo>
                  <a:pt x="20" y="0"/>
                </a:moveTo>
                <a:lnTo>
                  <a:pt x="0" y="20"/>
                </a:lnTo>
                <a:lnTo>
                  <a:pt x="0" y="460"/>
                </a:lnTo>
                <a:lnTo>
                  <a:pt x="20" y="440"/>
                </a:lnTo>
                <a:close/>
              </a:path>
            </a:pathLst>
          </a:custGeom>
          <a:solidFill>
            <a:srgbClr val="EEEEEE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11169629" y="688932"/>
            <a:ext cx="586868" cy="127580"/>
          </a:xfrm>
          <a:custGeom>
            <a:avLst/>
            <a:gdLst/>
            <a:ahLst/>
            <a:cxnLst/>
            <a:rect l="l" t="t" r="r" b="b"/>
            <a:pathLst>
              <a:path w="92" h="20">
                <a:moveTo>
                  <a:pt x="20" y="0"/>
                </a:moveTo>
                <a:lnTo>
                  <a:pt x="92" y="0"/>
                </a:lnTo>
                <a:lnTo>
                  <a:pt x="7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F7F7F7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1298530" y="689012"/>
            <a:ext cx="459341" cy="233924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1298530" y="922936"/>
            <a:ext cx="459341" cy="233924"/>
          </a:xfrm>
          <a:prstGeom prst="rect">
            <a:avLst/>
          </a:prstGeom>
          <a:solidFill>
            <a:srgbClr val="D5D5D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1298530" y="1156860"/>
            <a:ext cx="459341" cy="233924"/>
          </a:xfrm>
          <a:prstGeom prst="rect">
            <a:avLst/>
          </a:prstGeom>
          <a:solidFill>
            <a:srgbClr val="C3C3C3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1298530" y="1390784"/>
            <a:ext cx="459341" cy="233924"/>
          </a:xfrm>
          <a:prstGeom prst="rect">
            <a:avLst/>
          </a:prstGeom>
          <a:solidFill>
            <a:srgbClr val="E4E4E4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1298530" y="1624708"/>
            <a:ext cx="459341" cy="233924"/>
          </a:xfrm>
          <a:prstGeom prst="rect">
            <a:avLst/>
          </a:prstGeom>
          <a:solidFill>
            <a:srgbClr val="BDBDBD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1298530" y="1858632"/>
            <a:ext cx="459341" cy="233924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1298530" y="2092556"/>
            <a:ext cx="459341" cy="233924"/>
          </a:xfrm>
          <a:prstGeom prst="rect">
            <a:avLst/>
          </a:prstGeom>
          <a:solidFill>
            <a:srgbClr val="D5D5D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1298530" y="2326480"/>
            <a:ext cx="459341" cy="233924"/>
          </a:xfrm>
          <a:prstGeom prst="rect">
            <a:avLst/>
          </a:prstGeom>
          <a:solidFill>
            <a:srgbClr val="C3C3C3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1298530" y="2560404"/>
            <a:ext cx="459341" cy="233924"/>
          </a:xfrm>
          <a:prstGeom prst="rect">
            <a:avLst/>
          </a:prstGeom>
          <a:solidFill>
            <a:srgbClr val="E4E4E4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1298530" y="2794328"/>
            <a:ext cx="459341" cy="233924"/>
          </a:xfrm>
          <a:prstGeom prst="rect">
            <a:avLst/>
          </a:prstGeom>
          <a:solidFill>
            <a:srgbClr val="BDBDBD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1298530" y="3028252"/>
            <a:ext cx="459341" cy="233924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1298530" y="3262176"/>
            <a:ext cx="459341" cy="233924"/>
          </a:xfrm>
          <a:prstGeom prst="rect">
            <a:avLst/>
          </a:prstGeom>
          <a:solidFill>
            <a:srgbClr val="D5D5D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1298530" y="689012"/>
            <a:ext cx="459341" cy="2807088"/>
          </a:xfrm>
          <a:prstGeom prst="rect">
            <a:avLst/>
          </a:prstGeom>
          <a:noFill/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10385012" y="4605638"/>
            <a:ext cx="331708" cy="3374491"/>
          </a:xfrm>
          <a:custGeom>
            <a:avLst/>
            <a:gdLst/>
            <a:ahLst/>
            <a:cxnLst/>
            <a:rect l="l" t="t" r="r" b="b"/>
            <a:pathLst>
              <a:path w="52" h="529">
                <a:moveTo>
                  <a:pt x="52" y="0"/>
                </a:moveTo>
                <a:lnTo>
                  <a:pt x="0" y="52"/>
                </a:lnTo>
                <a:lnTo>
                  <a:pt x="0" y="529"/>
                </a:lnTo>
                <a:lnTo>
                  <a:pt x="52" y="477"/>
                </a:lnTo>
                <a:close/>
              </a:path>
            </a:pathLst>
          </a:custGeom>
          <a:solidFill>
            <a:srgbClr val="EEEEEE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10385012" y="4605638"/>
            <a:ext cx="1371485" cy="331708"/>
          </a:xfrm>
          <a:custGeom>
            <a:avLst/>
            <a:gdLst/>
            <a:ahLst/>
            <a:cxnLst/>
            <a:rect l="l" t="t" r="r" b="b"/>
            <a:pathLst>
              <a:path w="215" h="52">
                <a:moveTo>
                  <a:pt x="52" y="0"/>
                </a:moveTo>
                <a:lnTo>
                  <a:pt x="215" y="0"/>
                </a:lnTo>
                <a:lnTo>
                  <a:pt x="163" y="52"/>
                </a:lnTo>
                <a:lnTo>
                  <a:pt x="0" y="52"/>
                </a:lnTo>
                <a:close/>
              </a:path>
            </a:pathLst>
          </a:custGeom>
          <a:solidFill>
            <a:srgbClr val="F7F7F7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0717973" y="4606176"/>
            <a:ext cx="1039898" cy="507189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0717973" y="5113366"/>
            <a:ext cx="1039898" cy="507189"/>
          </a:xfrm>
          <a:prstGeom prst="rect">
            <a:avLst/>
          </a:prstGeom>
          <a:solidFill>
            <a:srgbClr val="D1D1D1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0717973" y="5620556"/>
            <a:ext cx="1039898" cy="507189"/>
          </a:xfrm>
          <a:prstGeom prst="rect">
            <a:avLst/>
          </a:prstGeom>
          <a:solidFill>
            <a:srgbClr val="C1C1C1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0717973" y="6127746"/>
            <a:ext cx="1039898" cy="507189"/>
          </a:xfrm>
          <a:prstGeom prst="rect">
            <a:avLst/>
          </a:prstGeom>
          <a:solidFill>
            <a:srgbClr val="E1E1E1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0717973" y="6634936"/>
            <a:ext cx="1039898" cy="507189"/>
          </a:xfrm>
          <a:prstGeom prst="rect">
            <a:avLst/>
          </a:prstGeom>
          <a:solidFill>
            <a:srgbClr val="C4C4C4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717973" y="7142125"/>
            <a:ext cx="1039898" cy="507189"/>
          </a:xfrm>
          <a:prstGeom prst="rect">
            <a:avLst/>
          </a:prstGeom>
          <a:solidFill>
            <a:srgbClr val="D9D9D9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0717973" y="4606176"/>
            <a:ext cx="1039898" cy="3043138"/>
          </a:xfrm>
          <a:prstGeom prst="rect">
            <a:avLst/>
          </a:prstGeom>
          <a:noFill/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778238" y="3227774"/>
            <a:ext cx="10748615" cy="701690"/>
          </a:xfrm>
          <a:custGeom>
            <a:avLst/>
            <a:gdLst/>
            <a:ahLst/>
            <a:cxnLst/>
            <a:rect l="l" t="t" r="r" b="b"/>
            <a:pathLst>
              <a:path w="1685" h="110">
                <a:moveTo>
                  <a:pt x="1685" y="46"/>
                </a:moveTo>
                <a:lnTo>
                  <a:pt x="1685" y="110"/>
                </a:lnTo>
                <a:lnTo>
                  <a:pt x="98" y="110"/>
                </a:lnTo>
                <a:lnTo>
                  <a:pt x="92" y="110"/>
                </a:lnTo>
                <a:lnTo>
                  <a:pt x="86" y="108"/>
                </a:lnTo>
                <a:lnTo>
                  <a:pt x="80" y="107"/>
                </a:lnTo>
                <a:lnTo>
                  <a:pt x="75" y="104"/>
                </a:lnTo>
                <a:lnTo>
                  <a:pt x="70" y="101"/>
                </a:lnTo>
                <a:lnTo>
                  <a:pt x="65" y="98"/>
                </a:lnTo>
                <a:lnTo>
                  <a:pt x="60" y="94"/>
                </a:lnTo>
                <a:lnTo>
                  <a:pt x="55" y="90"/>
                </a:lnTo>
                <a:lnTo>
                  <a:pt x="51" y="85"/>
                </a:lnTo>
                <a:lnTo>
                  <a:pt x="46" y="80"/>
                </a:lnTo>
                <a:lnTo>
                  <a:pt x="42" y="74"/>
                </a:lnTo>
                <a:lnTo>
                  <a:pt x="38" y="69"/>
                </a:lnTo>
                <a:lnTo>
                  <a:pt x="34" y="63"/>
                </a:lnTo>
                <a:lnTo>
                  <a:pt x="30" y="56"/>
                </a:lnTo>
                <a:lnTo>
                  <a:pt x="26" y="50"/>
                </a:lnTo>
                <a:lnTo>
                  <a:pt x="22" y="43"/>
                </a:lnTo>
                <a:lnTo>
                  <a:pt x="18" y="36"/>
                </a:lnTo>
                <a:lnTo>
                  <a:pt x="15" y="29"/>
                </a:lnTo>
                <a:lnTo>
                  <a:pt x="11" y="22"/>
                </a:lnTo>
                <a:lnTo>
                  <a:pt x="7" y="14"/>
                </a:lnTo>
                <a:lnTo>
                  <a:pt x="4" y="7"/>
                </a:lnTo>
                <a:lnTo>
                  <a:pt x="0" y="0"/>
                </a:lnTo>
              </a:path>
            </a:pathLst>
          </a:custGeom>
          <a:noFill/>
          <a:ln w="25518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11042049" y="3954980"/>
            <a:ext cx="0" cy="625142"/>
          </a:xfrm>
          <a:custGeom>
            <a:avLst/>
            <a:gdLst/>
            <a:ahLst/>
            <a:cxnLst/>
            <a:rect l="l" t="t" r="r" b="b"/>
            <a:pathLst>
              <a:path w="0" h="98">
                <a:moveTo>
                  <a:pt x="0" y="0"/>
                </a:moveTo>
                <a:lnTo>
                  <a:pt x="0" y="98"/>
                </a:lnTo>
              </a:path>
            </a:pathLst>
          </a:custGeom>
          <a:noFill/>
          <a:ln w="25518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2392125" y="3495692"/>
            <a:ext cx="3272427" cy="140338"/>
          </a:xfrm>
          <a:custGeom>
            <a:avLst/>
            <a:gdLst/>
            <a:ahLst/>
            <a:cxnLst/>
            <a:rect l="l" t="t" r="r" b="b"/>
            <a:pathLst>
              <a:path w="513" h="22">
                <a:moveTo>
                  <a:pt x="0" y="4"/>
                </a:moveTo>
                <a:lnTo>
                  <a:pt x="0" y="22"/>
                </a:lnTo>
                <a:lnTo>
                  <a:pt x="479" y="22"/>
                </a:lnTo>
                <a:lnTo>
                  <a:pt x="485" y="22"/>
                </a:lnTo>
                <a:lnTo>
                  <a:pt x="491" y="21"/>
                </a:lnTo>
                <a:lnTo>
                  <a:pt x="496" y="20"/>
                </a:lnTo>
                <a:lnTo>
                  <a:pt x="500" y="19"/>
                </a:lnTo>
                <a:lnTo>
                  <a:pt x="504" y="18"/>
                </a:lnTo>
                <a:lnTo>
                  <a:pt x="507" y="16"/>
                </a:lnTo>
                <a:lnTo>
                  <a:pt x="509" y="14"/>
                </a:lnTo>
                <a:lnTo>
                  <a:pt x="511" y="11"/>
                </a:lnTo>
                <a:lnTo>
                  <a:pt x="512" y="9"/>
                </a:lnTo>
                <a:lnTo>
                  <a:pt x="513" y="6"/>
                </a:lnTo>
                <a:lnTo>
                  <a:pt x="513" y="3"/>
                </a:lnTo>
                <a:lnTo>
                  <a:pt x="513" y="0"/>
                </a:lnTo>
              </a:path>
            </a:pathLst>
          </a:custGeom>
          <a:noFill/>
          <a:ln w="25518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8088572" y="4905451"/>
            <a:ext cx="1856289" cy="733585"/>
          </a:xfrm>
          <a:custGeom>
            <a:avLst/>
            <a:gdLst/>
            <a:ahLst/>
            <a:cxnLst/>
            <a:rect l="l" t="t" r="r" b="b"/>
            <a:pathLst>
              <a:path w="291" h="115">
                <a:moveTo>
                  <a:pt x="0" y="59"/>
                </a:moveTo>
                <a:lnTo>
                  <a:pt x="3" y="62"/>
                </a:lnTo>
                <a:lnTo>
                  <a:pt x="7" y="65"/>
                </a:lnTo>
                <a:lnTo>
                  <a:pt x="10" y="68"/>
                </a:lnTo>
                <a:lnTo>
                  <a:pt x="13" y="70"/>
                </a:lnTo>
                <a:lnTo>
                  <a:pt x="17" y="72"/>
                </a:lnTo>
                <a:lnTo>
                  <a:pt x="20" y="72"/>
                </a:lnTo>
                <a:lnTo>
                  <a:pt x="23" y="72"/>
                </a:lnTo>
                <a:lnTo>
                  <a:pt x="27" y="71"/>
                </a:lnTo>
                <a:lnTo>
                  <a:pt x="30" y="69"/>
                </a:lnTo>
                <a:lnTo>
                  <a:pt x="33" y="66"/>
                </a:lnTo>
                <a:lnTo>
                  <a:pt x="37" y="64"/>
                </a:lnTo>
                <a:lnTo>
                  <a:pt x="40" y="61"/>
                </a:lnTo>
                <a:lnTo>
                  <a:pt x="43" y="58"/>
                </a:lnTo>
                <a:lnTo>
                  <a:pt x="47" y="55"/>
                </a:lnTo>
                <a:lnTo>
                  <a:pt x="50" y="52"/>
                </a:lnTo>
                <a:lnTo>
                  <a:pt x="53" y="50"/>
                </a:lnTo>
                <a:lnTo>
                  <a:pt x="57" y="48"/>
                </a:lnTo>
                <a:lnTo>
                  <a:pt x="60" y="46"/>
                </a:lnTo>
                <a:lnTo>
                  <a:pt x="63" y="44"/>
                </a:lnTo>
                <a:lnTo>
                  <a:pt x="67" y="43"/>
                </a:lnTo>
                <a:lnTo>
                  <a:pt x="70" y="42"/>
                </a:lnTo>
                <a:lnTo>
                  <a:pt x="73" y="41"/>
                </a:lnTo>
                <a:lnTo>
                  <a:pt x="77" y="41"/>
                </a:lnTo>
                <a:lnTo>
                  <a:pt x="80" y="42"/>
                </a:lnTo>
                <a:lnTo>
                  <a:pt x="84" y="43"/>
                </a:lnTo>
                <a:lnTo>
                  <a:pt x="87" y="45"/>
                </a:lnTo>
                <a:lnTo>
                  <a:pt x="90" y="48"/>
                </a:lnTo>
                <a:lnTo>
                  <a:pt x="94" y="52"/>
                </a:lnTo>
                <a:lnTo>
                  <a:pt x="97" y="56"/>
                </a:lnTo>
                <a:lnTo>
                  <a:pt x="100" y="61"/>
                </a:lnTo>
                <a:lnTo>
                  <a:pt x="104" y="67"/>
                </a:lnTo>
                <a:lnTo>
                  <a:pt x="107" y="72"/>
                </a:lnTo>
                <a:lnTo>
                  <a:pt x="110" y="77"/>
                </a:lnTo>
                <a:lnTo>
                  <a:pt x="114" y="81"/>
                </a:lnTo>
                <a:lnTo>
                  <a:pt x="117" y="83"/>
                </a:lnTo>
                <a:lnTo>
                  <a:pt x="120" y="84"/>
                </a:lnTo>
                <a:lnTo>
                  <a:pt x="124" y="82"/>
                </a:lnTo>
                <a:lnTo>
                  <a:pt x="127" y="79"/>
                </a:lnTo>
                <a:lnTo>
                  <a:pt x="130" y="73"/>
                </a:lnTo>
                <a:lnTo>
                  <a:pt x="134" y="65"/>
                </a:lnTo>
                <a:lnTo>
                  <a:pt x="137" y="56"/>
                </a:lnTo>
                <a:lnTo>
                  <a:pt x="140" y="46"/>
                </a:lnTo>
                <a:lnTo>
                  <a:pt x="144" y="36"/>
                </a:lnTo>
                <a:lnTo>
                  <a:pt x="147" y="26"/>
                </a:lnTo>
                <a:lnTo>
                  <a:pt x="150" y="17"/>
                </a:lnTo>
                <a:lnTo>
                  <a:pt x="154" y="10"/>
                </a:lnTo>
                <a:lnTo>
                  <a:pt x="157" y="4"/>
                </a:lnTo>
                <a:lnTo>
                  <a:pt x="160" y="1"/>
                </a:lnTo>
                <a:lnTo>
                  <a:pt x="164" y="0"/>
                </a:lnTo>
                <a:lnTo>
                  <a:pt x="167" y="1"/>
                </a:lnTo>
                <a:lnTo>
                  <a:pt x="170" y="4"/>
                </a:lnTo>
                <a:lnTo>
                  <a:pt x="174" y="8"/>
                </a:lnTo>
                <a:lnTo>
                  <a:pt x="177" y="14"/>
                </a:lnTo>
                <a:lnTo>
                  <a:pt x="180" y="20"/>
                </a:lnTo>
                <a:lnTo>
                  <a:pt x="184" y="28"/>
                </a:lnTo>
                <a:lnTo>
                  <a:pt x="187" y="36"/>
                </a:lnTo>
                <a:lnTo>
                  <a:pt x="190" y="45"/>
                </a:lnTo>
                <a:lnTo>
                  <a:pt x="194" y="53"/>
                </a:lnTo>
                <a:lnTo>
                  <a:pt x="197" y="63"/>
                </a:lnTo>
                <a:lnTo>
                  <a:pt x="200" y="72"/>
                </a:lnTo>
                <a:lnTo>
                  <a:pt x="204" y="82"/>
                </a:lnTo>
                <a:lnTo>
                  <a:pt x="207" y="91"/>
                </a:lnTo>
                <a:lnTo>
                  <a:pt x="210" y="99"/>
                </a:lnTo>
                <a:lnTo>
                  <a:pt x="214" y="106"/>
                </a:lnTo>
                <a:lnTo>
                  <a:pt x="217" y="111"/>
                </a:lnTo>
                <a:lnTo>
                  <a:pt x="220" y="114"/>
                </a:lnTo>
                <a:lnTo>
                  <a:pt x="224" y="115"/>
                </a:lnTo>
                <a:lnTo>
                  <a:pt x="227" y="112"/>
                </a:lnTo>
                <a:lnTo>
                  <a:pt x="230" y="107"/>
                </a:lnTo>
                <a:lnTo>
                  <a:pt x="234" y="98"/>
                </a:lnTo>
                <a:lnTo>
                  <a:pt x="237" y="88"/>
                </a:lnTo>
                <a:lnTo>
                  <a:pt x="240" y="75"/>
                </a:lnTo>
                <a:lnTo>
                  <a:pt x="244" y="62"/>
                </a:lnTo>
                <a:lnTo>
                  <a:pt x="247" y="49"/>
                </a:lnTo>
                <a:lnTo>
                  <a:pt x="250" y="36"/>
                </a:lnTo>
                <a:lnTo>
                  <a:pt x="254" y="26"/>
                </a:lnTo>
                <a:lnTo>
                  <a:pt x="257" y="18"/>
                </a:lnTo>
                <a:lnTo>
                  <a:pt x="261" y="13"/>
                </a:lnTo>
                <a:lnTo>
                  <a:pt x="264" y="11"/>
                </a:lnTo>
                <a:lnTo>
                  <a:pt x="267" y="13"/>
                </a:lnTo>
                <a:lnTo>
                  <a:pt x="271" y="17"/>
                </a:lnTo>
                <a:lnTo>
                  <a:pt x="274" y="24"/>
                </a:lnTo>
                <a:lnTo>
                  <a:pt x="277" y="33"/>
                </a:lnTo>
                <a:lnTo>
                  <a:pt x="281" y="43"/>
                </a:lnTo>
                <a:lnTo>
                  <a:pt x="284" y="52"/>
                </a:lnTo>
                <a:lnTo>
                  <a:pt x="287" y="62"/>
                </a:lnTo>
                <a:lnTo>
                  <a:pt x="291" y="71"/>
                </a:lnTo>
              </a:path>
            </a:pathLst>
          </a:custGeom>
          <a:noFill/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9919345" y="4918209"/>
            <a:ext cx="1365106" cy="574110"/>
          </a:xfrm>
          <a:custGeom>
            <a:avLst/>
            <a:gdLst/>
            <a:ahLst/>
            <a:cxnLst/>
            <a:rect l="l" t="t" r="r" b="b"/>
            <a:pathLst>
              <a:path w="214" h="90">
                <a:moveTo>
                  <a:pt x="0" y="60"/>
                </a:moveTo>
                <a:lnTo>
                  <a:pt x="4" y="69"/>
                </a:lnTo>
                <a:lnTo>
                  <a:pt x="7" y="76"/>
                </a:lnTo>
                <a:lnTo>
                  <a:pt x="10" y="82"/>
                </a:lnTo>
                <a:lnTo>
                  <a:pt x="14" y="86"/>
                </a:lnTo>
                <a:lnTo>
                  <a:pt x="17" y="89"/>
                </a:lnTo>
                <a:lnTo>
                  <a:pt x="20" y="90"/>
                </a:lnTo>
                <a:lnTo>
                  <a:pt x="24" y="90"/>
                </a:lnTo>
                <a:lnTo>
                  <a:pt x="27" y="89"/>
                </a:lnTo>
                <a:lnTo>
                  <a:pt x="30" y="87"/>
                </a:lnTo>
                <a:lnTo>
                  <a:pt x="34" y="84"/>
                </a:lnTo>
                <a:lnTo>
                  <a:pt x="37" y="80"/>
                </a:lnTo>
                <a:lnTo>
                  <a:pt x="40" y="74"/>
                </a:lnTo>
                <a:lnTo>
                  <a:pt x="44" y="68"/>
                </a:lnTo>
                <a:lnTo>
                  <a:pt x="47" y="60"/>
                </a:lnTo>
                <a:lnTo>
                  <a:pt x="50" y="52"/>
                </a:lnTo>
                <a:lnTo>
                  <a:pt x="54" y="43"/>
                </a:lnTo>
                <a:lnTo>
                  <a:pt x="57" y="33"/>
                </a:lnTo>
                <a:lnTo>
                  <a:pt x="60" y="24"/>
                </a:lnTo>
                <a:lnTo>
                  <a:pt x="64" y="16"/>
                </a:lnTo>
                <a:lnTo>
                  <a:pt x="67" y="9"/>
                </a:lnTo>
                <a:lnTo>
                  <a:pt x="70" y="4"/>
                </a:lnTo>
                <a:lnTo>
                  <a:pt x="74" y="0"/>
                </a:lnTo>
                <a:lnTo>
                  <a:pt x="77" y="0"/>
                </a:lnTo>
                <a:lnTo>
                  <a:pt x="80" y="2"/>
                </a:lnTo>
                <a:lnTo>
                  <a:pt x="84" y="6"/>
                </a:lnTo>
                <a:lnTo>
                  <a:pt x="87" y="12"/>
                </a:lnTo>
                <a:lnTo>
                  <a:pt x="90" y="20"/>
                </a:lnTo>
                <a:lnTo>
                  <a:pt x="94" y="28"/>
                </a:lnTo>
                <a:lnTo>
                  <a:pt x="97" y="38"/>
                </a:lnTo>
                <a:lnTo>
                  <a:pt x="100" y="46"/>
                </a:lnTo>
                <a:lnTo>
                  <a:pt x="104" y="55"/>
                </a:lnTo>
                <a:lnTo>
                  <a:pt x="107" y="62"/>
                </a:lnTo>
                <a:lnTo>
                  <a:pt x="110" y="68"/>
                </a:lnTo>
                <a:lnTo>
                  <a:pt x="114" y="72"/>
                </a:lnTo>
                <a:lnTo>
                  <a:pt x="117" y="74"/>
                </a:lnTo>
                <a:lnTo>
                  <a:pt x="120" y="75"/>
                </a:lnTo>
                <a:lnTo>
                  <a:pt x="124" y="75"/>
                </a:lnTo>
                <a:lnTo>
                  <a:pt x="127" y="74"/>
                </a:lnTo>
                <a:lnTo>
                  <a:pt x="131" y="72"/>
                </a:lnTo>
                <a:lnTo>
                  <a:pt x="134" y="70"/>
                </a:lnTo>
                <a:lnTo>
                  <a:pt x="137" y="67"/>
                </a:lnTo>
                <a:lnTo>
                  <a:pt x="141" y="65"/>
                </a:lnTo>
                <a:lnTo>
                  <a:pt x="144" y="62"/>
                </a:lnTo>
                <a:lnTo>
                  <a:pt x="147" y="59"/>
                </a:lnTo>
                <a:lnTo>
                  <a:pt x="151" y="56"/>
                </a:lnTo>
                <a:lnTo>
                  <a:pt x="154" y="54"/>
                </a:lnTo>
                <a:lnTo>
                  <a:pt x="157" y="51"/>
                </a:lnTo>
                <a:lnTo>
                  <a:pt x="161" y="49"/>
                </a:lnTo>
                <a:lnTo>
                  <a:pt x="164" y="47"/>
                </a:lnTo>
                <a:lnTo>
                  <a:pt x="167" y="45"/>
                </a:lnTo>
                <a:lnTo>
                  <a:pt x="171" y="43"/>
                </a:lnTo>
                <a:lnTo>
                  <a:pt x="174" y="42"/>
                </a:lnTo>
                <a:lnTo>
                  <a:pt x="177" y="42"/>
                </a:lnTo>
                <a:lnTo>
                  <a:pt x="181" y="42"/>
                </a:lnTo>
                <a:lnTo>
                  <a:pt x="184" y="43"/>
                </a:lnTo>
                <a:lnTo>
                  <a:pt x="187" y="45"/>
                </a:lnTo>
                <a:lnTo>
                  <a:pt x="191" y="47"/>
                </a:lnTo>
                <a:lnTo>
                  <a:pt x="194" y="49"/>
                </a:lnTo>
                <a:lnTo>
                  <a:pt x="197" y="52"/>
                </a:lnTo>
                <a:lnTo>
                  <a:pt x="201" y="55"/>
                </a:lnTo>
                <a:lnTo>
                  <a:pt x="204" y="59"/>
                </a:lnTo>
                <a:lnTo>
                  <a:pt x="207" y="61"/>
                </a:lnTo>
                <a:lnTo>
                  <a:pt x="211" y="64"/>
                </a:lnTo>
                <a:lnTo>
                  <a:pt x="214" y="66"/>
                </a:lnTo>
              </a:path>
            </a:pathLst>
          </a:custGeom>
          <a:noFill/>
          <a:ln w="5103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8094951" y="6353484"/>
            <a:ext cx="1562855" cy="363603"/>
          </a:xfrm>
          <a:custGeom>
            <a:avLst/>
            <a:gdLst/>
            <a:ahLst/>
            <a:cxnLst/>
            <a:rect l="l" t="t" r="r" b="b"/>
            <a:pathLst>
              <a:path w="245" h="57">
                <a:moveTo>
                  <a:pt x="0" y="45"/>
                </a:moveTo>
                <a:lnTo>
                  <a:pt x="4" y="47"/>
                </a:lnTo>
                <a:lnTo>
                  <a:pt x="7" y="48"/>
                </a:lnTo>
                <a:lnTo>
                  <a:pt x="11" y="49"/>
                </a:lnTo>
                <a:lnTo>
                  <a:pt x="14" y="50"/>
                </a:lnTo>
                <a:lnTo>
                  <a:pt x="18" y="49"/>
                </a:lnTo>
                <a:lnTo>
                  <a:pt x="21" y="48"/>
                </a:lnTo>
                <a:lnTo>
                  <a:pt x="25" y="46"/>
                </a:lnTo>
                <a:lnTo>
                  <a:pt x="28" y="44"/>
                </a:lnTo>
                <a:lnTo>
                  <a:pt x="32" y="41"/>
                </a:lnTo>
                <a:lnTo>
                  <a:pt x="36" y="38"/>
                </a:lnTo>
                <a:lnTo>
                  <a:pt x="39" y="34"/>
                </a:lnTo>
                <a:lnTo>
                  <a:pt x="43" y="31"/>
                </a:lnTo>
                <a:lnTo>
                  <a:pt x="46" y="28"/>
                </a:lnTo>
                <a:lnTo>
                  <a:pt x="50" y="25"/>
                </a:lnTo>
                <a:lnTo>
                  <a:pt x="53" y="23"/>
                </a:lnTo>
                <a:lnTo>
                  <a:pt x="57" y="21"/>
                </a:lnTo>
                <a:lnTo>
                  <a:pt x="60" y="20"/>
                </a:lnTo>
                <a:lnTo>
                  <a:pt x="64" y="20"/>
                </a:lnTo>
                <a:lnTo>
                  <a:pt x="68" y="20"/>
                </a:lnTo>
                <a:lnTo>
                  <a:pt x="71" y="20"/>
                </a:lnTo>
                <a:lnTo>
                  <a:pt x="75" y="22"/>
                </a:lnTo>
                <a:lnTo>
                  <a:pt x="78" y="23"/>
                </a:lnTo>
                <a:lnTo>
                  <a:pt x="82" y="25"/>
                </a:lnTo>
                <a:lnTo>
                  <a:pt x="85" y="27"/>
                </a:lnTo>
                <a:lnTo>
                  <a:pt x="89" y="29"/>
                </a:lnTo>
                <a:lnTo>
                  <a:pt x="92" y="31"/>
                </a:lnTo>
                <a:lnTo>
                  <a:pt x="96" y="33"/>
                </a:lnTo>
                <a:lnTo>
                  <a:pt x="100" y="35"/>
                </a:lnTo>
                <a:lnTo>
                  <a:pt x="103" y="37"/>
                </a:lnTo>
                <a:lnTo>
                  <a:pt x="107" y="39"/>
                </a:lnTo>
                <a:lnTo>
                  <a:pt x="110" y="41"/>
                </a:lnTo>
                <a:lnTo>
                  <a:pt x="114" y="43"/>
                </a:lnTo>
                <a:lnTo>
                  <a:pt x="117" y="45"/>
                </a:lnTo>
                <a:lnTo>
                  <a:pt x="121" y="46"/>
                </a:lnTo>
                <a:lnTo>
                  <a:pt x="125" y="47"/>
                </a:lnTo>
                <a:lnTo>
                  <a:pt x="128" y="47"/>
                </a:lnTo>
                <a:lnTo>
                  <a:pt x="132" y="47"/>
                </a:lnTo>
                <a:lnTo>
                  <a:pt x="135" y="46"/>
                </a:lnTo>
                <a:lnTo>
                  <a:pt x="139" y="44"/>
                </a:lnTo>
                <a:lnTo>
                  <a:pt x="142" y="41"/>
                </a:lnTo>
                <a:lnTo>
                  <a:pt x="146" y="37"/>
                </a:lnTo>
                <a:lnTo>
                  <a:pt x="149" y="33"/>
                </a:lnTo>
                <a:lnTo>
                  <a:pt x="153" y="28"/>
                </a:lnTo>
                <a:lnTo>
                  <a:pt x="157" y="23"/>
                </a:lnTo>
                <a:lnTo>
                  <a:pt x="160" y="17"/>
                </a:lnTo>
                <a:lnTo>
                  <a:pt x="164" y="12"/>
                </a:lnTo>
                <a:lnTo>
                  <a:pt x="167" y="8"/>
                </a:lnTo>
                <a:lnTo>
                  <a:pt x="171" y="4"/>
                </a:lnTo>
                <a:lnTo>
                  <a:pt x="174" y="1"/>
                </a:lnTo>
                <a:lnTo>
                  <a:pt x="178" y="0"/>
                </a:lnTo>
                <a:lnTo>
                  <a:pt x="181" y="0"/>
                </a:lnTo>
                <a:lnTo>
                  <a:pt x="185" y="1"/>
                </a:lnTo>
                <a:lnTo>
                  <a:pt x="189" y="3"/>
                </a:lnTo>
                <a:lnTo>
                  <a:pt x="192" y="6"/>
                </a:lnTo>
                <a:lnTo>
                  <a:pt x="196" y="11"/>
                </a:lnTo>
                <a:lnTo>
                  <a:pt x="199" y="16"/>
                </a:lnTo>
                <a:lnTo>
                  <a:pt x="203" y="21"/>
                </a:lnTo>
                <a:lnTo>
                  <a:pt x="206" y="26"/>
                </a:lnTo>
                <a:lnTo>
                  <a:pt x="210" y="32"/>
                </a:lnTo>
                <a:lnTo>
                  <a:pt x="213" y="37"/>
                </a:lnTo>
                <a:lnTo>
                  <a:pt x="217" y="41"/>
                </a:lnTo>
                <a:lnTo>
                  <a:pt x="221" y="45"/>
                </a:lnTo>
                <a:lnTo>
                  <a:pt x="224" y="48"/>
                </a:lnTo>
                <a:lnTo>
                  <a:pt x="228" y="51"/>
                </a:lnTo>
                <a:lnTo>
                  <a:pt x="231" y="53"/>
                </a:lnTo>
                <a:lnTo>
                  <a:pt x="235" y="55"/>
                </a:lnTo>
                <a:lnTo>
                  <a:pt x="238" y="56"/>
                </a:lnTo>
                <a:lnTo>
                  <a:pt x="242" y="57"/>
                </a:lnTo>
                <a:lnTo>
                  <a:pt x="245" y="57"/>
                </a:lnTo>
              </a:path>
            </a:pathLst>
          </a:custGeom>
          <a:noFill/>
          <a:ln w="1594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9638669" y="6410895"/>
            <a:ext cx="1633024" cy="306192"/>
          </a:xfrm>
          <a:custGeom>
            <a:avLst/>
            <a:gdLst/>
            <a:ahLst/>
            <a:cxnLst/>
            <a:rect l="l" t="t" r="r" b="b"/>
            <a:pathLst>
              <a:path w="256" h="48">
                <a:moveTo>
                  <a:pt x="0" y="48"/>
                </a:moveTo>
                <a:lnTo>
                  <a:pt x="3" y="48"/>
                </a:lnTo>
                <a:lnTo>
                  <a:pt x="7" y="47"/>
                </a:lnTo>
                <a:lnTo>
                  <a:pt x="11" y="46"/>
                </a:lnTo>
                <a:lnTo>
                  <a:pt x="14" y="45"/>
                </a:lnTo>
                <a:lnTo>
                  <a:pt x="18" y="42"/>
                </a:lnTo>
                <a:lnTo>
                  <a:pt x="21" y="40"/>
                </a:lnTo>
                <a:lnTo>
                  <a:pt x="25" y="36"/>
                </a:lnTo>
                <a:lnTo>
                  <a:pt x="28" y="32"/>
                </a:lnTo>
                <a:lnTo>
                  <a:pt x="32" y="28"/>
                </a:lnTo>
                <a:lnTo>
                  <a:pt x="35" y="24"/>
                </a:lnTo>
                <a:lnTo>
                  <a:pt x="39" y="19"/>
                </a:lnTo>
                <a:lnTo>
                  <a:pt x="43" y="15"/>
                </a:lnTo>
                <a:lnTo>
                  <a:pt x="46" y="11"/>
                </a:lnTo>
                <a:lnTo>
                  <a:pt x="50" y="7"/>
                </a:lnTo>
                <a:lnTo>
                  <a:pt x="53" y="5"/>
                </a:lnTo>
                <a:lnTo>
                  <a:pt x="57" y="4"/>
                </a:lnTo>
                <a:lnTo>
                  <a:pt x="60" y="3"/>
                </a:lnTo>
                <a:lnTo>
                  <a:pt x="64" y="4"/>
                </a:lnTo>
                <a:lnTo>
                  <a:pt x="67" y="6"/>
                </a:lnTo>
                <a:lnTo>
                  <a:pt x="71" y="10"/>
                </a:lnTo>
                <a:lnTo>
                  <a:pt x="75" y="14"/>
                </a:lnTo>
                <a:lnTo>
                  <a:pt x="78" y="18"/>
                </a:lnTo>
                <a:lnTo>
                  <a:pt x="82" y="23"/>
                </a:lnTo>
                <a:lnTo>
                  <a:pt x="85" y="28"/>
                </a:lnTo>
                <a:lnTo>
                  <a:pt x="89" y="32"/>
                </a:lnTo>
                <a:lnTo>
                  <a:pt x="92" y="36"/>
                </a:lnTo>
                <a:lnTo>
                  <a:pt x="96" y="40"/>
                </a:lnTo>
                <a:lnTo>
                  <a:pt x="99" y="42"/>
                </a:lnTo>
                <a:lnTo>
                  <a:pt x="103" y="43"/>
                </a:lnTo>
                <a:lnTo>
                  <a:pt x="107" y="44"/>
                </a:lnTo>
                <a:lnTo>
                  <a:pt x="110" y="43"/>
                </a:lnTo>
                <a:lnTo>
                  <a:pt x="114" y="42"/>
                </a:lnTo>
                <a:lnTo>
                  <a:pt x="117" y="40"/>
                </a:lnTo>
                <a:lnTo>
                  <a:pt x="121" y="37"/>
                </a:lnTo>
                <a:lnTo>
                  <a:pt x="124" y="34"/>
                </a:lnTo>
                <a:lnTo>
                  <a:pt x="128" y="31"/>
                </a:lnTo>
                <a:lnTo>
                  <a:pt x="131" y="28"/>
                </a:lnTo>
                <a:lnTo>
                  <a:pt x="135" y="24"/>
                </a:lnTo>
                <a:lnTo>
                  <a:pt x="139" y="21"/>
                </a:lnTo>
                <a:lnTo>
                  <a:pt x="142" y="18"/>
                </a:lnTo>
                <a:lnTo>
                  <a:pt x="146" y="15"/>
                </a:lnTo>
                <a:lnTo>
                  <a:pt x="149" y="12"/>
                </a:lnTo>
                <a:lnTo>
                  <a:pt x="153" y="9"/>
                </a:lnTo>
                <a:lnTo>
                  <a:pt x="156" y="7"/>
                </a:lnTo>
                <a:lnTo>
                  <a:pt x="160" y="5"/>
                </a:lnTo>
                <a:lnTo>
                  <a:pt x="164" y="3"/>
                </a:lnTo>
                <a:lnTo>
                  <a:pt x="167" y="2"/>
                </a:lnTo>
                <a:lnTo>
                  <a:pt x="171" y="1"/>
                </a:lnTo>
                <a:lnTo>
                  <a:pt x="174" y="0"/>
                </a:lnTo>
                <a:lnTo>
                  <a:pt x="178" y="1"/>
                </a:lnTo>
                <a:lnTo>
                  <a:pt x="181" y="2"/>
                </a:lnTo>
                <a:lnTo>
                  <a:pt x="185" y="3"/>
                </a:lnTo>
                <a:lnTo>
                  <a:pt x="188" y="6"/>
                </a:lnTo>
                <a:lnTo>
                  <a:pt x="192" y="9"/>
                </a:lnTo>
                <a:lnTo>
                  <a:pt x="196" y="12"/>
                </a:lnTo>
                <a:lnTo>
                  <a:pt x="199" y="16"/>
                </a:lnTo>
                <a:lnTo>
                  <a:pt x="203" y="20"/>
                </a:lnTo>
                <a:lnTo>
                  <a:pt x="206" y="25"/>
                </a:lnTo>
                <a:lnTo>
                  <a:pt x="210" y="28"/>
                </a:lnTo>
                <a:lnTo>
                  <a:pt x="213" y="32"/>
                </a:lnTo>
                <a:lnTo>
                  <a:pt x="217" y="35"/>
                </a:lnTo>
                <a:lnTo>
                  <a:pt x="220" y="37"/>
                </a:lnTo>
                <a:lnTo>
                  <a:pt x="224" y="38"/>
                </a:lnTo>
                <a:lnTo>
                  <a:pt x="228" y="39"/>
                </a:lnTo>
                <a:lnTo>
                  <a:pt x="231" y="39"/>
                </a:lnTo>
                <a:lnTo>
                  <a:pt x="235" y="38"/>
                </a:lnTo>
                <a:lnTo>
                  <a:pt x="238" y="37"/>
                </a:lnTo>
                <a:lnTo>
                  <a:pt x="242" y="35"/>
                </a:lnTo>
                <a:lnTo>
                  <a:pt x="245" y="33"/>
                </a:lnTo>
                <a:lnTo>
                  <a:pt x="249" y="30"/>
                </a:lnTo>
                <a:lnTo>
                  <a:pt x="252" y="28"/>
                </a:lnTo>
                <a:lnTo>
                  <a:pt x="256" y="26"/>
                </a:lnTo>
              </a:path>
            </a:pathLst>
          </a:custGeom>
          <a:noFill/>
          <a:ln w="3827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Rounded Rectangle 268"/>
          <p:cNvSpPr/>
          <p:nvPr/>
        </p:nvSpPr>
        <p:spPr>
          <a:xfrm>
            <a:off x="5448303" y="5186733"/>
            <a:ext cx="2194632" cy="1754430"/>
          </a:xfrm>
          <a:prstGeom prst="roundRect">
            <a:avLst/>
          </a:prstGeom>
          <a:solidFill>
            <a:srgbClr val="FFFFFF"/>
          </a:solidFill>
          <a:ln w="7017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5594383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5696447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5804890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5906954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6009018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6111082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6219525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6321589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6423653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6532096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6634160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6736224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6844667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6946731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7048795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7157238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7259302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7361366" y="5320086"/>
            <a:ext cx="0" cy="1441654"/>
          </a:xfrm>
          <a:custGeom>
            <a:avLst/>
            <a:gdLst/>
            <a:ahLst/>
            <a:cxnLst/>
            <a:rect l="l" t="t" r="r" b="b"/>
            <a:pathLst>
              <a:path w="0" h="226">
                <a:moveTo>
                  <a:pt x="0" y="0"/>
                </a:moveTo>
                <a:lnTo>
                  <a:pt x="0" y="226"/>
                </a:lnTo>
              </a:path>
            </a:pathLst>
          </a:custGeom>
          <a:noFill/>
          <a:ln w="25518">
            <a:solidFill>
              <a:srgbClr val="00EF62">
                <a:alpha val="6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5562488" y="5479561"/>
            <a:ext cx="1913700" cy="312571"/>
          </a:xfrm>
          <a:custGeom>
            <a:avLst/>
            <a:gdLst/>
            <a:ahLst/>
            <a:cxnLst/>
            <a:rect l="l" t="t" r="r" b="b"/>
            <a:pathLst>
              <a:path w="300" h="49">
                <a:moveTo>
                  <a:pt x="0" y="31"/>
                </a:moveTo>
                <a:lnTo>
                  <a:pt x="3" y="41"/>
                </a:lnTo>
                <a:lnTo>
                  <a:pt x="5" y="48"/>
                </a:lnTo>
                <a:lnTo>
                  <a:pt x="8" y="49"/>
                </a:lnTo>
                <a:lnTo>
                  <a:pt x="10" y="46"/>
                </a:lnTo>
                <a:lnTo>
                  <a:pt x="13" y="40"/>
                </a:lnTo>
                <a:lnTo>
                  <a:pt x="16" y="33"/>
                </a:lnTo>
                <a:lnTo>
                  <a:pt x="18" y="26"/>
                </a:lnTo>
                <a:lnTo>
                  <a:pt x="21" y="21"/>
                </a:lnTo>
                <a:lnTo>
                  <a:pt x="23" y="17"/>
                </a:lnTo>
                <a:lnTo>
                  <a:pt x="26" y="15"/>
                </a:lnTo>
                <a:lnTo>
                  <a:pt x="29" y="15"/>
                </a:lnTo>
                <a:lnTo>
                  <a:pt x="31" y="17"/>
                </a:lnTo>
                <a:lnTo>
                  <a:pt x="34" y="22"/>
                </a:lnTo>
                <a:lnTo>
                  <a:pt x="37" y="28"/>
                </a:lnTo>
                <a:lnTo>
                  <a:pt x="39" y="35"/>
                </a:lnTo>
                <a:lnTo>
                  <a:pt x="42" y="41"/>
                </a:lnTo>
                <a:lnTo>
                  <a:pt x="44" y="43"/>
                </a:lnTo>
                <a:lnTo>
                  <a:pt x="47" y="40"/>
                </a:lnTo>
                <a:lnTo>
                  <a:pt x="50" y="33"/>
                </a:lnTo>
                <a:lnTo>
                  <a:pt x="52" y="23"/>
                </a:lnTo>
                <a:lnTo>
                  <a:pt x="55" y="14"/>
                </a:lnTo>
                <a:lnTo>
                  <a:pt x="57" y="7"/>
                </a:lnTo>
                <a:lnTo>
                  <a:pt x="60" y="4"/>
                </a:lnTo>
                <a:lnTo>
                  <a:pt x="63" y="5"/>
                </a:lnTo>
                <a:lnTo>
                  <a:pt x="65" y="8"/>
                </a:lnTo>
                <a:lnTo>
                  <a:pt x="68" y="14"/>
                </a:lnTo>
                <a:lnTo>
                  <a:pt x="70" y="20"/>
                </a:lnTo>
                <a:lnTo>
                  <a:pt x="73" y="27"/>
                </a:lnTo>
                <a:lnTo>
                  <a:pt x="76" y="34"/>
                </a:lnTo>
                <a:lnTo>
                  <a:pt x="78" y="41"/>
                </a:lnTo>
                <a:lnTo>
                  <a:pt x="81" y="46"/>
                </a:lnTo>
                <a:lnTo>
                  <a:pt x="83" y="47"/>
                </a:lnTo>
                <a:lnTo>
                  <a:pt x="86" y="44"/>
                </a:lnTo>
                <a:lnTo>
                  <a:pt x="89" y="37"/>
                </a:lnTo>
                <a:lnTo>
                  <a:pt x="91" y="28"/>
                </a:lnTo>
                <a:lnTo>
                  <a:pt x="94" y="19"/>
                </a:lnTo>
                <a:lnTo>
                  <a:pt x="97" y="13"/>
                </a:lnTo>
                <a:lnTo>
                  <a:pt x="99" y="12"/>
                </a:lnTo>
                <a:lnTo>
                  <a:pt x="102" y="15"/>
                </a:lnTo>
                <a:lnTo>
                  <a:pt x="104" y="21"/>
                </a:lnTo>
                <a:lnTo>
                  <a:pt x="107" y="28"/>
                </a:lnTo>
                <a:lnTo>
                  <a:pt x="110" y="34"/>
                </a:lnTo>
                <a:lnTo>
                  <a:pt x="112" y="38"/>
                </a:lnTo>
                <a:lnTo>
                  <a:pt x="115" y="40"/>
                </a:lnTo>
                <a:lnTo>
                  <a:pt x="117" y="40"/>
                </a:lnTo>
                <a:lnTo>
                  <a:pt x="120" y="38"/>
                </a:lnTo>
                <a:lnTo>
                  <a:pt x="123" y="34"/>
                </a:lnTo>
                <a:lnTo>
                  <a:pt x="125" y="28"/>
                </a:lnTo>
                <a:lnTo>
                  <a:pt x="128" y="20"/>
                </a:lnTo>
                <a:lnTo>
                  <a:pt x="130" y="11"/>
                </a:lnTo>
                <a:lnTo>
                  <a:pt x="133" y="4"/>
                </a:lnTo>
                <a:lnTo>
                  <a:pt x="136" y="0"/>
                </a:lnTo>
                <a:lnTo>
                  <a:pt x="138" y="2"/>
                </a:lnTo>
                <a:lnTo>
                  <a:pt x="141" y="9"/>
                </a:lnTo>
                <a:lnTo>
                  <a:pt x="143" y="18"/>
                </a:lnTo>
                <a:lnTo>
                  <a:pt x="146" y="29"/>
                </a:lnTo>
                <a:lnTo>
                  <a:pt x="149" y="37"/>
                </a:lnTo>
                <a:lnTo>
                  <a:pt x="151" y="42"/>
                </a:lnTo>
                <a:lnTo>
                  <a:pt x="154" y="43"/>
                </a:lnTo>
                <a:lnTo>
                  <a:pt x="157" y="41"/>
                </a:lnTo>
                <a:lnTo>
                  <a:pt x="159" y="37"/>
                </a:lnTo>
                <a:lnTo>
                  <a:pt x="162" y="33"/>
                </a:lnTo>
                <a:lnTo>
                  <a:pt x="164" y="28"/>
                </a:lnTo>
                <a:lnTo>
                  <a:pt x="167" y="23"/>
                </a:lnTo>
                <a:lnTo>
                  <a:pt x="170" y="18"/>
                </a:lnTo>
                <a:lnTo>
                  <a:pt x="172" y="14"/>
                </a:lnTo>
                <a:lnTo>
                  <a:pt x="175" y="14"/>
                </a:lnTo>
                <a:lnTo>
                  <a:pt x="177" y="17"/>
                </a:lnTo>
                <a:lnTo>
                  <a:pt x="180" y="24"/>
                </a:lnTo>
                <a:lnTo>
                  <a:pt x="183" y="33"/>
                </a:lnTo>
                <a:lnTo>
                  <a:pt x="185" y="42"/>
                </a:lnTo>
                <a:lnTo>
                  <a:pt x="188" y="46"/>
                </a:lnTo>
                <a:lnTo>
                  <a:pt x="190" y="47"/>
                </a:lnTo>
                <a:lnTo>
                  <a:pt x="193" y="42"/>
                </a:lnTo>
                <a:lnTo>
                  <a:pt x="196" y="34"/>
                </a:lnTo>
                <a:lnTo>
                  <a:pt x="198" y="25"/>
                </a:lnTo>
                <a:lnTo>
                  <a:pt x="201" y="17"/>
                </a:lnTo>
                <a:lnTo>
                  <a:pt x="203" y="11"/>
                </a:lnTo>
                <a:lnTo>
                  <a:pt x="206" y="7"/>
                </a:lnTo>
                <a:lnTo>
                  <a:pt x="209" y="5"/>
                </a:lnTo>
                <a:lnTo>
                  <a:pt x="211" y="6"/>
                </a:lnTo>
                <a:lnTo>
                  <a:pt x="214" y="8"/>
                </a:lnTo>
                <a:lnTo>
                  <a:pt x="217" y="14"/>
                </a:lnTo>
                <a:lnTo>
                  <a:pt x="219" y="22"/>
                </a:lnTo>
                <a:lnTo>
                  <a:pt x="222" y="31"/>
                </a:lnTo>
                <a:lnTo>
                  <a:pt x="224" y="39"/>
                </a:lnTo>
                <a:lnTo>
                  <a:pt x="227" y="44"/>
                </a:lnTo>
                <a:lnTo>
                  <a:pt x="230" y="44"/>
                </a:lnTo>
                <a:lnTo>
                  <a:pt x="232" y="39"/>
                </a:lnTo>
                <a:lnTo>
                  <a:pt x="235" y="31"/>
                </a:lnTo>
                <a:lnTo>
                  <a:pt x="237" y="23"/>
                </a:lnTo>
                <a:lnTo>
                  <a:pt x="240" y="17"/>
                </a:lnTo>
                <a:lnTo>
                  <a:pt x="243" y="14"/>
                </a:lnTo>
                <a:lnTo>
                  <a:pt x="245" y="14"/>
                </a:lnTo>
                <a:lnTo>
                  <a:pt x="248" y="18"/>
                </a:lnTo>
                <a:lnTo>
                  <a:pt x="250" y="22"/>
                </a:lnTo>
                <a:lnTo>
                  <a:pt x="253" y="28"/>
                </a:lnTo>
                <a:lnTo>
                  <a:pt x="256" y="33"/>
                </a:lnTo>
                <a:lnTo>
                  <a:pt x="258" y="39"/>
                </a:lnTo>
                <a:lnTo>
                  <a:pt x="261" y="43"/>
                </a:lnTo>
                <a:lnTo>
                  <a:pt x="263" y="46"/>
                </a:lnTo>
                <a:lnTo>
                  <a:pt x="266" y="46"/>
                </a:lnTo>
                <a:lnTo>
                  <a:pt x="269" y="41"/>
                </a:lnTo>
                <a:lnTo>
                  <a:pt x="271" y="33"/>
                </a:lnTo>
                <a:lnTo>
                  <a:pt x="274" y="22"/>
                </a:lnTo>
                <a:lnTo>
                  <a:pt x="277" y="12"/>
                </a:lnTo>
                <a:lnTo>
                  <a:pt x="279" y="4"/>
                </a:lnTo>
                <a:lnTo>
                  <a:pt x="282" y="2"/>
                </a:lnTo>
                <a:lnTo>
                  <a:pt x="284" y="4"/>
                </a:lnTo>
                <a:lnTo>
                  <a:pt x="287" y="10"/>
                </a:lnTo>
                <a:lnTo>
                  <a:pt x="290" y="18"/>
                </a:lnTo>
                <a:lnTo>
                  <a:pt x="292" y="25"/>
                </a:lnTo>
                <a:lnTo>
                  <a:pt x="295" y="31"/>
                </a:lnTo>
                <a:lnTo>
                  <a:pt x="297" y="35"/>
                </a:lnTo>
                <a:lnTo>
                  <a:pt x="300" y="37"/>
                </a:lnTo>
              </a:path>
            </a:pathLst>
          </a:custGeom>
          <a:noFill/>
          <a:ln w="2870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5562488" y="6238662"/>
            <a:ext cx="1913700" cy="433772"/>
          </a:xfrm>
          <a:custGeom>
            <a:avLst/>
            <a:gdLst/>
            <a:ahLst/>
            <a:cxnLst/>
            <a:rect l="l" t="t" r="r" b="b"/>
            <a:pathLst>
              <a:path w="300" h="68">
                <a:moveTo>
                  <a:pt x="0" y="49"/>
                </a:moveTo>
                <a:lnTo>
                  <a:pt x="3" y="58"/>
                </a:lnTo>
                <a:lnTo>
                  <a:pt x="5" y="65"/>
                </a:lnTo>
                <a:lnTo>
                  <a:pt x="8" y="68"/>
                </a:lnTo>
                <a:lnTo>
                  <a:pt x="10" y="68"/>
                </a:lnTo>
                <a:lnTo>
                  <a:pt x="13" y="64"/>
                </a:lnTo>
                <a:lnTo>
                  <a:pt x="16" y="58"/>
                </a:lnTo>
                <a:lnTo>
                  <a:pt x="18" y="50"/>
                </a:lnTo>
                <a:lnTo>
                  <a:pt x="21" y="42"/>
                </a:lnTo>
                <a:lnTo>
                  <a:pt x="23" y="35"/>
                </a:lnTo>
                <a:lnTo>
                  <a:pt x="26" y="28"/>
                </a:lnTo>
                <a:lnTo>
                  <a:pt x="29" y="24"/>
                </a:lnTo>
                <a:lnTo>
                  <a:pt x="31" y="21"/>
                </a:lnTo>
                <a:lnTo>
                  <a:pt x="34" y="20"/>
                </a:lnTo>
                <a:lnTo>
                  <a:pt x="37" y="20"/>
                </a:lnTo>
                <a:lnTo>
                  <a:pt x="39" y="21"/>
                </a:lnTo>
                <a:lnTo>
                  <a:pt x="42" y="24"/>
                </a:lnTo>
                <a:lnTo>
                  <a:pt x="44" y="27"/>
                </a:lnTo>
                <a:lnTo>
                  <a:pt x="47" y="32"/>
                </a:lnTo>
                <a:lnTo>
                  <a:pt x="50" y="37"/>
                </a:lnTo>
                <a:lnTo>
                  <a:pt x="52" y="44"/>
                </a:lnTo>
                <a:lnTo>
                  <a:pt x="55" y="50"/>
                </a:lnTo>
                <a:lnTo>
                  <a:pt x="57" y="54"/>
                </a:lnTo>
                <a:lnTo>
                  <a:pt x="60" y="57"/>
                </a:lnTo>
                <a:lnTo>
                  <a:pt x="63" y="57"/>
                </a:lnTo>
                <a:lnTo>
                  <a:pt x="65" y="53"/>
                </a:lnTo>
                <a:lnTo>
                  <a:pt x="68" y="46"/>
                </a:lnTo>
                <a:lnTo>
                  <a:pt x="70" y="38"/>
                </a:lnTo>
                <a:lnTo>
                  <a:pt x="73" y="28"/>
                </a:lnTo>
                <a:lnTo>
                  <a:pt x="76" y="18"/>
                </a:lnTo>
                <a:lnTo>
                  <a:pt x="78" y="10"/>
                </a:lnTo>
                <a:lnTo>
                  <a:pt x="81" y="5"/>
                </a:lnTo>
                <a:lnTo>
                  <a:pt x="83" y="3"/>
                </a:lnTo>
                <a:lnTo>
                  <a:pt x="86" y="4"/>
                </a:lnTo>
                <a:lnTo>
                  <a:pt x="89" y="7"/>
                </a:lnTo>
                <a:lnTo>
                  <a:pt x="91" y="12"/>
                </a:lnTo>
                <a:lnTo>
                  <a:pt x="94" y="19"/>
                </a:lnTo>
                <a:lnTo>
                  <a:pt x="97" y="26"/>
                </a:lnTo>
                <a:lnTo>
                  <a:pt x="99" y="33"/>
                </a:lnTo>
                <a:lnTo>
                  <a:pt x="102" y="40"/>
                </a:lnTo>
                <a:lnTo>
                  <a:pt x="104" y="46"/>
                </a:lnTo>
                <a:lnTo>
                  <a:pt x="107" y="52"/>
                </a:lnTo>
                <a:lnTo>
                  <a:pt x="110" y="57"/>
                </a:lnTo>
                <a:lnTo>
                  <a:pt x="112" y="61"/>
                </a:lnTo>
                <a:lnTo>
                  <a:pt x="115" y="62"/>
                </a:lnTo>
                <a:lnTo>
                  <a:pt x="117" y="62"/>
                </a:lnTo>
                <a:lnTo>
                  <a:pt x="120" y="59"/>
                </a:lnTo>
                <a:lnTo>
                  <a:pt x="123" y="53"/>
                </a:lnTo>
                <a:lnTo>
                  <a:pt x="125" y="45"/>
                </a:lnTo>
                <a:lnTo>
                  <a:pt x="128" y="36"/>
                </a:lnTo>
                <a:lnTo>
                  <a:pt x="130" y="27"/>
                </a:lnTo>
                <a:lnTo>
                  <a:pt x="133" y="20"/>
                </a:lnTo>
                <a:lnTo>
                  <a:pt x="136" y="16"/>
                </a:lnTo>
                <a:lnTo>
                  <a:pt x="138" y="15"/>
                </a:lnTo>
                <a:lnTo>
                  <a:pt x="141" y="17"/>
                </a:lnTo>
                <a:lnTo>
                  <a:pt x="143" y="22"/>
                </a:lnTo>
                <a:lnTo>
                  <a:pt x="146" y="29"/>
                </a:lnTo>
                <a:lnTo>
                  <a:pt x="149" y="36"/>
                </a:lnTo>
                <a:lnTo>
                  <a:pt x="151" y="43"/>
                </a:lnTo>
                <a:lnTo>
                  <a:pt x="154" y="49"/>
                </a:lnTo>
                <a:lnTo>
                  <a:pt x="157" y="53"/>
                </a:lnTo>
                <a:lnTo>
                  <a:pt x="159" y="55"/>
                </a:lnTo>
                <a:lnTo>
                  <a:pt x="162" y="55"/>
                </a:lnTo>
                <a:lnTo>
                  <a:pt x="164" y="54"/>
                </a:lnTo>
                <a:lnTo>
                  <a:pt x="167" y="51"/>
                </a:lnTo>
                <a:lnTo>
                  <a:pt x="170" y="48"/>
                </a:lnTo>
                <a:lnTo>
                  <a:pt x="172" y="43"/>
                </a:lnTo>
                <a:lnTo>
                  <a:pt x="175" y="37"/>
                </a:lnTo>
                <a:lnTo>
                  <a:pt x="177" y="30"/>
                </a:lnTo>
                <a:lnTo>
                  <a:pt x="180" y="22"/>
                </a:lnTo>
                <a:lnTo>
                  <a:pt x="183" y="15"/>
                </a:lnTo>
                <a:lnTo>
                  <a:pt x="185" y="8"/>
                </a:lnTo>
                <a:lnTo>
                  <a:pt x="188" y="3"/>
                </a:lnTo>
                <a:lnTo>
                  <a:pt x="190" y="0"/>
                </a:lnTo>
                <a:lnTo>
                  <a:pt x="193" y="1"/>
                </a:lnTo>
                <a:lnTo>
                  <a:pt x="196" y="6"/>
                </a:lnTo>
                <a:lnTo>
                  <a:pt x="198" y="14"/>
                </a:lnTo>
                <a:lnTo>
                  <a:pt x="201" y="23"/>
                </a:lnTo>
                <a:lnTo>
                  <a:pt x="203" y="34"/>
                </a:lnTo>
                <a:lnTo>
                  <a:pt x="206" y="44"/>
                </a:lnTo>
                <a:lnTo>
                  <a:pt x="209" y="52"/>
                </a:lnTo>
                <a:lnTo>
                  <a:pt x="211" y="57"/>
                </a:lnTo>
                <a:lnTo>
                  <a:pt x="214" y="60"/>
                </a:lnTo>
                <a:lnTo>
                  <a:pt x="217" y="59"/>
                </a:lnTo>
                <a:lnTo>
                  <a:pt x="219" y="57"/>
                </a:lnTo>
                <a:lnTo>
                  <a:pt x="222" y="53"/>
                </a:lnTo>
                <a:lnTo>
                  <a:pt x="224" y="48"/>
                </a:lnTo>
                <a:lnTo>
                  <a:pt x="227" y="43"/>
                </a:lnTo>
                <a:lnTo>
                  <a:pt x="230" y="38"/>
                </a:lnTo>
                <a:lnTo>
                  <a:pt x="232" y="33"/>
                </a:lnTo>
                <a:lnTo>
                  <a:pt x="235" y="29"/>
                </a:lnTo>
                <a:lnTo>
                  <a:pt x="237" y="25"/>
                </a:lnTo>
                <a:lnTo>
                  <a:pt x="240" y="22"/>
                </a:lnTo>
                <a:lnTo>
                  <a:pt x="243" y="20"/>
                </a:lnTo>
                <a:lnTo>
                  <a:pt x="245" y="20"/>
                </a:lnTo>
                <a:lnTo>
                  <a:pt x="248" y="22"/>
                </a:lnTo>
                <a:lnTo>
                  <a:pt x="250" y="27"/>
                </a:lnTo>
                <a:lnTo>
                  <a:pt x="253" y="34"/>
                </a:lnTo>
                <a:lnTo>
                  <a:pt x="256" y="42"/>
                </a:lnTo>
                <a:lnTo>
                  <a:pt x="258" y="50"/>
                </a:lnTo>
                <a:lnTo>
                  <a:pt x="261" y="58"/>
                </a:lnTo>
                <a:lnTo>
                  <a:pt x="263" y="63"/>
                </a:lnTo>
                <a:lnTo>
                  <a:pt x="266" y="64"/>
                </a:lnTo>
                <a:lnTo>
                  <a:pt x="269" y="63"/>
                </a:lnTo>
                <a:lnTo>
                  <a:pt x="271" y="57"/>
                </a:lnTo>
                <a:lnTo>
                  <a:pt x="274" y="50"/>
                </a:lnTo>
                <a:lnTo>
                  <a:pt x="277" y="41"/>
                </a:lnTo>
                <a:lnTo>
                  <a:pt x="279" y="31"/>
                </a:lnTo>
                <a:lnTo>
                  <a:pt x="282" y="23"/>
                </a:lnTo>
                <a:lnTo>
                  <a:pt x="284" y="16"/>
                </a:lnTo>
                <a:lnTo>
                  <a:pt x="287" y="11"/>
                </a:lnTo>
                <a:lnTo>
                  <a:pt x="290" y="8"/>
                </a:lnTo>
                <a:lnTo>
                  <a:pt x="292" y="6"/>
                </a:lnTo>
                <a:lnTo>
                  <a:pt x="295" y="7"/>
                </a:lnTo>
                <a:lnTo>
                  <a:pt x="297" y="8"/>
                </a:lnTo>
                <a:lnTo>
                  <a:pt x="300" y="12"/>
                </a:lnTo>
              </a:path>
            </a:pathLst>
          </a:custGeom>
          <a:noFill/>
          <a:ln w="2870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5492319" y="5237159"/>
            <a:ext cx="376361" cy="1613887"/>
          </a:xfrm>
          <a:custGeom>
            <a:avLst/>
            <a:gdLst/>
            <a:ahLst/>
            <a:cxnLst/>
            <a:rect l="l" t="t" r="r" b="b"/>
            <a:pathLst>
              <a:path w="59" h="253">
                <a:moveTo>
                  <a:pt x="59" y="0"/>
                </a:moveTo>
                <a:lnTo>
                  <a:pt x="0" y="97"/>
                </a:lnTo>
                <a:lnTo>
                  <a:pt x="49" y="157"/>
                </a:lnTo>
                <a:lnTo>
                  <a:pt x="0" y="253"/>
                </a:lnTo>
              </a:path>
            </a:pathLst>
          </a:custGeom>
          <a:noFill/>
          <a:ln w="7017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5607141" y="5243538"/>
            <a:ext cx="2015764" cy="395498"/>
          </a:xfrm>
          <a:custGeom>
            <a:avLst/>
            <a:gdLst/>
            <a:ahLst/>
            <a:cxnLst/>
            <a:rect l="l" t="t" r="r" b="b"/>
            <a:pathLst>
              <a:path w="316" h="62">
                <a:moveTo>
                  <a:pt x="0" y="0"/>
                </a:moveTo>
                <a:lnTo>
                  <a:pt x="316" y="0"/>
                </a:lnTo>
                <a:lnTo>
                  <a:pt x="316" y="62"/>
                </a:lnTo>
              </a:path>
            </a:pathLst>
          </a:custGeom>
          <a:noFill/>
          <a:ln w="7017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5613520" y="6474685"/>
            <a:ext cx="2009385" cy="427393"/>
          </a:xfrm>
          <a:custGeom>
            <a:avLst/>
            <a:gdLst/>
            <a:ahLst/>
            <a:cxnLst/>
            <a:rect l="l" t="t" r="r" b="b"/>
            <a:pathLst>
              <a:path w="315" h="67">
                <a:moveTo>
                  <a:pt x="315" y="0"/>
                </a:moveTo>
                <a:lnTo>
                  <a:pt x="315" y="67"/>
                </a:lnTo>
                <a:lnTo>
                  <a:pt x="0" y="67"/>
                </a:lnTo>
              </a:path>
            </a:pathLst>
          </a:custGeom>
          <a:noFill/>
          <a:ln w="7017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6252151" y="5760910"/>
            <a:ext cx="446582" cy="5741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21" b="0" i="0">
                <a:solidFill>
                  <a:srgbClr val="000000"/>
                </a:solidFill>
                <a:latin typeface="Arial"/>
              </a:rPr>
              <a:t>×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285670" y="5831088"/>
            <a:ext cx="459341" cy="4465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16" b="0" i="0">
                <a:solidFill>
                  <a:srgbClr val="000000"/>
                </a:solidFill>
                <a:latin typeface="Arial"/>
              </a:rPr>
              <a:t>=</a:t>
            </a:r>
          </a:p>
        </p:txBody>
      </p:sp>
      <p:sp>
        <p:nvSpPr>
          <p:cNvPr id="295" name="Freeform 294"/>
          <p:cNvSpPr/>
          <p:nvPr/>
        </p:nvSpPr>
        <p:spPr>
          <a:xfrm>
            <a:off x="7890823" y="5734721"/>
            <a:ext cx="580489" cy="542215"/>
          </a:xfrm>
          <a:custGeom>
            <a:avLst/>
            <a:gdLst/>
            <a:ahLst/>
            <a:cxnLst/>
            <a:rect l="l" t="t" r="r" b="b"/>
            <a:pathLst>
              <a:path w="91" h="85">
                <a:moveTo>
                  <a:pt x="0" y="16"/>
                </a:moveTo>
                <a:lnTo>
                  <a:pt x="19" y="0"/>
                </a:lnTo>
                <a:lnTo>
                  <a:pt x="73" y="0"/>
                </a:lnTo>
                <a:lnTo>
                  <a:pt x="91" y="16"/>
                </a:lnTo>
                <a:lnTo>
                  <a:pt x="91" y="72"/>
                </a:lnTo>
                <a:lnTo>
                  <a:pt x="72" y="85"/>
                </a:lnTo>
                <a:lnTo>
                  <a:pt x="0" y="69"/>
                </a:lnTo>
                <a:close/>
              </a:path>
            </a:pathLst>
          </a:custGeom>
          <a:solidFill>
            <a:srgbClr val="21ED7A"/>
          </a:solidFill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7890823" y="5734721"/>
            <a:ext cx="580489" cy="191370"/>
          </a:xfrm>
          <a:custGeom>
            <a:avLst/>
            <a:gdLst/>
            <a:ahLst/>
            <a:cxnLst/>
            <a:rect l="l" t="t" r="r" b="b"/>
            <a:pathLst>
              <a:path w="91" h="30">
                <a:moveTo>
                  <a:pt x="0" y="16"/>
                </a:moveTo>
                <a:lnTo>
                  <a:pt x="19" y="0"/>
                </a:lnTo>
                <a:lnTo>
                  <a:pt x="73" y="0"/>
                </a:lnTo>
                <a:lnTo>
                  <a:pt x="91" y="16"/>
                </a:lnTo>
                <a:lnTo>
                  <a:pt x="70" y="30"/>
                </a:lnTo>
                <a:lnTo>
                  <a:pt x="19" y="30"/>
                </a:lnTo>
                <a:close/>
              </a:path>
            </a:pathLst>
          </a:custGeom>
          <a:solidFill>
            <a:srgbClr val="68FF2D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8012961" y="5926784"/>
            <a:ext cx="331746" cy="350886"/>
          </a:xfrm>
          <a:prstGeom prst="rect">
            <a:avLst/>
          </a:prstGeom>
          <a:solidFill>
            <a:srgbClr val="00D8C8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8197974" y="6047999"/>
            <a:ext cx="57417" cy="5741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6729845" y="4918209"/>
            <a:ext cx="2455915" cy="644279"/>
          </a:xfrm>
          <a:custGeom>
            <a:avLst/>
            <a:gdLst/>
            <a:ahLst/>
            <a:cxnLst/>
            <a:rect l="l" t="t" r="r" b="b"/>
            <a:pathLst>
              <a:path w="385" h="101">
                <a:moveTo>
                  <a:pt x="385" y="35"/>
                </a:moveTo>
                <a:lnTo>
                  <a:pt x="376" y="30"/>
                </a:lnTo>
                <a:lnTo>
                  <a:pt x="368" y="26"/>
                </a:lnTo>
                <a:lnTo>
                  <a:pt x="359" y="22"/>
                </a:lnTo>
                <a:lnTo>
                  <a:pt x="350" y="18"/>
                </a:lnTo>
                <a:lnTo>
                  <a:pt x="341" y="15"/>
                </a:lnTo>
                <a:lnTo>
                  <a:pt x="332" y="12"/>
                </a:lnTo>
                <a:lnTo>
                  <a:pt x="323" y="10"/>
                </a:lnTo>
                <a:lnTo>
                  <a:pt x="314" y="7"/>
                </a:lnTo>
                <a:lnTo>
                  <a:pt x="304" y="5"/>
                </a:lnTo>
                <a:lnTo>
                  <a:pt x="295" y="4"/>
                </a:lnTo>
                <a:lnTo>
                  <a:pt x="286" y="2"/>
                </a:lnTo>
                <a:lnTo>
                  <a:pt x="276" y="1"/>
                </a:lnTo>
                <a:lnTo>
                  <a:pt x="267" y="1"/>
                </a:lnTo>
                <a:lnTo>
                  <a:pt x="257" y="0"/>
                </a:lnTo>
                <a:lnTo>
                  <a:pt x="248" y="0"/>
                </a:lnTo>
                <a:lnTo>
                  <a:pt x="238" y="1"/>
                </a:lnTo>
                <a:lnTo>
                  <a:pt x="229" y="1"/>
                </a:lnTo>
                <a:lnTo>
                  <a:pt x="219" y="2"/>
                </a:lnTo>
                <a:lnTo>
                  <a:pt x="210" y="3"/>
                </a:lnTo>
                <a:lnTo>
                  <a:pt x="200" y="4"/>
                </a:lnTo>
                <a:lnTo>
                  <a:pt x="191" y="6"/>
                </a:lnTo>
                <a:lnTo>
                  <a:pt x="181" y="8"/>
                </a:lnTo>
                <a:lnTo>
                  <a:pt x="172" y="10"/>
                </a:lnTo>
                <a:lnTo>
                  <a:pt x="162" y="13"/>
                </a:lnTo>
                <a:lnTo>
                  <a:pt x="153" y="16"/>
                </a:lnTo>
                <a:lnTo>
                  <a:pt x="143" y="19"/>
                </a:lnTo>
                <a:lnTo>
                  <a:pt x="134" y="22"/>
                </a:lnTo>
                <a:lnTo>
                  <a:pt x="124" y="26"/>
                </a:lnTo>
                <a:lnTo>
                  <a:pt x="115" y="30"/>
                </a:lnTo>
                <a:lnTo>
                  <a:pt x="106" y="34"/>
                </a:lnTo>
                <a:lnTo>
                  <a:pt x="96" y="38"/>
                </a:lnTo>
                <a:lnTo>
                  <a:pt x="87" y="43"/>
                </a:lnTo>
                <a:lnTo>
                  <a:pt x="78" y="47"/>
                </a:lnTo>
                <a:lnTo>
                  <a:pt x="69" y="52"/>
                </a:lnTo>
                <a:lnTo>
                  <a:pt x="60" y="58"/>
                </a:lnTo>
                <a:lnTo>
                  <a:pt x="51" y="63"/>
                </a:lnTo>
                <a:lnTo>
                  <a:pt x="42" y="69"/>
                </a:lnTo>
                <a:lnTo>
                  <a:pt x="34" y="75"/>
                </a:lnTo>
                <a:lnTo>
                  <a:pt x="25" y="81"/>
                </a:lnTo>
                <a:lnTo>
                  <a:pt x="17" y="88"/>
                </a:lnTo>
                <a:lnTo>
                  <a:pt x="8" y="94"/>
                </a:lnTo>
                <a:lnTo>
                  <a:pt x="0" y="101"/>
                </a:lnTo>
              </a:path>
            </a:pathLst>
          </a:custGeom>
          <a:noFill/>
          <a:ln w="25518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6685192" y="6398137"/>
            <a:ext cx="3329838" cy="472046"/>
          </a:xfrm>
          <a:custGeom>
            <a:avLst/>
            <a:gdLst/>
            <a:ahLst/>
            <a:cxnLst/>
            <a:rect l="l" t="t" r="r" b="b"/>
            <a:pathLst>
              <a:path w="522" h="74">
                <a:moveTo>
                  <a:pt x="522" y="38"/>
                </a:moveTo>
                <a:lnTo>
                  <a:pt x="508" y="42"/>
                </a:lnTo>
                <a:lnTo>
                  <a:pt x="494" y="47"/>
                </a:lnTo>
                <a:lnTo>
                  <a:pt x="480" y="50"/>
                </a:lnTo>
                <a:lnTo>
                  <a:pt x="466" y="54"/>
                </a:lnTo>
                <a:lnTo>
                  <a:pt x="452" y="57"/>
                </a:lnTo>
                <a:lnTo>
                  <a:pt x="438" y="60"/>
                </a:lnTo>
                <a:lnTo>
                  <a:pt x="424" y="63"/>
                </a:lnTo>
                <a:lnTo>
                  <a:pt x="411" y="65"/>
                </a:lnTo>
                <a:lnTo>
                  <a:pt x="397" y="67"/>
                </a:lnTo>
                <a:lnTo>
                  <a:pt x="384" y="69"/>
                </a:lnTo>
                <a:lnTo>
                  <a:pt x="370" y="71"/>
                </a:lnTo>
                <a:lnTo>
                  <a:pt x="357" y="72"/>
                </a:lnTo>
                <a:lnTo>
                  <a:pt x="344" y="73"/>
                </a:lnTo>
                <a:lnTo>
                  <a:pt x="331" y="74"/>
                </a:lnTo>
                <a:lnTo>
                  <a:pt x="318" y="74"/>
                </a:lnTo>
                <a:lnTo>
                  <a:pt x="305" y="74"/>
                </a:lnTo>
                <a:lnTo>
                  <a:pt x="292" y="74"/>
                </a:lnTo>
                <a:lnTo>
                  <a:pt x="279" y="74"/>
                </a:lnTo>
                <a:lnTo>
                  <a:pt x="267" y="74"/>
                </a:lnTo>
                <a:lnTo>
                  <a:pt x="254" y="73"/>
                </a:lnTo>
                <a:lnTo>
                  <a:pt x="242" y="72"/>
                </a:lnTo>
                <a:lnTo>
                  <a:pt x="230" y="71"/>
                </a:lnTo>
                <a:lnTo>
                  <a:pt x="217" y="69"/>
                </a:lnTo>
                <a:lnTo>
                  <a:pt x="205" y="67"/>
                </a:lnTo>
                <a:lnTo>
                  <a:pt x="193" y="65"/>
                </a:lnTo>
                <a:lnTo>
                  <a:pt x="181" y="63"/>
                </a:lnTo>
                <a:lnTo>
                  <a:pt x="169" y="61"/>
                </a:lnTo>
                <a:lnTo>
                  <a:pt x="157" y="58"/>
                </a:lnTo>
                <a:lnTo>
                  <a:pt x="145" y="55"/>
                </a:lnTo>
                <a:lnTo>
                  <a:pt x="134" y="52"/>
                </a:lnTo>
                <a:lnTo>
                  <a:pt x="122" y="49"/>
                </a:lnTo>
                <a:lnTo>
                  <a:pt x="111" y="46"/>
                </a:lnTo>
                <a:lnTo>
                  <a:pt x="99" y="42"/>
                </a:lnTo>
                <a:lnTo>
                  <a:pt x="88" y="38"/>
                </a:lnTo>
                <a:lnTo>
                  <a:pt x="77" y="34"/>
                </a:lnTo>
                <a:lnTo>
                  <a:pt x="65" y="30"/>
                </a:lnTo>
                <a:lnTo>
                  <a:pt x="54" y="25"/>
                </a:lnTo>
                <a:lnTo>
                  <a:pt x="43" y="21"/>
                </a:lnTo>
                <a:lnTo>
                  <a:pt x="32" y="16"/>
                </a:lnTo>
                <a:lnTo>
                  <a:pt x="21" y="11"/>
                </a:lnTo>
                <a:lnTo>
                  <a:pt x="11" y="5"/>
                </a:lnTo>
                <a:lnTo>
                  <a:pt x="0" y="0"/>
                </a:lnTo>
              </a:path>
            </a:pathLst>
          </a:custGeom>
          <a:noFill/>
          <a:ln w="25518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4535469" y="5843164"/>
            <a:ext cx="3712578" cy="1371485"/>
          </a:xfrm>
          <a:custGeom>
            <a:avLst/>
            <a:gdLst/>
            <a:ahLst/>
            <a:cxnLst/>
            <a:rect l="l" t="t" r="r" b="b"/>
            <a:pathLst>
              <a:path w="582" h="215">
                <a:moveTo>
                  <a:pt x="580" y="41"/>
                </a:moveTo>
                <a:lnTo>
                  <a:pt x="581" y="55"/>
                </a:lnTo>
                <a:lnTo>
                  <a:pt x="582" y="67"/>
                </a:lnTo>
                <a:lnTo>
                  <a:pt x="581" y="80"/>
                </a:lnTo>
                <a:lnTo>
                  <a:pt x="580" y="91"/>
                </a:lnTo>
                <a:lnTo>
                  <a:pt x="577" y="102"/>
                </a:lnTo>
                <a:lnTo>
                  <a:pt x="574" y="113"/>
                </a:lnTo>
                <a:lnTo>
                  <a:pt x="570" y="122"/>
                </a:lnTo>
                <a:lnTo>
                  <a:pt x="566" y="131"/>
                </a:lnTo>
                <a:lnTo>
                  <a:pt x="560" y="140"/>
                </a:lnTo>
                <a:lnTo>
                  <a:pt x="554" y="148"/>
                </a:lnTo>
                <a:lnTo>
                  <a:pt x="547" y="155"/>
                </a:lnTo>
                <a:lnTo>
                  <a:pt x="540" y="162"/>
                </a:lnTo>
                <a:lnTo>
                  <a:pt x="532" y="169"/>
                </a:lnTo>
                <a:lnTo>
                  <a:pt x="523" y="174"/>
                </a:lnTo>
                <a:lnTo>
                  <a:pt x="514" y="180"/>
                </a:lnTo>
                <a:lnTo>
                  <a:pt x="504" y="185"/>
                </a:lnTo>
                <a:lnTo>
                  <a:pt x="493" y="189"/>
                </a:lnTo>
                <a:lnTo>
                  <a:pt x="482" y="193"/>
                </a:lnTo>
                <a:lnTo>
                  <a:pt x="471" y="197"/>
                </a:lnTo>
                <a:lnTo>
                  <a:pt x="459" y="200"/>
                </a:lnTo>
                <a:lnTo>
                  <a:pt x="446" y="203"/>
                </a:lnTo>
                <a:lnTo>
                  <a:pt x="433" y="206"/>
                </a:lnTo>
                <a:lnTo>
                  <a:pt x="420" y="208"/>
                </a:lnTo>
                <a:lnTo>
                  <a:pt x="406" y="210"/>
                </a:lnTo>
                <a:lnTo>
                  <a:pt x="392" y="211"/>
                </a:lnTo>
                <a:lnTo>
                  <a:pt x="378" y="213"/>
                </a:lnTo>
                <a:lnTo>
                  <a:pt x="363" y="214"/>
                </a:lnTo>
                <a:lnTo>
                  <a:pt x="348" y="214"/>
                </a:lnTo>
                <a:lnTo>
                  <a:pt x="332" y="215"/>
                </a:lnTo>
                <a:lnTo>
                  <a:pt x="317" y="215"/>
                </a:lnTo>
                <a:lnTo>
                  <a:pt x="301" y="215"/>
                </a:lnTo>
                <a:lnTo>
                  <a:pt x="285" y="215"/>
                </a:lnTo>
                <a:lnTo>
                  <a:pt x="268" y="215"/>
                </a:lnTo>
                <a:lnTo>
                  <a:pt x="252" y="214"/>
                </a:lnTo>
                <a:lnTo>
                  <a:pt x="238" y="213"/>
                </a:lnTo>
                <a:lnTo>
                  <a:pt x="224" y="212"/>
                </a:lnTo>
                <a:lnTo>
                  <a:pt x="211" y="211"/>
                </a:lnTo>
                <a:lnTo>
                  <a:pt x="198" y="209"/>
                </a:lnTo>
                <a:lnTo>
                  <a:pt x="187" y="208"/>
                </a:lnTo>
                <a:lnTo>
                  <a:pt x="175" y="206"/>
                </a:lnTo>
                <a:lnTo>
                  <a:pt x="165" y="203"/>
                </a:lnTo>
                <a:lnTo>
                  <a:pt x="155" y="201"/>
                </a:lnTo>
                <a:lnTo>
                  <a:pt x="145" y="198"/>
                </a:lnTo>
                <a:lnTo>
                  <a:pt x="137" y="195"/>
                </a:lnTo>
                <a:lnTo>
                  <a:pt x="128" y="192"/>
                </a:lnTo>
                <a:lnTo>
                  <a:pt x="120" y="188"/>
                </a:lnTo>
                <a:lnTo>
                  <a:pt x="112" y="184"/>
                </a:lnTo>
                <a:lnTo>
                  <a:pt x="105" y="180"/>
                </a:lnTo>
                <a:lnTo>
                  <a:pt x="98" y="175"/>
                </a:lnTo>
                <a:lnTo>
                  <a:pt x="92" y="170"/>
                </a:lnTo>
                <a:lnTo>
                  <a:pt x="86" y="165"/>
                </a:lnTo>
                <a:lnTo>
                  <a:pt x="80" y="159"/>
                </a:lnTo>
                <a:lnTo>
                  <a:pt x="74" y="153"/>
                </a:lnTo>
                <a:lnTo>
                  <a:pt x="69" y="146"/>
                </a:lnTo>
                <a:lnTo>
                  <a:pt x="64" y="140"/>
                </a:lnTo>
                <a:lnTo>
                  <a:pt x="59" y="132"/>
                </a:lnTo>
                <a:lnTo>
                  <a:pt x="54" y="125"/>
                </a:lnTo>
                <a:lnTo>
                  <a:pt x="50" y="117"/>
                </a:lnTo>
                <a:lnTo>
                  <a:pt x="45" y="108"/>
                </a:lnTo>
                <a:lnTo>
                  <a:pt x="41" y="100"/>
                </a:lnTo>
                <a:lnTo>
                  <a:pt x="36" y="90"/>
                </a:lnTo>
                <a:lnTo>
                  <a:pt x="32" y="81"/>
                </a:lnTo>
                <a:lnTo>
                  <a:pt x="28" y="70"/>
                </a:lnTo>
                <a:lnTo>
                  <a:pt x="23" y="60"/>
                </a:lnTo>
                <a:lnTo>
                  <a:pt x="19" y="49"/>
                </a:lnTo>
                <a:lnTo>
                  <a:pt x="14" y="37"/>
                </a:lnTo>
                <a:lnTo>
                  <a:pt x="10" y="25"/>
                </a:lnTo>
                <a:lnTo>
                  <a:pt x="5" y="13"/>
                </a:lnTo>
                <a:lnTo>
                  <a:pt x="0" y="0"/>
                </a:lnTo>
              </a:path>
            </a:pathLst>
          </a:custGeom>
          <a:noFill/>
          <a:ln w="25518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3355746" y="5122936"/>
            <a:ext cx="486455" cy="478480"/>
          </a:xfrm>
          <a:prstGeom prst="rect">
            <a:avLst/>
          </a:prstGeom>
          <a:solidFill>
            <a:srgbClr val="E5E5E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3842202" y="5122936"/>
            <a:ext cx="486455" cy="478480"/>
          </a:xfrm>
          <a:prstGeom prst="rect">
            <a:avLst/>
          </a:prstGeom>
          <a:solidFill>
            <a:srgbClr val="CDCDCD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4328657" y="5122936"/>
            <a:ext cx="486455" cy="478480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4815113" y="5122936"/>
            <a:ext cx="486455" cy="478480"/>
          </a:xfrm>
          <a:prstGeom prst="rect">
            <a:avLst/>
          </a:prstGeom>
          <a:solidFill>
            <a:srgbClr val="D4D4D4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3355746" y="5601417"/>
            <a:ext cx="486455" cy="478480"/>
          </a:xfrm>
          <a:prstGeom prst="rect">
            <a:avLst/>
          </a:prstGeom>
          <a:solidFill>
            <a:srgbClr val="BFBFBF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3842202" y="5601417"/>
            <a:ext cx="486455" cy="478480"/>
          </a:xfrm>
          <a:prstGeom prst="rect">
            <a:avLst/>
          </a:prstGeom>
          <a:solidFill>
            <a:srgbClr val="E5E5E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4328657" y="5601417"/>
            <a:ext cx="486455" cy="478480"/>
          </a:xfrm>
          <a:prstGeom prst="rect">
            <a:avLst/>
          </a:prstGeom>
          <a:solidFill>
            <a:srgbClr val="CDCDCD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4815113" y="5601417"/>
            <a:ext cx="486455" cy="478480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355746" y="6079898"/>
            <a:ext cx="486455" cy="478480"/>
          </a:xfrm>
          <a:prstGeom prst="rect">
            <a:avLst/>
          </a:prstGeom>
          <a:solidFill>
            <a:srgbClr val="D4D4D4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3842202" y="6079898"/>
            <a:ext cx="486455" cy="478480"/>
          </a:xfrm>
          <a:prstGeom prst="rect">
            <a:avLst/>
          </a:prstGeom>
          <a:solidFill>
            <a:srgbClr val="BFBFBF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4328657" y="6079898"/>
            <a:ext cx="486455" cy="478480"/>
          </a:xfrm>
          <a:prstGeom prst="rect">
            <a:avLst/>
          </a:prstGeom>
          <a:solidFill>
            <a:srgbClr val="E5E5E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4815113" y="6079898"/>
            <a:ext cx="486455" cy="478480"/>
          </a:xfrm>
          <a:prstGeom prst="rect">
            <a:avLst/>
          </a:prstGeom>
          <a:solidFill>
            <a:srgbClr val="CDCDCD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3355746" y="6558379"/>
            <a:ext cx="486455" cy="478480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3842202" y="6558379"/>
            <a:ext cx="486455" cy="478480"/>
          </a:xfrm>
          <a:prstGeom prst="rect">
            <a:avLst/>
          </a:prstGeom>
          <a:solidFill>
            <a:srgbClr val="D4D4D4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4328657" y="6558379"/>
            <a:ext cx="486455" cy="478480"/>
          </a:xfrm>
          <a:prstGeom prst="rect">
            <a:avLst/>
          </a:prstGeom>
          <a:solidFill>
            <a:srgbClr val="BFBFBF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4815113" y="6558379"/>
            <a:ext cx="486455" cy="478480"/>
          </a:xfrm>
          <a:prstGeom prst="rect">
            <a:avLst/>
          </a:prstGeom>
          <a:solidFill>
            <a:srgbClr val="E5E5E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3355746" y="5122936"/>
            <a:ext cx="1945822" cy="1913923"/>
          </a:xfrm>
          <a:prstGeom prst="rect">
            <a:avLst/>
          </a:prstGeom>
          <a:noFill/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3355746" y="5122936"/>
            <a:ext cx="972911" cy="478480"/>
          </a:xfrm>
          <a:prstGeom prst="rect">
            <a:avLst/>
          </a:prstGeom>
          <a:solidFill>
            <a:srgbClr val="50FF1E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3840607" y="5601417"/>
            <a:ext cx="972911" cy="478480"/>
          </a:xfrm>
          <a:prstGeom prst="rect">
            <a:avLst/>
          </a:prstGeom>
          <a:solidFill>
            <a:srgbClr val="50FF1E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4325467" y="6079898"/>
            <a:ext cx="488050" cy="478480"/>
          </a:xfrm>
          <a:prstGeom prst="rect">
            <a:avLst/>
          </a:prstGeom>
          <a:solidFill>
            <a:srgbClr val="50FF1E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4810328" y="6558379"/>
            <a:ext cx="491240" cy="478480"/>
          </a:xfrm>
          <a:prstGeom prst="rect">
            <a:avLst/>
          </a:prstGeom>
          <a:solidFill>
            <a:srgbClr val="50FF1E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3291564" y="5090442"/>
            <a:ext cx="1977490" cy="1964732"/>
          </a:xfrm>
          <a:custGeom>
            <a:avLst/>
            <a:gdLst/>
            <a:ahLst/>
            <a:cxnLst/>
            <a:rect l="l" t="t" r="r" b="b"/>
            <a:pathLst>
              <a:path w="310" h="308">
                <a:moveTo>
                  <a:pt x="4" y="0"/>
                </a:moveTo>
                <a:lnTo>
                  <a:pt x="310" y="0"/>
                </a:lnTo>
                <a:lnTo>
                  <a:pt x="310" y="308"/>
                </a:lnTo>
                <a:lnTo>
                  <a:pt x="228" y="308"/>
                </a:lnTo>
                <a:lnTo>
                  <a:pt x="228" y="237"/>
                </a:lnTo>
                <a:lnTo>
                  <a:pt x="147" y="237"/>
                </a:lnTo>
                <a:lnTo>
                  <a:pt x="147" y="169"/>
                </a:lnTo>
                <a:lnTo>
                  <a:pt x="70" y="169"/>
                </a:lnTo>
                <a:lnTo>
                  <a:pt x="70" y="96"/>
                </a:lnTo>
                <a:lnTo>
                  <a:pt x="0" y="96"/>
                </a:lnTo>
                <a:lnTo>
                  <a:pt x="0" y="0"/>
                </a:lnTo>
              </a:path>
            </a:pathLst>
          </a:custGeom>
          <a:noFill/>
          <a:ln w="76556">
            <a:solidFill>
              <a:srgbClr val="39EE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4541848" y="5779374"/>
            <a:ext cx="963229" cy="1403380"/>
          </a:xfrm>
          <a:custGeom>
            <a:avLst/>
            <a:gdLst/>
            <a:ahLst/>
            <a:cxnLst/>
            <a:rect l="l" t="t" r="r" b="b"/>
            <a:pathLst>
              <a:path w="151" h="220">
                <a:moveTo>
                  <a:pt x="0" y="0"/>
                </a:moveTo>
                <a:lnTo>
                  <a:pt x="6" y="4"/>
                </a:lnTo>
                <a:lnTo>
                  <a:pt x="12" y="9"/>
                </a:lnTo>
                <a:lnTo>
                  <a:pt x="17" y="14"/>
                </a:lnTo>
                <a:lnTo>
                  <a:pt x="22" y="20"/>
                </a:lnTo>
                <a:lnTo>
                  <a:pt x="26" y="27"/>
                </a:lnTo>
                <a:lnTo>
                  <a:pt x="30" y="33"/>
                </a:lnTo>
                <a:lnTo>
                  <a:pt x="33" y="40"/>
                </a:lnTo>
                <a:lnTo>
                  <a:pt x="36" y="48"/>
                </a:lnTo>
                <a:lnTo>
                  <a:pt x="39" y="56"/>
                </a:lnTo>
                <a:lnTo>
                  <a:pt x="42" y="64"/>
                </a:lnTo>
                <a:lnTo>
                  <a:pt x="45" y="72"/>
                </a:lnTo>
                <a:lnTo>
                  <a:pt x="47" y="80"/>
                </a:lnTo>
                <a:lnTo>
                  <a:pt x="50" y="89"/>
                </a:lnTo>
                <a:lnTo>
                  <a:pt x="52" y="98"/>
                </a:lnTo>
                <a:lnTo>
                  <a:pt x="54" y="106"/>
                </a:lnTo>
                <a:lnTo>
                  <a:pt x="57" y="115"/>
                </a:lnTo>
                <a:lnTo>
                  <a:pt x="59" y="124"/>
                </a:lnTo>
                <a:lnTo>
                  <a:pt x="62" y="132"/>
                </a:lnTo>
                <a:lnTo>
                  <a:pt x="64" y="140"/>
                </a:lnTo>
                <a:lnTo>
                  <a:pt x="67" y="149"/>
                </a:lnTo>
                <a:lnTo>
                  <a:pt x="70" y="157"/>
                </a:lnTo>
                <a:lnTo>
                  <a:pt x="74" y="164"/>
                </a:lnTo>
                <a:lnTo>
                  <a:pt x="77" y="172"/>
                </a:lnTo>
                <a:lnTo>
                  <a:pt x="81" y="179"/>
                </a:lnTo>
                <a:lnTo>
                  <a:pt x="86" y="185"/>
                </a:lnTo>
                <a:lnTo>
                  <a:pt x="91" y="191"/>
                </a:lnTo>
                <a:lnTo>
                  <a:pt x="96" y="197"/>
                </a:lnTo>
                <a:lnTo>
                  <a:pt x="102" y="202"/>
                </a:lnTo>
                <a:lnTo>
                  <a:pt x="109" y="207"/>
                </a:lnTo>
                <a:lnTo>
                  <a:pt x="116" y="211"/>
                </a:lnTo>
                <a:lnTo>
                  <a:pt x="123" y="214"/>
                </a:lnTo>
                <a:lnTo>
                  <a:pt x="132" y="217"/>
                </a:lnTo>
                <a:lnTo>
                  <a:pt x="141" y="219"/>
                </a:lnTo>
                <a:lnTo>
                  <a:pt x="151" y="220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663493" y="7004961"/>
            <a:ext cx="227118" cy="523139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890612" y="7004961"/>
            <a:ext cx="227118" cy="523139"/>
          </a:xfrm>
          <a:prstGeom prst="rect">
            <a:avLst/>
          </a:prstGeom>
          <a:solidFill>
            <a:srgbClr val="D4D4D4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117731" y="7004961"/>
            <a:ext cx="227118" cy="523139"/>
          </a:xfrm>
          <a:prstGeom prst="rect">
            <a:avLst/>
          </a:prstGeom>
          <a:solidFill>
            <a:srgbClr val="C7C7C7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344850" y="7004961"/>
            <a:ext cx="227118" cy="523139"/>
          </a:xfrm>
          <a:prstGeom prst="rect">
            <a:avLst/>
          </a:prstGeom>
          <a:solidFill>
            <a:srgbClr val="E5E5E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571969" y="7004961"/>
            <a:ext cx="227118" cy="523139"/>
          </a:xfrm>
          <a:prstGeom prst="rect">
            <a:avLst/>
          </a:prstGeom>
          <a:solidFill>
            <a:srgbClr val="C5C5C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799088" y="7004961"/>
            <a:ext cx="227118" cy="523139"/>
          </a:xfrm>
          <a:prstGeom prst="rect">
            <a:avLst/>
          </a:prstGeom>
          <a:solidFill>
            <a:srgbClr val="EEEEEE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2026207" y="7004961"/>
            <a:ext cx="227118" cy="523139"/>
          </a:xfrm>
          <a:prstGeom prst="rect">
            <a:avLst/>
          </a:prstGeom>
          <a:solidFill>
            <a:srgbClr val="D4D4D4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2253326" y="7004961"/>
            <a:ext cx="227118" cy="523139"/>
          </a:xfrm>
          <a:prstGeom prst="rect">
            <a:avLst/>
          </a:prstGeom>
          <a:solidFill>
            <a:srgbClr val="C7C7C7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2480445" y="7004961"/>
            <a:ext cx="227118" cy="523139"/>
          </a:xfrm>
          <a:prstGeom prst="rect">
            <a:avLst/>
          </a:prstGeom>
          <a:solidFill>
            <a:srgbClr val="E5E5E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2707564" y="7004961"/>
            <a:ext cx="227118" cy="523139"/>
          </a:xfrm>
          <a:prstGeom prst="rect">
            <a:avLst/>
          </a:prstGeom>
          <a:solidFill>
            <a:srgbClr val="C5C5C5"/>
          </a:solidFill>
          <a:ln w="1148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663493" y="7004961"/>
            <a:ext cx="2271189" cy="523139"/>
          </a:xfrm>
          <a:prstGeom prst="rect">
            <a:avLst/>
          </a:prstGeom>
          <a:noFill/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709772" y="7017720"/>
            <a:ext cx="229670" cy="497620"/>
          </a:xfrm>
          <a:prstGeom prst="rect">
            <a:avLst/>
          </a:prstGeom>
          <a:solidFill>
            <a:srgbClr val="00E89C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2953477" y="5830406"/>
            <a:ext cx="1256663" cy="1486307"/>
          </a:xfrm>
          <a:custGeom>
            <a:avLst/>
            <a:gdLst/>
            <a:ahLst/>
            <a:cxnLst/>
            <a:rect l="l" t="t" r="r" b="b"/>
            <a:pathLst>
              <a:path w="197" h="233">
                <a:moveTo>
                  <a:pt x="197" y="0"/>
                </a:moveTo>
                <a:lnTo>
                  <a:pt x="193" y="8"/>
                </a:lnTo>
                <a:lnTo>
                  <a:pt x="190" y="15"/>
                </a:lnTo>
                <a:lnTo>
                  <a:pt x="186" y="23"/>
                </a:lnTo>
                <a:lnTo>
                  <a:pt x="182" y="31"/>
                </a:lnTo>
                <a:lnTo>
                  <a:pt x="178" y="39"/>
                </a:lnTo>
                <a:lnTo>
                  <a:pt x="175" y="46"/>
                </a:lnTo>
                <a:lnTo>
                  <a:pt x="171" y="54"/>
                </a:lnTo>
                <a:lnTo>
                  <a:pt x="167" y="62"/>
                </a:lnTo>
                <a:lnTo>
                  <a:pt x="163" y="70"/>
                </a:lnTo>
                <a:lnTo>
                  <a:pt x="159" y="77"/>
                </a:lnTo>
                <a:lnTo>
                  <a:pt x="155" y="85"/>
                </a:lnTo>
                <a:lnTo>
                  <a:pt x="151" y="93"/>
                </a:lnTo>
                <a:lnTo>
                  <a:pt x="147" y="100"/>
                </a:lnTo>
                <a:lnTo>
                  <a:pt x="143" y="108"/>
                </a:lnTo>
                <a:lnTo>
                  <a:pt x="139" y="115"/>
                </a:lnTo>
                <a:lnTo>
                  <a:pt x="135" y="122"/>
                </a:lnTo>
                <a:lnTo>
                  <a:pt x="131" y="130"/>
                </a:lnTo>
                <a:lnTo>
                  <a:pt x="127" y="137"/>
                </a:lnTo>
                <a:lnTo>
                  <a:pt x="122" y="144"/>
                </a:lnTo>
                <a:lnTo>
                  <a:pt x="118" y="150"/>
                </a:lnTo>
                <a:lnTo>
                  <a:pt x="113" y="157"/>
                </a:lnTo>
                <a:lnTo>
                  <a:pt x="108" y="163"/>
                </a:lnTo>
                <a:lnTo>
                  <a:pt x="104" y="169"/>
                </a:lnTo>
                <a:lnTo>
                  <a:pt x="99" y="175"/>
                </a:lnTo>
                <a:lnTo>
                  <a:pt x="94" y="181"/>
                </a:lnTo>
                <a:lnTo>
                  <a:pt x="88" y="187"/>
                </a:lnTo>
                <a:lnTo>
                  <a:pt x="83" y="192"/>
                </a:lnTo>
                <a:lnTo>
                  <a:pt x="78" y="197"/>
                </a:lnTo>
                <a:lnTo>
                  <a:pt x="72" y="202"/>
                </a:lnTo>
                <a:lnTo>
                  <a:pt x="66" y="206"/>
                </a:lnTo>
                <a:lnTo>
                  <a:pt x="60" y="210"/>
                </a:lnTo>
                <a:lnTo>
                  <a:pt x="54" y="214"/>
                </a:lnTo>
                <a:lnTo>
                  <a:pt x="48" y="218"/>
                </a:lnTo>
                <a:lnTo>
                  <a:pt x="42" y="221"/>
                </a:lnTo>
                <a:lnTo>
                  <a:pt x="35" y="224"/>
                </a:lnTo>
                <a:lnTo>
                  <a:pt x="29" y="227"/>
                </a:lnTo>
                <a:lnTo>
                  <a:pt x="22" y="229"/>
                </a:lnTo>
                <a:lnTo>
                  <a:pt x="15" y="231"/>
                </a:lnTo>
                <a:lnTo>
                  <a:pt x="7" y="232"/>
                </a:lnTo>
                <a:lnTo>
                  <a:pt x="0" y="233"/>
                </a:lnTo>
              </a:path>
            </a:pathLst>
          </a:custGeom>
          <a:noFill/>
          <a:ln w="25518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389164" y="5422784"/>
            <a:ext cx="1199392" cy="663493"/>
          </a:xfrm>
          <a:prstGeom prst="ellipse">
            <a:avLst/>
          </a:prstGeom>
          <a:solidFill>
            <a:srgbClr val="FFFFFF"/>
          </a:solidFill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414683" y="5480202"/>
            <a:ext cx="407793" cy="548658"/>
          </a:xfrm>
          <a:prstGeom prst="ellipse">
            <a:avLst/>
          </a:prstGeom>
          <a:solidFill>
            <a:srgbClr val="00B8FF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562795" y="5480202"/>
            <a:ext cx="407793" cy="548658"/>
          </a:xfrm>
          <a:prstGeom prst="ellipse">
            <a:avLst/>
          </a:prstGeom>
          <a:solidFill>
            <a:srgbClr val="263BFF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710907" y="5480202"/>
            <a:ext cx="407793" cy="548658"/>
          </a:xfrm>
          <a:prstGeom prst="ellipse">
            <a:avLst/>
          </a:prstGeom>
          <a:solidFill>
            <a:srgbClr val="00EDCB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859020" y="5480202"/>
            <a:ext cx="407793" cy="548658"/>
          </a:xfrm>
          <a:prstGeom prst="ellipse">
            <a:avLst/>
          </a:prstGeom>
          <a:solidFill>
            <a:srgbClr val="FFF200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007132" y="5480202"/>
            <a:ext cx="407793" cy="548658"/>
          </a:xfrm>
          <a:prstGeom prst="ellipse">
            <a:avLst/>
          </a:prstGeom>
          <a:solidFill>
            <a:srgbClr val="FF5E00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1155244" y="5480202"/>
            <a:ext cx="407793" cy="548658"/>
          </a:xfrm>
          <a:prstGeom prst="ellipse">
            <a:avLst/>
          </a:prstGeom>
          <a:solidFill>
            <a:srgbClr val="FF00E6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433822" y="5467442"/>
            <a:ext cx="1110075" cy="574177"/>
          </a:xfrm>
          <a:prstGeom prst="ellipse">
            <a:avLst/>
          </a:prstGeom>
          <a:noFill/>
          <a:ln w="25518">
            <a:solidFill>
              <a:srgbClr val="FFFFFF">
                <a:alpha val="9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440202" y="5499341"/>
            <a:ext cx="1097316" cy="5358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62" b="0" i="0">
                <a:solidFill>
                  <a:srgbClr val="FFFFFF"/>
                </a:solidFill>
                <a:latin typeface="Arial"/>
              </a:rPr>
              <a:t>OUT</a:t>
            </a:r>
          </a:p>
        </p:txBody>
      </p:sp>
      <p:sp>
        <p:nvSpPr>
          <p:cNvPr id="347" name="Oval 346"/>
          <p:cNvSpPr/>
          <p:nvPr/>
        </p:nvSpPr>
        <p:spPr>
          <a:xfrm>
            <a:off x="1741670" y="5422784"/>
            <a:ext cx="1460961" cy="663493"/>
          </a:xfrm>
          <a:prstGeom prst="ellipse">
            <a:avLst/>
          </a:prstGeom>
          <a:solidFill>
            <a:srgbClr val="FFFFFF"/>
          </a:solidFill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1767189" y="5480202"/>
            <a:ext cx="496727" cy="548658"/>
          </a:xfrm>
          <a:prstGeom prst="ellipse">
            <a:avLst/>
          </a:prstGeom>
          <a:solidFill>
            <a:srgbClr val="00B8FF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1949829" y="5480202"/>
            <a:ext cx="496727" cy="548658"/>
          </a:xfrm>
          <a:prstGeom prst="ellipse">
            <a:avLst/>
          </a:prstGeom>
          <a:solidFill>
            <a:srgbClr val="263BFF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132468" y="5480202"/>
            <a:ext cx="496727" cy="548658"/>
          </a:xfrm>
          <a:prstGeom prst="ellipse">
            <a:avLst/>
          </a:prstGeom>
          <a:solidFill>
            <a:srgbClr val="00EDCB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15107" y="5480202"/>
            <a:ext cx="496727" cy="548658"/>
          </a:xfrm>
          <a:prstGeom prst="ellipse">
            <a:avLst/>
          </a:prstGeom>
          <a:solidFill>
            <a:srgbClr val="FFF200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497747" y="5480202"/>
            <a:ext cx="496727" cy="548658"/>
          </a:xfrm>
          <a:prstGeom prst="ellipse">
            <a:avLst/>
          </a:prstGeom>
          <a:solidFill>
            <a:srgbClr val="FF5E00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680386" y="5480202"/>
            <a:ext cx="496727" cy="548658"/>
          </a:xfrm>
          <a:prstGeom prst="ellipse">
            <a:avLst/>
          </a:prstGeom>
          <a:solidFill>
            <a:srgbClr val="FF00E6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1786328" y="5467442"/>
            <a:ext cx="1371645" cy="574177"/>
          </a:xfrm>
          <a:prstGeom prst="ellipse">
            <a:avLst/>
          </a:prstGeom>
          <a:noFill/>
          <a:ln w="25518">
            <a:solidFill>
              <a:srgbClr val="FFFFFF">
                <a:alpha val="9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1792708" y="5499341"/>
            <a:ext cx="1358885" cy="5358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61" b="0" i="0">
                <a:solidFill>
                  <a:srgbClr val="FFFFFF"/>
                </a:solidFill>
                <a:latin typeface="Arial"/>
              </a:rPr>
              <a:t>ATTN</a:t>
            </a:r>
          </a:p>
        </p:txBody>
      </p:sp>
      <p:sp>
        <p:nvSpPr>
          <p:cNvPr id="356" name="Freeform 355"/>
          <p:cNvSpPr/>
          <p:nvPr/>
        </p:nvSpPr>
        <p:spPr>
          <a:xfrm>
            <a:off x="574110" y="6104703"/>
            <a:ext cx="759101" cy="861165"/>
          </a:xfrm>
          <a:custGeom>
            <a:avLst/>
            <a:gdLst/>
            <a:ahLst/>
            <a:cxnLst/>
            <a:rect l="l" t="t" r="r" b="b"/>
            <a:pathLst>
              <a:path w="119" h="135">
                <a:moveTo>
                  <a:pt x="22" y="135"/>
                </a:moveTo>
                <a:lnTo>
                  <a:pt x="22" y="53"/>
                </a:lnTo>
                <a:lnTo>
                  <a:pt x="0" y="53"/>
                </a:lnTo>
                <a:lnTo>
                  <a:pt x="61" y="0"/>
                </a:lnTo>
                <a:lnTo>
                  <a:pt x="119" y="53"/>
                </a:lnTo>
                <a:lnTo>
                  <a:pt x="91" y="53"/>
                </a:lnTo>
                <a:lnTo>
                  <a:pt x="91" y="135"/>
                </a:lnTo>
                <a:close/>
              </a:path>
            </a:pathLst>
          </a:custGeom>
          <a:solidFill>
            <a:srgbClr val="444444"/>
          </a:solidFill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2034901" y="6104703"/>
            <a:ext cx="790996" cy="861165"/>
          </a:xfrm>
          <a:custGeom>
            <a:avLst/>
            <a:gdLst/>
            <a:ahLst/>
            <a:cxnLst/>
            <a:rect l="l" t="t" r="r" b="b"/>
            <a:pathLst>
              <a:path w="124" h="135">
                <a:moveTo>
                  <a:pt x="23" y="135"/>
                </a:moveTo>
                <a:lnTo>
                  <a:pt x="23" y="53"/>
                </a:lnTo>
                <a:lnTo>
                  <a:pt x="0" y="53"/>
                </a:lnTo>
                <a:lnTo>
                  <a:pt x="63" y="0"/>
                </a:lnTo>
                <a:lnTo>
                  <a:pt x="124" y="53"/>
                </a:lnTo>
                <a:lnTo>
                  <a:pt x="97" y="53"/>
                </a:lnTo>
                <a:lnTo>
                  <a:pt x="97" y="135"/>
                </a:lnTo>
                <a:close/>
              </a:path>
            </a:pathLst>
          </a:custGeom>
          <a:solidFill>
            <a:srgbClr val="444444"/>
          </a:solidFill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2137215" y="4657214"/>
            <a:ext cx="835746" cy="344506"/>
          </a:xfrm>
          <a:prstGeom prst="rect">
            <a:avLst/>
          </a:prstGeom>
          <a:solidFill>
            <a:srgbClr val="FFFFFF"/>
          </a:solidFill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2551600" y="5007515"/>
            <a:ext cx="0" cy="395498"/>
          </a:xfrm>
          <a:custGeom>
            <a:avLst/>
            <a:gdLst/>
            <a:ahLst/>
            <a:cxnLst/>
            <a:rect l="l" t="t" r="r" b="b"/>
            <a:pathLst>
              <a:path w="0" h="62">
                <a:moveTo>
                  <a:pt x="0" y="0"/>
                </a:moveTo>
                <a:lnTo>
                  <a:pt x="0" y="62"/>
                </a:lnTo>
              </a:path>
            </a:pathLst>
          </a:custGeom>
          <a:noFill/>
          <a:ln w="25518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344466" y="4911830"/>
            <a:ext cx="0" cy="401877"/>
          </a:xfrm>
          <a:custGeom>
            <a:avLst/>
            <a:gdLst/>
            <a:ahLst/>
            <a:cxnLst/>
            <a:rect l="l" t="t" r="r" b="b"/>
            <a:pathLst>
              <a:path w="0" h="63">
                <a:moveTo>
                  <a:pt x="0" y="63"/>
                </a:moveTo>
                <a:lnTo>
                  <a:pt x="0" y="0"/>
                </a:lnTo>
              </a:path>
            </a:pathLst>
          </a:custGeom>
          <a:noFill/>
          <a:ln w="893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306192" y="5307328"/>
            <a:ext cx="778238" cy="0"/>
          </a:xfrm>
          <a:custGeom>
            <a:avLst/>
            <a:gdLst/>
            <a:ahLst/>
            <a:cxnLst/>
            <a:rect l="l" t="t" r="r" b="b"/>
            <a:pathLst>
              <a:path w="122" h="0">
                <a:moveTo>
                  <a:pt x="0" y="0"/>
                </a:moveTo>
                <a:lnTo>
                  <a:pt x="122" y="0"/>
                </a:lnTo>
              </a:path>
            </a:pathLst>
          </a:custGeom>
          <a:noFill/>
          <a:ln w="893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389164" y="5065518"/>
            <a:ext cx="102075" cy="242430"/>
          </a:xfrm>
          <a:prstGeom prst="rect">
            <a:avLst/>
          </a:prstGeom>
          <a:solidFill>
            <a:srgbClr val="00E96F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561417" y="5008100"/>
            <a:ext cx="102075" cy="299848"/>
          </a:xfrm>
          <a:prstGeom prst="rect">
            <a:avLst/>
          </a:prstGeom>
          <a:solidFill>
            <a:srgbClr val="AD00FF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740050" y="5225012"/>
            <a:ext cx="102075" cy="82936"/>
          </a:xfrm>
          <a:prstGeom prst="rect">
            <a:avLst/>
          </a:pr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886784" y="5148455"/>
            <a:ext cx="102075" cy="159493"/>
          </a:xfrm>
          <a:prstGeom prst="rect">
            <a:avLst/>
          </a:prstGeom>
          <a:solidFill>
            <a:srgbClr val="00CFE8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535836" y="4420647"/>
            <a:ext cx="1601129" cy="1014261"/>
          </a:xfrm>
          <a:custGeom>
            <a:avLst/>
            <a:gdLst/>
            <a:ahLst/>
            <a:cxnLst/>
            <a:rect l="l" t="t" r="r" b="b"/>
            <a:pathLst>
              <a:path w="251" h="159">
                <a:moveTo>
                  <a:pt x="251" y="159"/>
                </a:moveTo>
                <a:lnTo>
                  <a:pt x="248" y="152"/>
                </a:lnTo>
                <a:lnTo>
                  <a:pt x="245" y="144"/>
                </a:lnTo>
                <a:lnTo>
                  <a:pt x="242" y="137"/>
                </a:lnTo>
                <a:lnTo>
                  <a:pt x="239" y="130"/>
                </a:lnTo>
                <a:lnTo>
                  <a:pt x="236" y="124"/>
                </a:lnTo>
                <a:lnTo>
                  <a:pt x="233" y="118"/>
                </a:lnTo>
                <a:lnTo>
                  <a:pt x="229" y="111"/>
                </a:lnTo>
                <a:lnTo>
                  <a:pt x="226" y="106"/>
                </a:lnTo>
                <a:lnTo>
                  <a:pt x="222" y="100"/>
                </a:lnTo>
                <a:lnTo>
                  <a:pt x="218" y="94"/>
                </a:lnTo>
                <a:lnTo>
                  <a:pt x="214" y="89"/>
                </a:lnTo>
                <a:lnTo>
                  <a:pt x="210" y="84"/>
                </a:lnTo>
                <a:lnTo>
                  <a:pt x="205" y="80"/>
                </a:lnTo>
                <a:lnTo>
                  <a:pt x="200" y="75"/>
                </a:lnTo>
                <a:lnTo>
                  <a:pt x="195" y="71"/>
                </a:lnTo>
                <a:lnTo>
                  <a:pt x="190" y="67"/>
                </a:lnTo>
                <a:lnTo>
                  <a:pt x="184" y="63"/>
                </a:lnTo>
                <a:lnTo>
                  <a:pt x="178" y="59"/>
                </a:lnTo>
                <a:lnTo>
                  <a:pt x="172" y="56"/>
                </a:lnTo>
                <a:lnTo>
                  <a:pt x="165" y="53"/>
                </a:lnTo>
                <a:lnTo>
                  <a:pt x="158" y="50"/>
                </a:lnTo>
                <a:lnTo>
                  <a:pt x="151" y="47"/>
                </a:lnTo>
                <a:lnTo>
                  <a:pt x="143" y="44"/>
                </a:lnTo>
                <a:lnTo>
                  <a:pt x="135" y="42"/>
                </a:lnTo>
                <a:lnTo>
                  <a:pt x="126" y="40"/>
                </a:lnTo>
                <a:lnTo>
                  <a:pt x="117" y="38"/>
                </a:lnTo>
                <a:lnTo>
                  <a:pt x="108" y="36"/>
                </a:lnTo>
                <a:lnTo>
                  <a:pt x="98" y="35"/>
                </a:lnTo>
                <a:lnTo>
                  <a:pt x="87" y="34"/>
                </a:lnTo>
                <a:lnTo>
                  <a:pt x="76" y="33"/>
                </a:lnTo>
                <a:lnTo>
                  <a:pt x="65" y="32"/>
                </a:lnTo>
                <a:lnTo>
                  <a:pt x="53" y="31"/>
                </a:lnTo>
                <a:lnTo>
                  <a:pt x="40" y="31"/>
                </a:lnTo>
                <a:lnTo>
                  <a:pt x="27" y="31"/>
                </a:lnTo>
                <a:lnTo>
                  <a:pt x="23" y="31"/>
                </a:lnTo>
                <a:lnTo>
                  <a:pt x="19" y="30"/>
                </a:lnTo>
                <a:lnTo>
                  <a:pt x="16" y="29"/>
                </a:lnTo>
                <a:lnTo>
                  <a:pt x="13" y="28"/>
                </a:lnTo>
                <a:lnTo>
                  <a:pt x="10" y="27"/>
                </a:lnTo>
                <a:lnTo>
                  <a:pt x="8" y="25"/>
                </a:lnTo>
                <a:lnTo>
                  <a:pt x="6" y="23"/>
                </a:lnTo>
                <a:lnTo>
                  <a:pt x="4" y="21"/>
                </a:lnTo>
                <a:lnTo>
                  <a:pt x="3" y="18"/>
                </a:lnTo>
                <a:lnTo>
                  <a:pt x="2" y="16"/>
                </a:lnTo>
                <a:lnTo>
                  <a:pt x="1" y="13"/>
                </a:lnTo>
                <a:lnTo>
                  <a:pt x="0" y="10"/>
                </a:lnTo>
                <a:lnTo>
                  <a:pt x="0" y="7"/>
                </a:lnTo>
                <a:lnTo>
                  <a:pt x="0" y="3"/>
                </a:lnTo>
                <a:lnTo>
                  <a:pt x="0" y="0"/>
                </a:lnTo>
              </a:path>
            </a:pathLst>
          </a:custGeom>
          <a:noFill/>
          <a:ln w="25518">
            <a:solidFill>
              <a:srgbClr val="00000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472101" y="108455"/>
            <a:ext cx="2551898" cy="5103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67" b="0" i="0">
                <a:solidFill>
                  <a:srgbClr val="000000"/>
                </a:solidFill>
                <a:latin typeface="Arial"/>
              </a:rPr>
              <a:t>SYNAPSE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465721" y="631594"/>
            <a:ext cx="2488101" cy="5231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67" b="0" i="0">
                <a:solidFill>
                  <a:srgbClr val="000000"/>
                </a:solidFill>
                <a:latin typeface="Arial"/>
              </a:rPr>
              <a:t>MODEL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4331847" y="108455"/>
            <a:ext cx="5582278" cy="5741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15" b="0" i="0">
                <a:solidFill>
                  <a:srgbClr val="000000"/>
                </a:solidFill>
                <a:latin typeface="Arial"/>
              </a:rPr>
              <a:t>NEURON-LEVEL MODELS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3713012" y="4274430"/>
            <a:ext cx="5103797" cy="5295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15" b="0" i="0">
                <a:solidFill>
                  <a:srgbClr val="000000"/>
                </a:solidFill>
                <a:latin typeface="Arial"/>
              </a:rPr>
              <a:t>SYNCHRONISATION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312607" y="1882025"/>
            <a:ext cx="522501" cy="5722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18" b="1" i="1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586298" y="1692929"/>
            <a:ext cx="711979" cy="3445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8" b="0" i="1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2194632" y="1888404"/>
            <a:ext cx="522501" cy="5722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18" b="1" i="1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2468323" y="1699309"/>
            <a:ext cx="711979" cy="3445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8" b="0" i="1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299848" y="3891645"/>
            <a:ext cx="482308" cy="5282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16" b="1" i="1">
                <a:solidFill>
                  <a:srgbClr val="000000"/>
                </a:solidFill>
                <a:latin typeface="Cambria Math"/>
              </a:rPr>
              <a:t>o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552486" y="3717095"/>
            <a:ext cx="672425" cy="325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7" b="0" i="1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2749670" y="714531"/>
            <a:ext cx="287088" cy="2870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P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R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E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-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A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C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T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I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V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A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T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I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O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N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3483341" y="1709772"/>
            <a:ext cx="549296" cy="60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119" b="1" i="1">
                <a:solidFill>
                  <a:srgbClr val="000000"/>
                </a:solidFill>
                <a:latin typeface="Times New Roman"/>
              </a:rPr>
              <a:t>A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3771068" y="1510979"/>
            <a:ext cx="731756" cy="354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8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3496100" y="2794328"/>
            <a:ext cx="1754430" cy="395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12" b="0" i="0">
                <a:solidFill>
                  <a:srgbClr val="000000"/>
                </a:solidFill>
                <a:latin typeface="Arial"/>
              </a:rPr>
              <a:t>HISTORY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3445063" y="3157974"/>
            <a:ext cx="1913923" cy="2807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0">
                <a:solidFill>
                  <a:srgbClr val="000000"/>
                </a:solidFill>
                <a:latin typeface="Arial"/>
              </a:rPr>
              <a:t>(pre-activations)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6462683" y="689012"/>
            <a:ext cx="1977721" cy="2679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7" b="0" i="0">
                <a:solidFill>
                  <a:srgbClr val="000000"/>
                </a:solidFill>
                <a:latin typeface="Arial"/>
              </a:rPr>
              <a:t>t i m e / t h o u g h t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6654075" y="1582177"/>
            <a:ext cx="482308" cy="5282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16" b="1" i="1">
                <a:solidFill>
                  <a:srgbClr val="000000"/>
                </a:solidFill>
                <a:latin typeface="Times New Roman"/>
              </a:rPr>
              <a:t>θ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6929680" y="1848595"/>
            <a:ext cx="612455" cy="2488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7" b="0" i="1">
                <a:solidFill>
                  <a:srgbClr val="000000"/>
                </a:solidFill>
                <a:latin typeface="Times New Roman"/>
              </a:rPr>
              <a:t>d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11228353" y="1888404"/>
            <a:ext cx="509103" cy="5575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17" b="1" i="1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11495026" y="1704157"/>
            <a:ext cx="613093" cy="2966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1">
                <a:solidFill>
                  <a:srgbClr val="000000"/>
                </a:solidFill>
                <a:latin typeface="Cambria Math"/>
              </a:rPr>
              <a:t>t+1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1808910" y="593316"/>
            <a:ext cx="306227" cy="3036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P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O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S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T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-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A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C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T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I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V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A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T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I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O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N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6749771" y="3636455"/>
            <a:ext cx="3476961" cy="318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8" b="0" i="0">
                <a:solidFill>
                  <a:srgbClr val="000000"/>
                </a:solidFill>
                <a:latin typeface="Arial"/>
              </a:rPr>
              <a:t>to next internal tick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8721113" y="5658834"/>
            <a:ext cx="562693" cy="6162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19" b="1" i="1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9015857" y="5455193"/>
            <a:ext cx="751534" cy="3636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8" b="0" i="1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8657315" y="6960303"/>
            <a:ext cx="1786328" cy="4083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62" b="0" i="0">
                <a:solidFill>
                  <a:srgbClr val="000000"/>
                </a:solidFill>
                <a:latin typeface="Arial"/>
              </a:rPr>
              <a:t>HISTORY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8497822" y="7292050"/>
            <a:ext cx="2169113" cy="3062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0">
                <a:solidFill>
                  <a:srgbClr val="000000"/>
                </a:solidFill>
                <a:latin typeface="Arial"/>
              </a:rPr>
              <a:t>(post-activations)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4178733" y="5212252"/>
            <a:ext cx="549296" cy="60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119" b="1" i="1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4466460" y="5013459"/>
            <a:ext cx="751534" cy="3636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8" b="0" i="1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695392" y="6590277"/>
            <a:ext cx="2169113" cy="4019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2" b="0" i="0">
                <a:solidFill>
                  <a:srgbClr val="000000"/>
                </a:solidFill>
                <a:latin typeface="Arial"/>
              </a:rPr>
              <a:t>LATENT REP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2143594" y="4682733"/>
            <a:ext cx="816607" cy="2743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9" b="0" i="0">
                <a:solidFill>
                  <a:srgbClr val="000000"/>
                </a:solidFill>
                <a:latin typeface="Arial"/>
              </a:rPr>
              <a:t>DATA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401924" y="6284050"/>
            <a:ext cx="281346" cy="3081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9" b="1" i="1">
                <a:solidFill>
                  <a:srgbClr val="000000"/>
                </a:solidFill>
                <a:latin typeface="Times New Roman"/>
              </a:rPr>
              <a:t>W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562693" y="6439460"/>
            <a:ext cx="449134" cy="182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1">
                <a:solidFill>
                  <a:srgbClr val="000000"/>
                </a:solidFill>
                <a:latin typeface="Times New Roman"/>
              </a:rPr>
              <a:t>out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2526379" y="6284050"/>
            <a:ext cx="281346" cy="3081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9" b="1" i="1">
                <a:solidFill>
                  <a:srgbClr val="000000"/>
                </a:solidFill>
                <a:latin typeface="Times New Roman"/>
              </a:rPr>
              <a:t>W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2687149" y="6439460"/>
            <a:ext cx="449134" cy="182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1">
                <a:solidFill>
                  <a:srgbClr val="000000"/>
                </a:solidFill>
                <a:latin typeface="Times New Roman"/>
              </a:rPr>
              <a:t>in</a:t>
            </a:r>
          </a:p>
        </p:txBody>
      </p:sp>
      <p:sp>
        <p:nvSpPr>
          <p:cNvPr id="401" name="Oval 400"/>
          <p:cNvSpPr/>
          <p:nvPr/>
        </p:nvSpPr>
        <p:spPr>
          <a:xfrm>
            <a:off x="153113" y="599696"/>
            <a:ext cx="484860" cy="484860"/>
          </a:xfrm>
          <a:prstGeom prst="ellipse">
            <a:avLst/>
          </a:prstGeom>
          <a:solidFill>
            <a:srgbClr val="FFEF1A"/>
          </a:solidFill>
          <a:ln w="4465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210531" y="644354"/>
            <a:ext cx="370025" cy="382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13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03" name="Oval 402"/>
          <p:cNvSpPr/>
          <p:nvPr/>
        </p:nvSpPr>
        <p:spPr>
          <a:xfrm>
            <a:off x="3476961" y="2239290"/>
            <a:ext cx="484860" cy="484860"/>
          </a:xfrm>
          <a:prstGeom prst="ellipse">
            <a:avLst/>
          </a:prstGeom>
          <a:solidFill>
            <a:srgbClr val="FFEF1A"/>
          </a:solidFill>
          <a:ln w="4465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3534379" y="2283949"/>
            <a:ext cx="370025" cy="382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13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05" name="Oval 404"/>
          <p:cNvSpPr/>
          <p:nvPr/>
        </p:nvSpPr>
        <p:spPr>
          <a:xfrm>
            <a:off x="6551999" y="2781569"/>
            <a:ext cx="484860" cy="484860"/>
          </a:xfrm>
          <a:prstGeom prst="ellipse">
            <a:avLst/>
          </a:prstGeom>
          <a:solidFill>
            <a:srgbClr val="FFEF1A"/>
          </a:solidFill>
          <a:ln w="4465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6609417" y="2826227"/>
            <a:ext cx="370025" cy="382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13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07" name="Oval 406"/>
          <p:cNvSpPr/>
          <p:nvPr/>
        </p:nvSpPr>
        <p:spPr>
          <a:xfrm>
            <a:off x="10705214" y="976101"/>
            <a:ext cx="484860" cy="484860"/>
          </a:xfrm>
          <a:prstGeom prst="ellipse">
            <a:avLst/>
          </a:prstGeom>
          <a:solidFill>
            <a:srgbClr val="FFEF1A"/>
          </a:solidFill>
          <a:ln w="4465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10762632" y="1020759"/>
            <a:ext cx="370025" cy="382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13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409" name="Oval 408"/>
          <p:cNvSpPr/>
          <p:nvPr/>
        </p:nvSpPr>
        <p:spPr>
          <a:xfrm>
            <a:off x="9882227" y="5658834"/>
            <a:ext cx="484860" cy="484860"/>
          </a:xfrm>
          <a:prstGeom prst="ellipse">
            <a:avLst/>
          </a:prstGeom>
          <a:solidFill>
            <a:srgbClr val="FFEF1A"/>
          </a:solidFill>
          <a:ln w="4465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9939644" y="5703493"/>
            <a:ext cx="370025" cy="382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13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11" name="Oval 410"/>
          <p:cNvSpPr/>
          <p:nvPr/>
        </p:nvSpPr>
        <p:spPr>
          <a:xfrm>
            <a:off x="5384505" y="5065518"/>
            <a:ext cx="484860" cy="484860"/>
          </a:xfrm>
          <a:prstGeom prst="ellipse">
            <a:avLst/>
          </a:prstGeom>
          <a:solidFill>
            <a:srgbClr val="FFEF1A"/>
          </a:solidFill>
          <a:ln w="4465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5441923" y="5110176"/>
            <a:ext cx="370025" cy="382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13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13" name="Oval 412"/>
          <p:cNvSpPr/>
          <p:nvPr/>
        </p:nvSpPr>
        <p:spPr>
          <a:xfrm>
            <a:off x="3585417" y="7081518"/>
            <a:ext cx="484860" cy="484860"/>
          </a:xfrm>
          <a:prstGeom prst="ellipse">
            <a:avLst/>
          </a:prstGeom>
          <a:solidFill>
            <a:srgbClr val="FFEF1A"/>
          </a:solidFill>
          <a:ln w="4465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3642835" y="7126176"/>
            <a:ext cx="370025" cy="382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13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415" name="Oval 414"/>
          <p:cNvSpPr/>
          <p:nvPr/>
        </p:nvSpPr>
        <p:spPr>
          <a:xfrm>
            <a:off x="159493" y="7062379"/>
            <a:ext cx="484860" cy="484860"/>
          </a:xfrm>
          <a:prstGeom prst="ellipse">
            <a:avLst/>
          </a:prstGeom>
          <a:solidFill>
            <a:srgbClr val="FFEF1A"/>
          </a:solidFill>
          <a:ln w="4465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16911" y="7107037"/>
            <a:ext cx="370025" cy="382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13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417" name="Oval 416"/>
          <p:cNvSpPr/>
          <p:nvPr/>
        </p:nvSpPr>
        <p:spPr>
          <a:xfrm>
            <a:off x="1409923" y="5780050"/>
            <a:ext cx="484860" cy="484860"/>
          </a:xfrm>
          <a:prstGeom prst="ellipse">
            <a:avLst/>
          </a:prstGeom>
          <a:solidFill>
            <a:srgbClr val="FFEF1A"/>
          </a:solidFill>
          <a:ln w="4465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1467341" y="5824708"/>
            <a:ext cx="370025" cy="382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13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419" name="Oval 418"/>
          <p:cNvSpPr/>
          <p:nvPr/>
        </p:nvSpPr>
        <p:spPr>
          <a:xfrm>
            <a:off x="1129215" y="4229771"/>
            <a:ext cx="484860" cy="484860"/>
          </a:xfrm>
          <a:prstGeom prst="ellipse">
            <a:avLst/>
          </a:prstGeom>
          <a:solidFill>
            <a:srgbClr val="FFEF1A"/>
          </a:solidFill>
          <a:ln w="4465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1186632" y="4274430"/>
            <a:ext cx="370025" cy="382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13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Continuous Thought Machine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4" cy="76493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