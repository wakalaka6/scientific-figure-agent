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573666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7366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99" y="114478"/>
            <a:ext cx="12064800" cy="1818942"/>
          </a:xfrm>
          <a:prstGeom prst="rect">
            <a:avLst/>
          </a:prstGeom>
          <a:noFill/>
          <a:ln w="25439">
            <a:solidFill>
              <a:srgbClr val="00000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7956" y="375236"/>
            <a:ext cx="2537614" cy="1233827"/>
          </a:xfrm>
          <a:prstGeom prst="rect">
            <a:avLst/>
          </a:prstGeom>
          <a:solidFill>
            <a:srgbClr val="F4CFF0"/>
          </a:solidFill>
          <a:ln w="165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4356" y="311636"/>
            <a:ext cx="2537614" cy="1233827"/>
          </a:xfrm>
          <a:prstGeom prst="rect">
            <a:avLst/>
          </a:prstGeom>
          <a:solidFill>
            <a:srgbClr val="F4CFF0"/>
          </a:solidFill>
          <a:ln w="165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0757" y="248037"/>
            <a:ext cx="2537614" cy="1233827"/>
          </a:xfrm>
          <a:prstGeom prst="rect">
            <a:avLst/>
          </a:prstGeom>
          <a:solidFill>
            <a:srgbClr val="F4CFF0"/>
          </a:solidFill>
          <a:ln w="178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356" y="324356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1474" y="400676"/>
            <a:ext cx="209241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9" name="Hexagon 8"/>
          <p:cNvSpPr/>
          <p:nvPr/>
        </p:nvSpPr>
        <p:spPr>
          <a:xfrm>
            <a:off x="544939" y="327663"/>
            <a:ext cx="169388" cy="14602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860626" y="327663"/>
            <a:ext cx="146024" cy="146024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4631" y="327663"/>
            <a:ext cx="146024" cy="146024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1456954" y="327663"/>
            <a:ext cx="169388" cy="14602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1772641" y="327663"/>
            <a:ext cx="146024" cy="146024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76646" y="327663"/>
            <a:ext cx="146024" cy="146024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356" y="550134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1474" y="626453"/>
            <a:ext cx="209241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17" name="Hexagon 16"/>
          <p:cNvSpPr/>
          <p:nvPr/>
        </p:nvSpPr>
        <p:spPr>
          <a:xfrm>
            <a:off x="544939" y="553441"/>
            <a:ext cx="169388" cy="14602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860626" y="553441"/>
            <a:ext cx="146024" cy="146024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64631" y="553441"/>
            <a:ext cx="146024" cy="146024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1456954" y="553441"/>
            <a:ext cx="169388" cy="14602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1772641" y="553441"/>
            <a:ext cx="146024" cy="146024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76646" y="553441"/>
            <a:ext cx="146024" cy="146024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4356" y="775912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1474" y="852231"/>
            <a:ext cx="209241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25" name="Hexagon 24"/>
          <p:cNvSpPr/>
          <p:nvPr/>
        </p:nvSpPr>
        <p:spPr>
          <a:xfrm>
            <a:off x="544939" y="779219"/>
            <a:ext cx="169388" cy="14602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60626" y="779219"/>
            <a:ext cx="146024" cy="146024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64631" y="779219"/>
            <a:ext cx="146024" cy="146024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Hexagon 27"/>
          <p:cNvSpPr/>
          <p:nvPr/>
        </p:nvSpPr>
        <p:spPr>
          <a:xfrm>
            <a:off x="1456954" y="779219"/>
            <a:ext cx="169388" cy="14602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Diamond 28"/>
          <p:cNvSpPr/>
          <p:nvPr/>
        </p:nvSpPr>
        <p:spPr>
          <a:xfrm>
            <a:off x="1772641" y="779219"/>
            <a:ext cx="146024" cy="146024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76646" y="779219"/>
            <a:ext cx="146024" cy="146024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356" y="1001690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1474" y="1078009"/>
            <a:ext cx="209241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33" name="Hexagon 32"/>
          <p:cNvSpPr/>
          <p:nvPr/>
        </p:nvSpPr>
        <p:spPr>
          <a:xfrm>
            <a:off x="544939" y="1004997"/>
            <a:ext cx="169388" cy="14602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860626" y="1004997"/>
            <a:ext cx="146024" cy="146024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64631" y="1004997"/>
            <a:ext cx="146024" cy="146024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Hexagon 35"/>
          <p:cNvSpPr/>
          <p:nvPr/>
        </p:nvSpPr>
        <p:spPr>
          <a:xfrm>
            <a:off x="1456954" y="1004997"/>
            <a:ext cx="169388" cy="14602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Diamond 36"/>
          <p:cNvSpPr/>
          <p:nvPr/>
        </p:nvSpPr>
        <p:spPr>
          <a:xfrm>
            <a:off x="1772641" y="1004997"/>
            <a:ext cx="146024" cy="146024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076646" y="1004997"/>
            <a:ext cx="146024" cy="146024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4356" y="1227467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91474" y="1303787"/>
            <a:ext cx="209241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41" name="Hexagon 40"/>
          <p:cNvSpPr/>
          <p:nvPr/>
        </p:nvSpPr>
        <p:spPr>
          <a:xfrm>
            <a:off x="544939" y="1230775"/>
            <a:ext cx="169388" cy="14602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Diamond 41"/>
          <p:cNvSpPr/>
          <p:nvPr/>
        </p:nvSpPr>
        <p:spPr>
          <a:xfrm>
            <a:off x="860626" y="1230775"/>
            <a:ext cx="146024" cy="146024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64631" y="1230775"/>
            <a:ext cx="146024" cy="146024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Hexagon 43"/>
          <p:cNvSpPr/>
          <p:nvPr/>
        </p:nvSpPr>
        <p:spPr>
          <a:xfrm>
            <a:off x="1456954" y="1230775"/>
            <a:ext cx="169388" cy="14602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Diamond 44"/>
          <p:cNvSpPr/>
          <p:nvPr/>
        </p:nvSpPr>
        <p:spPr>
          <a:xfrm>
            <a:off x="1772641" y="1230775"/>
            <a:ext cx="146024" cy="146024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076646" y="1230775"/>
            <a:ext cx="146024" cy="146024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915" y="863361"/>
            <a:ext cx="178078" cy="20351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1" b="1" i="0">
                <a:solidFill>
                  <a:srgbClr val="000000"/>
                </a:solidFill>
                <a:latin typeface="Times New Roman"/>
              </a:rPr>
              <a:t>⋮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45057" y="311636"/>
            <a:ext cx="82679" cy="629633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442215" y="550134"/>
            <a:ext cx="82679" cy="829971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505815" y="333101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V="1">
            <a:off x="2543656" y="373646"/>
            <a:ext cx="59466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52" name="Connector 51"/>
          <p:cNvCxnSpPr/>
          <p:nvPr/>
        </p:nvCxnSpPr>
        <p:spPr>
          <a:xfrm flipV="1">
            <a:off x="2603122" y="357428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53" name="Connector 52"/>
          <p:cNvCxnSpPr/>
          <p:nvPr/>
        </p:nvCxnSpPr>
        <p:spPr>
          <a:xfrm>
            <a:off x="2619340" y="346616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54" name="Connector 53"/>
          <p:cNvCxnSpPr/>
          <p:nvPr/>
        </p:nvCxnSpPr>
        <p:spPr>
          <a:xfrm flipH="1">
            <a:off x="2635557" y="357428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55" name="Freeform 54"/>
          <p:cNvSpPr/>
          <p:nvPr/>
        </p:nvSpPr>
        <p:spPr>
          <a:xfrm>
            <a:off x="2543600" y="356104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505815" y="558879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2543656" y="599424"/>
            <a:ext cx="59466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58" name="Connector 57"/>
          <p:cNvCxnSpPr/>
          <p:nvPr/>
        </p:nvCxnSpPr>
        <p:spPr>
          <a:xfrm flipV="1">
            <a:off x="2603122" y="583206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59" name="Connector 58"/>
          <p:cNvCxnSpPr/>
          <p:nvPr/>
        </p:nvCxnSpPr>
        <p:spPr>
          <a:xfrm>
            <a:off x="2619340" y="572394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60" name="Connector 59"/>
          <p:cNvCxnSpPr/>
          <p:nvPr/>
        </p:nvCxnSpPr>
        <p:spPr>
          <a:xfrm flipH="1">
            <a:off x="2635557" y="583206"/>
            <a:ext cx="10812" cy="2702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61" name="Freeform 60"/>
          <p:cNvSpPr/>
          <p:nvPr/>
        </p:nvSpPr>
        <p:spPr>
          <a:xfrm>
            <a:off x="2543600" y="585028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5815" y="784657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2543656" y="825201"/>
            <a:ext cx="59466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64" name="Connector 63"/>
          <p:cNvCxnSpPr/>
          <p:nvPr/>
        </p:nvCxnSpPr>
        <p:spPr>
          <a:xfrm flipV="1">
            <a:off x="2603122" y="808984"/>
            <a:ext cx="43247" cy="16217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65" name="Connector 64"/>
          <p:cNvCxnSpPr/>
          <p:nvPr/>
        </p:nvCxnSpPr>
        <p:spPr>
          <a:xfrm>
            <a:off x="2619340" y="798172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66" name="Connector 65"/>
          <p:cNvCxnSpPr/>
          <p:nvPr/>
        </p:nvCxnSpPr>
        <p:spPr>
          <a:xfrm flipH="1">
            <a:off x="2635557" y="808984"/>
            <a:ext cx="10812" cy="2702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67" name="Freeform 66"/>
          <p:cNvSpPr/>
          <p:nvPr/>
        </p:nvSpPr>
        <p:spPr>
          <a:xfrm>
            <a:off x="2543600" y="807593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505815" y="1010435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 flipV="1">
            <a:off x="2543656" y="1050979"/>
            <a:ext cx="59466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0" name="Connector 69"/>
          <p:cNvCxnSpPr/>
          <p:nvPr/>
        </p:nvCxnSpPr>
        <p:spPr>
          <a:xfrm flipV="1">
            <a:off x="2603122" y="1034761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1" name="Connector 70"/>
          <p:cNvCxnSpPr/>
          <p:nvPr/>
        </p:nvCxnSpPr>
        <p:spPr>
          <a:xfrm>
            <a:off x="2619340" y="1023949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2" name="Connector 71"/>
          <p:cNvCxnSpPr/>
          <p:nvPr/>
        </p:nvCxnSpPr>
        <p:spPr>
          <a:xfrm flipH="1">
            <a:off x="2635557" y="1034761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73" name="Freeform 72"/>
          <p:cNvSpPr/>
          <p:nvPr/>
        </p:nvSpPr>
        <p:spPr>
          <a:xfrm>
            <a:off x="2543600" y="1036517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505815" y="1236212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 flipV="1">
            <a:off x="2543656" y="1276757"/>
            <a:ext cx="59466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6" name="Connector 75"/>
          <p:cNvCxnSpPr/>
          <p:nvPr/>
        </p:nvCxnSpPr>
        <p:spPr>
          <a:xfrm flipV="1">
            <a:off x="2603122" y="1260539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7" name="Connector 76"/>
          <p:cNvCxnSpPr/>
          <p:nvPr/>
        </p:nvCxnSpPr>
        <p:spPr>
          <a:xfrm>
            <a:off x="2619340" y="1249727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8" name="Connector 77"/>
          <p:cNvCxnSpPr/>
          <p:nvPr/>
        </p:nvCxnSpPr>
        <p:spPr>
          <a:xfrm flipH="1">
            <a:off x="2635557" y="1260539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79" name="Freeform 78"/>
          <p:cNvSpPr/>
          <p:nvPr/>
        </p:nvSpPr>
        <p:spPr>
          <a:xfrm>
            <a:off x="2543600" y="1259082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10553" y="642353"/>
            <a:ext cx="2334096" cy="1030309"/>
          </a:xfrm>
          <a:prstGeom prst="rect">
            <a:avLst/>
          </a:prstGeom>
          <a:solidFill>
            <a:srgbClr val="D1EABB"/>
          </a:solidFill>
          <a:ln w="165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46954" y="578754"/>
            <a:ext cx="2334096" cy="1030309"/>
          </a:xfrm>
          <a:prstGeom prst="rect">
            <a:avLst/>
          </a:prstGeom>
          <a:solidFill>
            <a:srgbClr val="D1EABB"/>
          </a:solidFill>
          <a:ln w="178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0553" y="655073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877671" y="731392"/>
            <a:ext cx="1888901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84" name="Hexagon 83"/>
          <p:cNvSpPr/>
          <p:nvPr/>
        </p:nvSpPr>
        <p:spPr>
          <a:xfrm>
            <a:off x="830620" y="657935"/>
            <a:ext cx="170420" cy="14691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05675" y="657935"/>
            <a:ext cx="146914" cy="146914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368976" y="657935"/>
            <a:ext cx="146914" cy="146914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Hexagon 86"/>
          <p:cNvSpPr/>
          <p:nvPr/>
        </p:nvSpPr>
        <p:spPr>
          <a:xfrm>
            <a:off x="1620524" y="657935"/>
            <a:ext cx="170420" cy="14691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895579" y="657935"/>
            <a:ext cx="146914" cy="146914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158880" y="657935"/>
            <a:ext cx="146914" cy="146914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10553" y="888271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877671" y="964590"/>
            <a:ext cx="1888901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92" name="Hexagon 91"/>
          <p:cNvSpPr/>
          <p:nvPr/>
        </p:nvSpPr>
        <p:spPr>
          <a:xfrm>
            <a:off x="830620" y="891133"/>
            <a:ext cx="170420" cy="14691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Diamond 92"/>
          <p:cNvSpPr/>
          <p:nvPr/>
        </p:nvSpPr>
        <p:spPr>
          <a:xfrm>
            <a:off x="1105675" y="891133"/>
            <a:ext cx="146914" cy="146914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368976" y="891133"/>
            <a:ext cx="146914" cy="146914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Hexagon 94"/>
          <p:cNvSpPr/>
          <p:nvPr/>
        </p:nvSpPr>
        <p:spPr>
          <a:xfrm>
            <a:off x="1620524" y="891133"/>
            <a:ext cx="170420" cy="14691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Diamond 95"/>
          <p:cNvSpPr/>
          <p:nvPr/>
        </p:nvSpPr>
        <p:spPr>
          <a:xfrm>
            <a:off x="1895579" y="891133"/>
            <a:ext cx="146914" cy="146914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158880" y="891133"/>
            <a:ext cx="146914" cy="146914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0553" y="1121468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877671" y="1197788"/>
            <a:ext cx="1888901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100" name="Hexagon 99"/>
          <p:cNvSpPr/>
          <p:nvPr/>
        </p:nvSpPr>
        <p:spPr>
          <a:xfrm>
            <a:off x="830620" y="1124330"/>
            <a:ext cx="170420" cy="14691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Diamond 100"/>
          <p:cNvSpPr/>
          <p:nvPr/>
        </p:nvSpPr>
        <p:spPr>
          <a:xfrm>
            <a:off x="1105675" y="1124330"/>
            <a:ext cx="146914" cy="146914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368976" y="1124330"/>
            <a:ext cx="146914" cy="146914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Hexagon 102"/>
          <p:cNvSpPr/>
          <p:nvPr/>
        </p:nvSpPr>
        <p:spPr>
          <a:xfrm>
            <a:off x="1620524" y="1124330"/>
            <a:ext cx="170420" cy="14691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Diamond 103"/>
          <p:cNvSpPr/>
          <p:nvPr/>
        </p:nvSpPr>
        <p:spPr>
          <a:xfrm>
            <a:off x="1895579" y="1124330"/>
            <a:ext cx="146914" cy="146914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2158880" y="1124330"/>
            <a:ext cx="146914" cy="146914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0553" y="1354666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877671" y="1430985"/>
            <a:ext cx="1888901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108" name="Hexagon 107"/>
          <p:cNvSpPr/>
          <p:nvPr/>
        </p:nvSpPr>
        <p:spPr>
          <a:xfrm>
            <a:off x="830620" y="1357528"/>
            <a:ext cx="170420" cy="14691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Diamond 108"/>
          <p:cNvSpPr/>
          <p:nvPr/>
        </p:nvSpPr>
        <p:spPr>
          <a:xfrm>
            <a:off x="1105675" y="1357528"/>
            <a:ext cx="146914" cy="146914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368976" y="1357528"/>
            <a:ext cx="146914" cy="146914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Hexagon 110"/>
          <p:cNvSpPr/>
          <p:nvPr/>
        </p:nvSpPr>
        <p:spPr>
          <a:xfrm>
            <a:off x="1620524" y="1357528"/>
            <a:ext cx="170420" cy="14691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Diamond 111"/>
          <p:cNvSpPr/>
          <p:nvPr/>
        </p:nvSpPr>
        <p:spPr>
          <a:xfrm>
            <a:off x="1895579" y="1357528"/>
            <a:ext cx="146914" cy="146914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2158880" y="1357528"/>
            <a:ext cx="146914" cy="146914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327737" y="642353"/>
            <a:ext cx="82679" cy="644473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524895" y="888271"/>
            <a:ext cx="82679" cy="619033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588494" y="663818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 flipV="1">
            <a:off x="2626336" y="704363"/>
            <a:ext cx="59465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18" name="Connector 117"/>
          <p:cNvCxnSpPr/>
          <p:nvPr/>
        </p:nvCxnSpPr>
        <p:spPr>
          <a:xfrm flipV="1">
            <a:off x="2685801" y="688145"/>
            <a:ext cx="43248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19" name="Connector 118"/>
          <p:cNvCxnSpPr/>
          <p:nvPr/>
        </p:nvCxnSpPr>
        <p:spPr>
          <a:xfrm>
            <a:off x="2702019" y="677333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0" name="Connector 119"/>
          <p:cNvCxnSpPr/>
          <p:nvPr/>
        </p:nvCxnSpPr>
        <p:spPr>
          <a:xfrm flipH="1">
            <a:off x="2718237" y="688145"/>
            <a:ext cx="10812" cy="2702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21" name="Freeform 120"/>
          <p:cNvSpPr/>
          <p:nvPr/>
        </p:nvSpPr>
        <p:spPr>
          <a:xfrm>
            <a:off x="2626267" y="686772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588494" y="897016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 flipV="1">
            <a:off x="2626336" y="937560"/>
            <a:ext cx="59465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4" name="Connector 123"/>
          <p:cNvCxnSpPr/>
          <p:nvPr/>
        </p:nvCxnSpPr>
        <p:spPr>
          <a:xfrm flipV="1">
            <a:off x="2685801" y="921342"/>
            <a:ext cx="43248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5" name="Connector 124"/>
          <p:cNvCxnSpPr/>
          <p:nvPr/>
        </p:nvCxnSpPr>
        <p:spPr>
          <a:xfrm>
            <a:off x="2702019" y="910531"/>
            <a:ext cx="27030" cy="10811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6" name="Connector 125"/>
          <p:cNvCxnSpPr/>
          <p:nvPr/>
        </p:nvCxnSpPr>
        <p:spPr>
          <a:xfrm flipH="1">
            <a:off x="2718237" y="921342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27" name="Freeform 126"/>
          <p:cNvSpPr/>
          <p:nvPr/>
        </p:nvSpPr>
        <p:spPr>
          <a:xfrm>
            <a:off x="2626267" y="922055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588494" y="1130213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 flipV="1">
            <a:off x="2626336" y="1170758"/>
            <a:ext cx="59465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30" name="Connector 129"/>
          <p:cNvCxnSpPr/>
          <p:nvPr/>
        </p:nvCxnSpPr>
        <p:spPr>
          <a:xfrm flipV="1">
            <a:off x="2685801" y="1154540"/>
            <a:ext cx="43248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31" name="Connector 130"/>
          <p:cNvCxnSpPr/>
          <p:nvPr/>
        </p:nvCxnSpPr>
        <p:spPr>
          <a:xfrm>
            <a:off x="2702019" y="1143728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32" name="Connector 131"/>
          <p:cNvCxnSpPr/>
          <p:nvPr/>
        </p:nvCxnSpPr>
        <p:spPr>
          <a:xfrm flipH="1">
            <a:off x="2718237" y="1154540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33" name="Freeform 132"/>
          <p:cNvSpPr/>
          <p:nvPr/>
        </p:nvSpPr>
        <p:spPr>
          <a:xfrm>
            <a:off x="2626267" y="1157338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0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588494" y="1363411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5" name="Connector 134"/>
          <p:cNvCxnSpPr/>
          <p:nvPr/>
        </p:nvCxnSpPr>
        <p:spPr>
          <a:xfrm flipV="1">
            <a:off x="2626336" y="1403956"/>
            <a:ext cx="59465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36" name="Connector 135"/>
          <p:cNvCxnSpPr/>
          <p:nvPr/>
        </p:nvCxnSpPr>
        <p:spPr>
          <a:xfrm flipV="1">
            <a:off x="2685801" y="1387738"/>
            <a:ext cx="43248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37" name="Connector 136"/>
          <p:cNvCxnSpPr/>
          <p:nvPr/>
        </p:nvCxnSpPr>
        <p:spPr>
          <a:xfrm>
            <a:off x="2702019" y="1376926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38" name="Connector 137"/>
          <p:cNvCxnSpPr/>
          <p:nvPr/>
        </p:nvCxnSpPr>
        <p:spPr>
          <a:xfrm flipH="1">
            <a:off x="2718237" y="1387738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39" name="Freeform 138"/>
          <p:cNvSpPr/>
          <p:nvPr/>
        </p:nvSpPr>
        <p:spPr>
          <a:xfrm>
            <a:off x="2626267" y="1386262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132068" y="839511"/>
            <a:ext cx="1780782" cy="769552"/>
          </a:xfrm>
          <a:prstGeom prst="rect">
            <a:avLst/>
          </a:prstGeom>
          <a:solidFill>
            <a:srgbClr val="FFF0C2"/>
          </a:solidFill>
          <a:ln w="178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195668" y="915830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1462785" y="992150"/>
            <a:ext cx="1335587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143" name="Hexagon 142"/>
          <p:cNvSpPr/>
          <p:nvPr/>
        </p:nvSpPr>
        <p:spPr>
          <a:xfrm>
            <a:off x="1422620" y="924628"/>
            <a:ext cx="156649" cy="135042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Diamond 143"/>
          <p:cNvSpPr/>
          <p:nvPr/>
        </p:nvSpPr>
        <p:spPr>
          <a:xfrm>
            <a:off x="1815020" y="924628"/>
            <a:ext cx="135042" cy="13504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196616" y="924628"/>
            <a:ext cx="135042" cy="13504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195668" y="1135248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1462785" y="1211568"/>
            <a:ext cx="1335587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148" name="Hexagon 147"/>
          <p:cNvSpPr/>
          <p:nvPr/>
        </p:nvSpPr>
        <p:spPr>
          <a:xfrm>
            <a:off x="1422620" y="1144046"/>
            <a:ext cx="156649" cy="135042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Diamond 148"/>
          <p:cNvSpPr/>
          <p:nvPr/>
        </p:nvSpPr>
        <p:spPr>
          <a:xfrm>
            <a:off x="1815020" y="1144046"/>
            <a:ext cx="135042" cy="13504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2196616" y="1144046"/>
            <a:ext cx="135042" cy="13504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195668" y="1354666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1462785" y="1430985"/>
            <a:ext cx="1335587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153" name="Hexagon 152"/>
          <p:cNvSpPr/>
          <p:nvPr/>
        </p:nvSpPr>
        <p:spPr>
          <a:xfrm>
            <a:off x="1422620" y="1363464"/>
            <a:ext cx="156649" cy="135042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Diamond 153"/>
          <p:cNvSpPr/>
          <p:nvPr/>
        </p:nvSpPr>
        <p:spPr>
          <a:xfrm>
            <a:off x="1815020" y="1363464"/>
            <a:ext cx="135042" cy="13504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2196616" y="1363464"/>
            <a:ext cx="135042" cy="13504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2384976" y="909471"/>
            <a:ext cx="82679" cy="384776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2582134" y="1141608"/>
            <a:ext cx="82679" cy="359336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2620294" y="924575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9" name="Connector 158"/>
          <p:cNvCxnSpPr/>
          <p:nvPr/>
        </p:nvCxnSpPr>
        <p:spPr>
          <a:xfrm flipV="1">
            <a:off x="2658135" y="965120"/>
            <a:ext cx="59466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60" name="Connector 159"/>
          <p:cNvCxnSpPr/>
          <p:nvPr/>
        </p:nvCxnSpPr>
        <p:spPr>
          <a:xfrm flipV="1">
            <a:off x="2717601" y="948902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61" name="Connector 160"/>
          <p:cNvCxnSpPr/>
          <p:nvPr/>
        </p:nvCxnSpPr>
        <p:spPr>
          <a:xfrm>
            <a:off x="2733819" y="938090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62" name="Connector 161"/>
          <p:cNvCxnSpPr/>
          <p:nvPr/>
        </p:nvCxnSpPr>
        <p:spPr>
          <a:xfrm flipH="1">
            <a:off x="2750036" y="948902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63" name="Freeform 162"/>
          <p:cNvSpPr/>
          <p:nvPr/>
        </p:nvSpPr>
        <p:spPr>
          <a:xfrm>
            <a:off x="2658062" y="947491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2620294" y="1143993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5" name="Connector 164"/>
          <p:cNvCxnSpPr/>
          <p:nvPr/>
        </p:nvCxnSpPr>
        <p:spPr>
          <a:xfrm flipV="1">
            <a:off x="2658135" y="1184538"/>
            <a:ext cx="59466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66" name="Connector 165"/>
          <p:cNvCxnSpPr/>
          <p:nvPr/>
        </p:nvCxnSpPr>
        <p:spPr>
          <a:xfrm flipV="1">
            <a:off x="2717601" y="1168320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67" name="Connector 166"/>
          <p:cNvCxnSpPr/>
          <p:nvPr/>
        </p:nvCxnSpPr>
        <p:spPr>
          <a:xfrm>
            <a:off x="2733819" y="1157508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68" name="Connector 167"/>
          <p:cNvCxnSpPr/>
          <p:nvPr/>
        </p:nvCxnSpPr>
        <p:spPr>
          <a:xfrm flipH="1">
            <a:off x="2750036" y="1168320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69" name="Freeform 168"/>
          <p:cNvSpPr/>
          <p:nvPr/>
        </p:nvSpPr>
        <p:spPr>
          <a:xfrm>
            <a:off x="2658062" y="1170056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2620294" y="1363411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1" name="Connector 170"/>
          <p:cNvCxnSpPr/>
          <p:nvPr/>
        </p:nvCxnSpPr>
        <p:spPr>
          <a:xfrm flipV="1">
            <a:off x="2658135" y="1403956"/>
            <a:ext cx="59466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72" name="Connector 171"/>
          <p:cNvCxnSpPr/>
          <p:nvPr/>
        </p:nvCxnSpPr>
        <p:spPr>
          <a:xfrm flipV="1">
            <a:off x="2717601" y="1387738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73" name="Connector 172"/>
          <p:cNvCxnSpPr/>
          <p:nvPr/>
        </p:nvCxnSpPr>
        <p:spPr>
          <a:xfrm>
            <a:off x="2733819" y="1376926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74" name="Connector 173"/>
          <p:cNvCxnSpPr/>
          <p:nvPr/>
        </p:nvCxnSpPr>
        <p:spPr>
          <a:xfrm flipH="1">
            <a:off x="2750036" y="1387738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75" name="Freeform 174"/>
          <p:cNvSpPr/>
          <p:nvPr/>
        </p:nvSpPr>
        <p:spPr>
          <a:xfrm>
            <a:off x="2658062" y="1386262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16237" y="1583624"/>
            <a:ext cx="3338967" cy="3179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3" b="1" i="0">
                <a:solidFill>
                  <a:srgbClr val="000000"/>
                </a:solidFill>
                <a:latin typeface="Times New Roman"/>
              </a:rPr>
              <a:t>(a) Dataset  Construction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970090" y="585114"/>
            <a:ext cx="585114" cy="2861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2" b="1" i="0">
                <a:solidFill>
                  <a:srgbClr val="000000"/>
                </a:solidFill>
                <a:latin typeface="Times New Roman"/>
              </a:rPr>
              <a:t>APFA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3828682" y="674153"/>
            <a:ext cx="89039" cy="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79" name="Oval 178"/>
          <p:cNvSpPr/>
          <p:nvPr/>
        </p:nvSpPr>
        <p:spPr>
          <a:xfrm>
            <a:off x="3885921" y="642353"/>
            <a:ext cx="63599" cy="63599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0" name="Connector 179"/>
          <p:cNvCxnSpPr/>
          <p:nvPr/>
        </p:nvCxnSpPr>
        <p:spPr>
          <a:xfrm>
            <a:off x="3791426" y="741610"/>
            <a:ext cx="62960" cy="539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81" name="Oval 180"/>
          <p:cNvSpPr/>
          <p:nvPr/>
        </p:nvSpPr>
        <p:spPr>
          <a:xfrm>
            <a:off x="3822587" y="763776"/>
            <a:ext cx="63599" cy="63599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2" name="Connector 181"/>
          <p:cNvCxnSpPr/>
          <p:nvPr/>
        </p:nvCxnSpPr>
        <p:spPr>
          <a:xfrm>
            <a:off x="3701483" y="769552"/>
            <a:ext cx="0" cy="7631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83" name="Oval 182"/>
          <p:cNvSpPr/>
          <p:nvPr/>
        </p:nvSpPr>
        <p:spPr>
          <a:xfrm>
            <a:off x="3669683" y="814071"/>
            <a:ext cx="63599" cy="63599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4" name="Connector 183"/>
          <p:cNvCxnSpPr/>
          <p:nvPr/>
        </p:nvCxnSpPr>
        <p:spPr>
          <a:xfrm flipH="1">
            <a:off x="3548580" y="741610"/>
            <a:ext cx="62960" cy="539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85" name="Oval 184"/>
          <p:cNvSpPr/>
          <p:nvPr/>
        </p:nvSpPr>
        <p:spPr>
          <a:xfrm>
            <a:off x="3516780" y="763776"/>
            <a:ext cx="63599" cy="63599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6" name="Connector 185"/>
          <p:cNvCxnSpPr/>
          <p:nvPr/>
        </p:nvCxnSpPr>
        <p:spPr>
          <a:xfrm flipH="1">
            <a:off x="3485245" y="674153"/>
            <a:ext cx="89039" cy="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87" name="Oval 186"/>
          <p:cNvSpPr/>
          <p:nvPr/>
        </p:nvSpPr>
        <p:spPr>
          <a:xfrm>
            <a:off x="3453445" y="642353"/>
            <a:ext cx="63599" cy="63599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8" name="Connector 187"/>
          <p:cNvCxnSpPr/>
          <p:nvPr/>
        </p:nvCxnSpPr>
        <p:spPr>
          <a:xfrm flipH="1" flipV="1">
            <a:off x="3548580" y="552730"/>
            <a:ext cx="62960" cy="539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89" name="Oval 188"/>
          <p:cNvSpPr/>
          <p:nvPr/>
        </p:nvSpPr>
        <p:spPr>
          <a:xfrm>
            <a:off x="3516780" y="520930"/>
            <a:ext cx="63599" cy="63599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90" name="Connector 189"/>
          <p:cNvCxnSpPr/>
          <p:nvPr/>
        </p:nvCxnSpPr>
        <p:spPr>
          <a:xfrm flipV="1">
            <a:off x="3701483" y="502435"/>
            <a:ext cx="0" cy="7631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91" name="Oval 190"/>
          <p:cNvSpPr/>
          <p:nvPr/>
        </p:nvSpPr>
        <p:spPr>
          <a:xfrm>
            <a:off x="3669683" y="470635"/>
            <a:ext cx="63599" cy="63599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 flipV="1">
            <a:off x="3791426" y="552730"/>
            <a:ext cx="62960" cy="539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93" name="Oval 192"/>
          <p:cNvSpPr/>
          <p:nvPr/>
        </p:nvSpPr>
        <p:spPr>
          <a:xfrm>
            <a:off x="3822587" y="520930"/>
            <a:ext cx="63599" cy="63599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Rounded Rectangle 193"/>
          <p:cNvSpPr/>
          <p:nvPr/>
        </p:nvSpPr>
        <p:spPr>
          <a:xfrm>
            <a:off x="3529765" y="585114"/>
            <a:ext cx="343436" cy="178078"/>
          </a:xfrm>
          <a:prstGeom prst="roundRect">
            <a:avLst/>
          </a:prstGeom>
          <a:solidFill>
            <a:srgbClr val="FFFFFF"/>
          </a:solidFill>
          <a:ln w="1589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3612444" y="534234"/>
            <a:ext cx="139918" cy="12719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3707843" y="546954"/>
            <a:ext cx="139918" cy="11447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Right Arrow 196"/>
          <p:cNvSpPr/>
          <p:nvPr/>
        </p:nvSpPr>
        <p:spPr>
          <a:xfrm>
            <a:off x="2963730" y="960350"/>
            <a:ext cx="871311" cy="337076"/>
          </a:xfrm>
          <a:prstGeom prst="rightArrow">
            <a:avLst/>
          </a:prstGeom>
          <a:solidFill>
            <a:srgbClr val="FFFFFF"/>
          </a:solidFill>
          <a:ln w="254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4121239" y="356156"/>
            <a:ext cx="2550334" cy="1227467"/>
          </a:xfrm>
          <a:prstGeom prst="rect">
            <a:avLst/>
          </a:prstGeom>
          <a:solidFill>
            <a:srgbClr val="F4CFF0"/>
          </a:solidFill>
          <a:ln w="165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4057639" y="292557"/>
            <a:ext cx="2550334" cy="1227467"/>
          </a:xfrm>
          <a:prstGeom prst="rect">
            <a:avLst/>
          </a:prstGeom>
          <a:solidFill>
            <a:srgbClr val="F4CFF0"/>
          </a:solidFill>
          <a:ln w="165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3994040" y="228957"/>
            <a:ext cx="2550334" cy="1227467"/>
          </a:xfrm>
          <a:prstGeom prst="rect">
            <a:avLst/>
          </a:prstGeom>
          <a:solidFill>
            <a:srgbClr val="F4CFF0"/>
          </a:solidFill>
          <a:ln w="178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4057639" y="305276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202" name="Connector 201"/>
          <p:cNvCxnSpPr/>
          <p:nvPr/>
        </p:nvCxnSpPr>
        <p:spPr>
          <a:xfrm>
            <a:off x="4324757" y="381596"/>
            <a:ext cx="210513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203" name="Hexagon 202"/>
          <p:cNvSpPr/>
          <p:nvPr/>
        </p:nvSpPr>
        <p:spPr>
          <a:xfrm>
            <a:off x="4289141" y="317996"/>
            <a:ext cx="147550" cy="127198"/>
          </a:xfrm>
          <a:prstGeom prst="hexagon">
            <a:avLst/>
          </a:prstGeom>
          <a:solidFill>
            <a:srgbClr val="1F4E79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Diamond 203"/>
          <p:cNvSpPr/>
          <p:nvPr/>
        </p:nvSpPr>
        <p:spPr>
          <a:xfrm>
            <a:off x="4605866" y="317996"/>
            <a:ext cx="127198" cy="127198"/>
          </a:xfrm>
          <a:prstGeom prst="diamond">
            <a:avLst/>
          </a:prstGeom>
          <a:solidFill>
            <a:srgbClr val="5B9BD5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4912415" y="317996"/>
            <a:ext cx="127198" cy="127198"/>
          </a:xfrm>
          <a:prstGeom prst="ellipse">
            <a:avLst/>
          </a:prstGeom>
          <a:solidFill>
            <a:srgbClr val="D9E7F4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Hexagon 205"/>
          <p:cNvSpPr/>
          <p:nvPr/>
        </p:nvSpPr>
        <p:spPr>
          <a:xfrm>
            <a:off x="5208788" y="317996"/>
            <a:ext cx="147550" cy="127198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Diamond 206"/>
          <p:cNvSpPr/>
          <p:nvPr/>
        </p:nvSpPr>
        <p:spPr>
          <a:xfrm>
            <a:off x="5525513" y="317996"/>
            <a:ext cx="127198" cy="127198"/>
          </a:xfrm>
          <a:prstGeom prst="diamond">
            <a:avLst/>
          </a:prstGeom>
          <a:solidFill>
            <a:srgbClr val="9DC3E6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5832062" y="317996"/>
            <a:ext cx="127198" cy="127198"/>
          </a:xfrm>
          <a:prstGeom prst="ellipse">
            <a:avLst/>
          </a:prstGeom>
          <a:solidFill>
            <a:srgbClr val="1F4E79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4057639" y="484627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210" name="Connector 209"/>
          <p:cNvCxnSpPr/>
          <p:nvPr/>
        </p:nvCxnSpPr>
        <p:spPr>
          <a:xfrm>
            <a:off x="4324757" y="560946"/>
            <a:ext cx="210513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211" name="Hexagon 210"/>
          <p:cNvSpPr/>
          <p:nvPr/>
        </p:nvSpPr>
        <p:spPr>
          <a:xfrm>
            <a:off x="4289141" y="497347"/>
            <a:ext cx="147550" cy="127198"/>
          </a:xfrm>
          <a:prstGeom prst="hexagon">
            <a:avLst/>
          </a:prstGeom>
          <a:solidFill>
            <a:srgbClr val="D9E7F4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Diamond 211"/>
          <p:cNvSpPr/>
          <p:nvPr/>
        </p:nvSpPr>
        <p:spPr>
          <a:xfrm>
            <a:off x="4605866" y="497347"/>
            <a:ext cx="127198" cy="127198"/>
          </a:xfrm>
          <a:prstGeom prst="diamond">
            <a:avLst/>
          </a:prstGeom>
          <a:solidFill>
            <a:srgbClr val="2E75B6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4912415" y="497347"/>
            <a:ext cx="127198" cy="12719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Hexagon 213"/>
          <p:cNvSpPr/>
          <p:nvPr/>
        </p:nvSpPr>
        <p:spPr>
          <a:xfrm>
            <a:off x="5208788" y="497347"/>
            <a:ext cx="147550" cy="127198"/>
          </a:xfrm>
          <a:prstGeom prst="hexagon">
            <a:avLst/>
          </a:prstGeom>
          <a:solidFill>
            <a:srgbClr val="1F4E79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Diamond 214"/>
          <p:cNvSpPr/>
          <p:nvPr/>
        </p:nvSpPr>
        <p:spPr>
          <a:xfrm>
            <a:off x="5525513" y="497347"/>
            <a:ext cx="127198" cy="127198"/>
          </a:xfrm>
          <a:prstGeom prst="diamond">
            <a:avLst/>
          </a:prstGeom>
          <a:solidFill>
            <a:srgbClr val="1F4E79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5832062" y="497347"/>
            <a:ext cx="127198" cy="127198"/>
          </a:xfrm>
          <a:prstGeom prst="ellipse">
            <a:avLst/>
          </a:prstGeom>
          <a:solidFill>
            <a:srgbClr val="5B9BD5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4057639" y="663977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218" name="Connector 217"/>
          <p:cNvCxnSpPr/>
          <p:nvPr/>
        </p:nvCxnSpPr>
        <p:spPr>
          <a:xfrm>
            <a:off x="4324757" y="740296"/>
            <a:ext cx="210513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219" name="Hexagon 218"/>
          <p:cNvSpPr/>
          <p:nvPr/>
        </p:nvSpPr>
        <p:spPr>
          <a:xfrm>
            <a:off x="4289141" y="676697"/>
            <a:ext cx="147550" cy="127198"/>
          </a:xfrm>
          <a:prstGeom prst="hexagon">
            <a:avLst/>
          </a:prstGeom>
          <a:solidFill>
            <a:srgbClr val="9DC3E6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Diamond 219"/>
          <p:cNvSpPr/>
          <p:nvPr/>
        </p:nvSpPr>
        <p:spPr>
          <a:xfrm>
            <a:off x="4605866" y="676697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4912415" y="676697"/>
            <a:ext cx="127198" cy="127198"/>
          </a:xfrm>
          <a:prstGeom prst="ellipse">
            <a:avLst/>
          </a:prstGeom>
          <a:solidFill>
            <a:srgbClr val="1F4E79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Hexagon 221"/>
          <p:cNvSpPr/>
          <p:nvPr/>
        </p:nvSpPr>
        <p:spPr>
          <a:xfrm>
            <a:off x="5208788" y="676697"/>
            <a:ext cx="147550" cy="127198"/>
          </a:xfrm>
          <a:prstGeom prst="hexagon">
            <a:avLst/>
          </a:prstGeom>
          <a:solidFill>
            <a:srgbClr val="5B9BD5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Diamond 222"/>
          <p:cNvSpPr/>
          <p:nvPr/>
        </p:nvSpPr>
        <p:spPr>
          <a:xfrm>
            <a:off x="5525513" y="676697"/>
            <a:ext cx="127198" cy="127198"/>
          </a:xfrm>
          <a:prstGeom prst="diamond">
            <a:avLst/>
          </a:prstGeom>
          <a:solidFill>
            <a:srgbClr val="D9E7F4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5832062" y="676697"/>
            <a:ext cx="127198" cy="127198"/>
          </a:xfrm>
          <a:prstGeom prst="ellipse">
            <a:avLst/>
          </a:prstGeom>
          <a:solidFill>
            <a:srgbClr val="2E75B6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4057639" y="843327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226" name="Connector 225"/>
          <p:cNvCxnSpPr/>
          <p:nvPr/>
        </p:nvCxnSpPr>
        <p:spPr>
          <a:xfrm>
            <a:off x="4324757" y="919646"/>
            <a:ext cx="210513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227" name="Hexagon 226"/>
          <p:cNvSpPr/>
          <p:nvPr/>
        </p:nvSpPr>
        <p:spPr>
          <a:xfrm>
            <a:off x="4289141" y="856047"/>
            <a:ext cx="147550" cy="127198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Diamond 227"/>
          <p:cNvSpPr/>
          <p:nvPr/>
        </p:nvSpPr>
        <p:spPr>
          <a:xfrm>
            <a:off x="4605866" y="856047"/>
            <a:ext cx="127198" cy="127198"/>
          </a:xfrm>
          <a:prstGeom prst="diamond">
            <a:avLst/>
          </a:prstGeom>
          <a:solidFill>
            <a:srgbClr val="5B9BD5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4912415" y="856047"/>
            <a:ext cx="127198" cy="127198"/>
          </a:xfrm>
          <a:prstGeom prst="ellipse">
            <a:avLst/>
          </a:prstGeom>
          <a:solidFill>
            <a:srgbClr val="D9E7F4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Hexagon 229"/>
          <p:cNvSpPr/>
          <p:nvPr/>
        </p:nvSpPr>
        <p:spPr>
          <a:xfrm>
            <a:off x="5208788" y="856047"/>
            <a:ext cx="147550" cy="127198"/>
          </a:xfrm>
          <a:prstGeom prst="hexagon">
            <a:avLst/>
          </a:prstGeom>
          <a:solidFill>
            <a:srgbClr val="2E75B6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Diamond 230"/>
          <p:cNvSpPr/>
          <p:nvPr/>
        </p:nvSpPr>
        <p:spPr>
          <a:xfrm>
            <a:off x="5525513" y="856047"/>
            <a:ext cx="127198" cy="127198"/>
          </a:xfrm>
          <a:prstGeom prst="diamond">
            <a:avLst/>
          </a:prstGeom>
          <a:solidFill>
            <a:srgbClr val="9DC3E6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832062" y="856047"/>
            <a:ext cx="127198" cy="12719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4057639" y="1022677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234" name="Connector 233"/>
          <p:cNvCxnSpPr/>
          <p:nvPr/>
        </p:nvCxnSpPr>
        <p:spPr>
          <a:xfrm>
            <a:off x="4324757" y="1098997"/>
            <a:ext cx="210513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235" name="Hexagon 234"/>
          <p:cNvSpPr/>
          <p:nvPr/>
        </p:nvSpPr>
        <p:spPr>
          <a:xfrm>
            <a:off x="4289141" y="1035397"/>
            <a:ext cx="147550" cy="127198"/>
          </a:xfrm>
          <a:prstGeom prst="hexagon">
            <a:avLst/>
          </a:prstGeom>
          <a:solidFill>
            <a:srgbClr val="D9E7F4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Diamond 235"/>
          <p:cNvSpPr/>
          <p:nvPr/>
        </p:nvSpPr>
        <p:spPr>
          <a:xfrm>
            <a:off x="4605866" y="1035397"/>
            <a:ext cx="127198" cy="127198"/>
          </a:xfrm>
          <a:prstGeom prst="diamond">
            <a:avLst/>
          </a:prstGeom>
          <a:solidFill>
            <a:srgbClr val="2E75B6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912415" y="1035397"/>
            <a:ext cx="127198" cy="127198"/>
          </a:xfrm>
          <a:prstGeom prst="ellipse">
            <a:avLst/>
          </a:prstGeom>
          <a:solidFill>
            <a:srgbClr val="9DC3E6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Hexagon 237"/>
          <p:cNvSpPr/>
          <p:nvPr/>
        </p:nvSpPr>
        <p:spPr>
          <a:xfrm>
            <a:off x="5208788" y="1035397"/>
            <a:ext cx="147550" cy="127198"/>
          </a:xfrm>
          <a:prstGeom prst="hexagon">
            <a:avLst/>
          </a:prstGeom>
          <a:solidFill>
            <a:srgbClr val="1F4E79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Diamond 238"/>
          <p:cNvSpPr/>
          <p:nvPr/>
        </p:nvSpPr>
        <p:spPr>
          <a:xfrm>
            <a:off x="5525513" y="1035397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5832062" y="1035397"/>
            <a:ext cx="127198" cy="127198"/>
          </a:xfrm>
          <a:prstGeom prst="ellipse">
            <a:avLst/>
          </a:prstGeom>
          <a:solidFill>
            <a:srgbClr val="5B9BD5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4057639" y="1202028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242" name="Connector 241"/>
          <p:cNvCxnSpPr/>
          <p:nvPr/>
        </p:nvCxnSpPr>
        <p:spPr>
          <a:xfrm>
            <a:off x="4324757" y="1278347"/>
            <a:ext cx="210513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243" name="Hexagon 242"/>
          <p:cNvSpPr/>
          <p:nvPr/>
        </p:nvSpPr>
        <p:spPr>
          <a:xfrm>
            <a:off x="4289141" y="1214748"/>
            <a:ext cx="147550" cy="127198"/>
          </a:xfrm>
          <a:prstGeom prst="hexagon">
            <a:avLst/>
          </a:prstGeom>
          <a:solidFill>
            <a:srgbClr val="9DC3E6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Diamond 243"/>
          <p:cNvSpPr/>
          <p:nvPr/>
        </p:nvSpPr>
        <p:spPr>
          <a:xfrm>
            <a:off x="4605866" y="1214748"/>
            <a:ext cx="127198" cy="127198"/>
          </a:xfrm>
          <a:prstGeom prst="diamond">
            <a:avLst/>
          </a:prstGeom>
          <a:solidFill>
            <a:srgbClr val="1F4E79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4912415" y="1214748"/>
            <a:ext cx="127198" cy="127198"/>
          </a:xfrm>
          <a:prstGeom prst="ellipse">
            <a:avLst/>
          </a:prstGeom>
          <a:solidFill>
            <a:srgbClr val="1F4E79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Hexagon 245"/>
          <p:cNvSpPr/>
          <p:nvPr/>
        </p:nvSpPr>
        <p:spPr>
          <a:xfrm>
            <a:off x="5208788" y="1214748"/>
            <a:ext cx="147550" cy="127198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Diamond 246"/>
          <p:cNvSpPr/>
          <p:nvPr/>
        </p:nvSpPr>
        <p:spPr>
          <a:xfrm>
            <a:off x="5525513" y="1214748"/>
            <a:ext cx="127198" cy="127198"/>
          </a:xfrm>
          <a:prstGeom prst="diamond">
            <a:avLst/>
          </a:prstGeom>
          <a:solidFill>
            <a:srgbClr val="D9E7F4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5832062" y="1214748"/>
            <a:ext cx="127198" cy="127198"/>
          </a:xfrm>
          <a:prstGeom prst="ellipse">
            <a:avLst/>
          </a:prstGeom>
          <a:solidFill>
            <a:srgbClr val="2E75B6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4191198" y="817887"/>
            <a:ext cx="178078" cy="20351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1" b="1" i="0">
                <a:solidFill>
                  <a:srgbClr val="000000"/>
                </a:solidFill>
                <a:latin typeface="Times New Roman"/>
              </a:rPr>
              <a:t>⋮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5991060" y="292557"/>
            <a:ext cx="82679" cy="53677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6188218" y="484627"/>
            <a:ext cx="82679" cy="870039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6251818" y="314021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53" name="Connector 252"/>
          <p:cNvCxnSpPr/>
          <p:nvPr/>
        </p:nvCxnSpPr>
        <p:spPr>
          <a:xfrm flipV="1">
            <a:off x="6289659" y="354566"/>
            <a:ext cx="59466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254" name="Connector 253"/>
          <p:cNvCxnSpPr/>
          <p:nvPr/>
        </p:nvCxnSpPr>
        <p:spPr>
          <a:xfrm flipV="1">
            <a:off x="6349125" y="338348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255" name="Connector 254"/>
          <p:cNvCxnSpPr/>
          <p:nvPr/>
        </p:nvCxnSpPr>
        <p:spPr>
          <a:xfrm>
            <a:off x="6365343" y="327536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256" name="Connector 255"/>
          <p:cNvCxnSpPr/>
          <p:nvPr/>
        </p:nvCxnSpPr>
        <p:spPr>
          <a:xfrm flipH="1">
            <a:off x="6381561" y="338348"/>
            <a:ext cx="10811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257" name="Freeform 256"/>
          <p:cNvSpPr/>
          <p:nvPr/>
        </p:nvSpPr>
        <p:spPr>
          <a:xfrm>
            <a:off x="6289051" y="337027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6251818" y="493372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59" name="Connector 258"/>
          <p:cNvCxnSpPr/>
          <p:nvPr/>
        </p:nvCxnSpPr>
        <p:spPr>
          <a:xfrm flipV="1">
            <a:off x="6289659" y="533916"/>
            <a:ext cx="59466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260" name="Connector 259"/>
          <p:cNvCxnSpPr/>
          <p:nvPr/>
        </p:nvCxnSpPr>
        <p:spPr>
          <a:xfrm flipV="1">
            <a:off x="6349125" y="517698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261" name="Connector 260"/>
          <p:cNvCxnSpPr/>
          <p:nvPr/>
        </p:nvCxnSpPr>
        <p:spPr>
          <a:xfrm>
            <a:off x="6365343" y="506886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262" name="Connector 261"/>
          <p:cNvCxnSpPr/>
          <p:nvPr/>
        </p:nvCxnSpPr>
        <p:spPr>
          <a:xfrm flipH="1">
            <a:off x="6381561" y="517698"/>
            <a:ext cx="10811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263" name="Freeform 262"/>
          <p:cNvSpPr/>
          <p:nvPr/>
        </p:nvSpPr>
        <p:spPr>
          <a:xfrm>
            <a:off x="6289051" y="515079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6251818" y="672722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65" name="Connector 264"/>
          <p:cNvCxnSpPr/>
          <p:nvPr/>
        </p:nvCxnSpPr>
        <p:spPr>
          <a:xfrm flipV="1">
            <a:off x="6289659" y="713266"/>
            <a:ext cx="59466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266" name="Connector 265"/>
          <p:cNvCxnSpPr/>
          <p:nvPr/>
        </p:nvCxnSpPr>
        <p:spPr>
          <a:xfrm flipV="1">
            <a:off x="6349125" y="697049"/>
            <a:ext cx="43247" cy="16217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267" name="Connector 266"/>
          <p:cNvCxnSpPr/>
          <p:nvPr/>
        </p:nvCxnSpPr>
        <p:spPr>
          <a:xfrm>
            <a:off x="6365343" y="686237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268" name="Connector 267"/>
          <p:cNvCxnSpPr/>
          <p:nvPr/>
        </p:nvCxnSpPr>
        <p:spPr>
          <a:xfrm flipH="1">
            <a:off x="6381561" y="697049"/>
            <a:ext cx="10811" cy="2702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269" name="Freeform 268"/>
          <p:cNvSpPr/>
          <p:nvPr/>
        </p:nvSpPr>
        <p:spPr>
          <a:xfrm>
            <a:off x="6289051" y="699490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0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6251818" y="852072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71" name="Connector 270"/>
          <p:cNvCxnSpPr/>
          <p:nvPr/>
        </p:nvCxnSpPr>
        <p:spPr>
          <a:xfrm flipV="1">
            <a:off x="6289659" y="892617"/>
            <a:ext cx="59466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272" name="Connector 271"/>
          <p:cNvCxnSpPr/>
          <p:nvPr/>
        </p:nvCxnSpPr>
        <p:spPr>
          <a:xfrm flipV="1">
            <a:off x="6349125" y="876399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273" name="Connector 272"/>
          <p:cNvCxnSpPr/>
          <p:nvPr/>
        </p:nvCxnSpPr>
        <p:spPr>
          <a:xfrm>
            <a:off x="6365343" y="865587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274" name="Connector 273"/>
          <p:cNvCxnSpPr/>
          <p:nvPr/>
        </p:nvCxnSpPr>
        <p:spPr>
          <a:xfrm flipH="1">
            <a:off x="6381561" y="876399"/>
            <a:ext cx="10811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275" name="Freeform 274"/>
          <p:cNvSpPr/>
          <p:nvPr/>
        </p:nvSpPr>
        <p:spPr>
          <a:xfrm>
            <a:off x="6289051" y="877542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6251818" y="1031422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77" name="Connector 276"/>
          <p:cNvCxnSpPr/>
          <p:nvPr/>
        </p:nvCxnSpPr>
        <p:spPr>
          <a:xfrm flipV="1">
            <a:off x="6289659" y="1071967"/>
            <a:ext cx="59466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278" name="Connector 277"/>
          <p:cNvCxnSpPr/>
          <p:nvPr/>
        </p:nvCxnSpPr>
        <p:spPr>
          <a:xfrm flipV="1">
            <a:off x="6349125" y="1055749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279" name="Connector 278"/>
          <p:cNvCxnSpPr/>
          <p:nvPr/>
        </p:nvCxnSpPr>
        <p:spPr>
          <a:xfrm>
            <a:off x="6365343" y="1044937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280" name="Connector 279"/>
          <p:cNvCxnSpPr/>
          <p:nvPr/>
        </p:nvCxnSpPr>
        <p:spPr>
          <a:xfrm flipH="1">
            <a:off x="6381561" y="1055749"/>
            <a:ext cx="10811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281" name="Freeform 280"/>
          <p:cNvSpPr/>
          <p:nvPr/>
        </p:nvSpPr>
        <p:spPr>
          <a:xfrm>
            <a:off x="6289051" y="1055594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6251818" y="1210773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83" name="Connector 282"/>
          <p:cNvCxnSpPr/>
          <p:nvPr/>
        </p:nvCxnSpPr>
        <p:spPr>
          <a:xfrm flipV="1">
            <a:off x="6289659" y="1251317"/>
            <a:ext cx="59466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284" name="Connector 283"/>
          <p:cNvCxnSpPr/>
          <p:nvPr/>
        </p:nvCxnSpPr>
        <p:spPr>
          <a:xfrm flipV="1">
            <a:off x="6349125" y="1235099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285" name="Connector 284"/>
          <p:cNvCxnSpPr/>
          <p:nvPr/>
        </p:nvCxnSpPr>
        <p:spPr>
          <a:xfrm>
            <a:off x="6365343" y="1224287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286" name="Connector 285"/>
          <p:cNvCxnSpPr/>
          <p:nvPr/>
        </p:nvCxnSpPr>
        <p:spPr>
          <a:xfrm flipH="1">
            <a:off x="6381561" y="1235099"/>
            <a:ext cx="10811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287" name="Freeform 286"/>
          <p:cNvSpPr/>
          <p:nvPr/>
        </p:nvSpPr>
        <p:spPr>
          <a:xfrm>
            <a:off x="6289051" y="1233646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5323267" y="642353"/>
            <a:ext cx="2295937" cy="1055749"/>
          </a:xfrm>
          <a:prstGeom prst="rect">
            <a:avLst/>
          </a:prstGeom>
          <a:solidFill>
            <a:srgbClr val="D1EABB"/>
          </a:solidFill>
          <a:ln w="165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5259668" y="578754"/>
            <a:ext cx="2295937" cy="1055749"/>
          </a:xfrm>
          <a:prstGeom prst="rect">
            <a:avLst/>
          </a:prstGeom>
          <a:solidFill>
            <a:srgbClr val="D1EABB"/>
          </a:solidFill>
          <a:ln w="178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5323267" y="655073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291" name="Connector 290"/>
          <p:cNvCxnSpPr/>
          <p:nvPr/>
        </p:nvCxnSpPr>
        <p:spPr>
          <a:xfrm>
            <a:off x="5590384" y="731392"/>
            <a:ext cx="1850742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292" name="Hexagon 291"/>
          <p:cNvSpPr/>
          <p:nvPr/>
        </p:nvSpPr>
        <p:spPr>
          <a:xfrm>
            <a:off x="5540751" y="655709"/>
            <a:ext cx="175585" cy="151366"/>
          </a:xfrm>
          <a:prstGeom prst="hexagon">
            <a:avLst/>
          </a:prstGeom>
          <a:solidFill>
            <a:srgbClr val="1F4E79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Diamond 292"/>
          <p:cNvSpPr/>
          <p:nvPr/>
        </p:nvSpPr>
        <p:spPr>
          <a:xfrm>
            <a:off x="5808530" y="655709"/>
            <a:ext cx="151366" cy="151366"/>
          </a:xfrm>
          <a:prstGeom prst="diamond">
            <a:avLst/>
          </a:prstGeom>
          <a:solidFill>
            <a:srgbClr val="5B9BD5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6064200" y="655709"/>
            <a:ext cx="151366" cy="151366"/>
          </a:xfrm>
          <a:prstGeom prst="ellipse">
            <a:avLst/>
          </a:prstGeom>
          <a:solidFill>
            <a:srgbClr val="D9E7F4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Hexagon 294"/>
          <p:cNvSpPr/>
          <p:nvPr/>
        </p:nvSpPr>
        <p:spPr>
          <a:xfrm>
            <a:off x="6307760" y="655709"/>
            <a:ext cx="175585" cy="151366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Diamond 295"/>
          <p:cNvSpPr/>
          <p:nvPr/>
        </p:nvSpPr>
        <p:spPr>
          <a:xfrm>
            <a:off x="6575539" y="655709"/>
            <a:ext cx="151366" cy="151366"/>
          </a:xfrm>
          <a:prstGeom prst="diamond">
            <a:avLst/>
          </a:prstGeom>
          <a:solidFill>
            <a:srgbClr val="9DC3E6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6831208" y="655709"/>
            <a:ext cx="151366" cy="151366"/>
          </a:xfrm>
          <a:prstGeom prst="ellipse">
            <a:avLst/>
          </a:prstGeom>
          <a:solidFill>
            <a:srgbClr val="1F4E79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5323267" y="896751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299" name="Connector 298"/>
          <p:cNvCxnSpPr/>
          <p:nvPr/>
        </p:nvCxnSpPr>
        <p:spPr>
          <a:xfrm>
            <a:off x="5590384" y="973070"/>
            <a:ext cx="1850742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300" name="Hexagon 299"/>
          <p:cNvSpPr/>
          <p:nvPr/>
        </p:nvSpPr>
        <p:spPr>
          <a:xfrm>
            <a:off x="5540751" y="897387"/>
            <a:ext cx="175585" cy="151366"/>
          </a:xfrm>
          <a:prstGeom prst="hexagon">
            <a:avLst/>
          </a:prstGeom>
          <a:solidFill>
            <a:srgbClr val="D9E7F4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Diamond 300"/>
          <p:cNvSpPr/>
          <p:nvPr/>
        </p:nvSpPr>
        <p:spPr>
          <a:xfrm>
            <a:off x="5808530" y="897387"/>
            <a:ext cx="151366" cy="151366"/>
          </a:xfrm>
          <a:prstGeom prst="diamond">
            <a:avLst/>
          </a:prstGeom>
          <a:solidFill>
            <a:srgbClr val="2E75B6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6064200" y="897387"/>
            <a:ext cx="151366" cy="151366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Hexagon 302"/>
          <p:cNvSpPr/>
          <p:nvPr/>
        </p:nvSpPr>
        <p:spPr>
          <a:xfrm>
            <a:off x="6307760" y="897387"/>
            <a:ext cx="175585" cy="151366"/>
          </a:xfrm>
          <a:prstGeom prst="hexagon">
            <a:avLst/>
          </a:prstGeom>
          <a:solidFill>
            <a:srgbClr val="1F4E79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Diamond 303"/>
          <p:cNvSpPr/>
          <p:nvPr/>
        </p:nvSpPr>
        <p:spPr>
          <a:xfrm>
            <a:off x="6575539" y="897387"/>
            <a:ext cx="151366" cy="151366"/>
          </a:xfrm>
          <a:prstGeom prst="diamond">
            <a:avLst/>
          </a:prstGeom>
          <a:solidFill>
            <a:srgbClr val="1F4E79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6831208" y="897387"/>
            <a:ext cx="151366" cy="151366"/>
          </a:xfrm>
          <a:prstGeom prst="ellipse">
            <a:avLst/>
          </a:prstGeom>
          <a:solidFill>
            <a:srgbClr val="5B9BD5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5323267" y="1138428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307" name="Connector 306"/>
          <p:cNvCxnSpPr/>
          <p:nvPr/>
        </p:nvCxnSpPr>
        <p:spPr>
          <a:xfrm>
            <a:off x="5590384" y="1214748"/>
            <a:ext cx="1850742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308" name="Hexagon 307"/>
          <p:cNvSpPr/>
          <p:nvPr/>
        </p:nvSpPr>
        <p:spPr>
          <a:xfrm>
            <a:off x="5540751" y="1139064"/>
            <a:ext cx="175585" cy="151366"/>
          </a:xfrm>
          <a:prstGeom prst="hexagon">
            <a:avLst/>
          </a:prstGeom>
          <a:solidFill>
            <a:srgbClr val="9DC3E6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Diamond 308"/>
          <p:cNvSpPr/>
          <p:nvPr/>
        </p:nvSpPr>
        <p:spPr>
          <a:xfrm>
            <a:off x="5808530" y="1139064"/>
            <a:ext cx="151366" cy="151366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6064200" y="1139064"/>
            <a:ext cx="151366" cy="151366"/>
          </a:xfrm>
          <a:prstGeom prst="ellipse">
            <a:avLst/>
          </a:prstGeom>
          <a:solidFill>
            <a:srgbClr val="1F4E79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Hexagon 310"/>
          <p:cNvSpPr/>
          <p:nvPr/>
        </p:nvSpPr>
        <p:spPr>
          <a:xfrm>
            <a:off x="6307760" y="1139064"/>
            <a:ext cx="175585" cy="151366"/>
          </a:xfrm>
          <a:prstGeom prst="hexagon">
            <a:avLst/>
          </a:prstGeom>
          <a:solidFill>
            <a:srgbClr val="5B9BD5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Diamond 311"/>
          <p:cNvSpPr/>
          <p:nvPr/>
        </p:nvSpPr>
        <p:spPr>
          <a:xfrm>
            <a:off x="6575539" y="1139064"/>
            <a:ext cx="151366" cy="151366"/>
          </a:xfrm>
          <a:prstGeom prst="diamond">
            <a:avLst/>
          </a:prstGeom>
          <a:solidFill>
            <a:srgbClr val="D9E7F4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6831208" y="1139064"/>
            <a:ext cx="151366" cy="151366"/>
          </a:xfrm>
          <a:prstGeom prst="ellipse">
            <a:avLst/>
          </a:prstGeom>
          <a:solidFill>
            <a:srgbClr val="2E75B6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5323267" y="1380106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315" name="Connector 314"/>
          <p:cNvCxnSpPr/>
          <p:nvPr/>
        </p:nvCxnSpPr>
        <p:spPr>
          <a:xfrm>
            <a:off x="5590384" y="1456425"/>
            <a:ext cx="1850742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316" name="Hexagon 315"/>
          <p:cNvSpPr/>
          <p:nvPr/>
        </p:nvSpPr>
        <p:spPr>
          <a:xfrm>
            <a:off x="5540751" y="1380742"/>
            <a:ext cx="175585" cy="151366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Diamond 316"/>
          <p:cNvSpPr/>
          <p:nvPr/>
        </p:nvSpPr>
        <p:spPr>
          <a:xfrm>
            <a:off x="5808530" y="1380742"/>
            <a:ext cx="151366" cy="151366"/>
          </a:xfrm>
          <a:prstGeom prst="diamond">
            <a:avLst/>
          </a:prstGeom>
          <a:solidFill>
            <a:srgbClr val="5B9BD5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6064200" y="1380742"/>
            <a:ext cx="151366" cy="151366"/>
          </a:xfrm>
          <a:prstGeom prst="ellipse">
            <a:avLst/>
          </a:prstGeom>
          <a:solidFill>
            <a:srgbClr val="D9E7F4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Hexagon 318"/>
          <p:cNvSpPr/>
          <p:nvPr/>
        </p:nvSpPr>
        <p:spPr>
          <a:xfrm>
            <a:off x="6307760" y="1380742"/>
            <a:ext cx="175585" cy="151366"/>
          </a:xfrm>
          <a:prstGeom prst="hexagon">
            <a:avLst/>
          </a:prstGeom>
          <a:solidFill>
            <a:srgbClr val="2E75B6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Diamond 319"/>
          <p:cNvSpPr/>
          <p:nvPr/>
        </p:nvSpPr>
        <p:spPr>
          <a:xfrm>
            <a:off x="6575539" y="1380742"/>
            <a:ext cx="151366" cy="151366"/>
          </a:xfrm>
          <a:prstGeom prst="diamond">
            <a:avLst/>
          </a:prstGeom>
          <a:solidFill>
            <a:srgbClr val="9DC3E6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6831208" y="1380742"/>
            <a:ext cx="151366" cy="151366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7002290" y="642353"/>
            <a:ext cx="82679" cy="661433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7199448" y="896751"/>
            <a:ext cx="82679" cy="635993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7263048" y="663818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25" name="Connector 324"/>
          <p:cNvCxnSpPr/>
          <p:nvPr/>
        </p:nvCxnSpPr>
        <p:spPr>
          <a:xfrm flipV="1">
            <a:off x="7300889" y="704363"/>
            <a:ext cx="59466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326" name="Connector 325"/>
          <p:cNvCxnSpPr/>
          <p:nvPr/>
        </p:nvCxnSpPr>
        <p:spPr>
          <a:xfrm flipV="1">
            <a:off x="7360355" y="688145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327" name="Connector 326"/>
          <p:cNvCxnSpPr/>
          <p:nvPr/>
        </p:nvCxnSpPr>
        <p:spPr>
          <a:xfrm>
            <a:off x="7376573" y="677333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328" name="Connector 327"/>
          <p:cNvCxnSpPr/>
          <p:nvPr/>
        </p:nvCxnSpPr>
        <p:spPr>
          <a:xfrm flipH="1">
            <a:off x="7392791" y="688145"/>
            <a:ext cx="10811" cy="2702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329" name="Freeform 328"/>
          <p:cNvSpPr/>
          <p:nvPr/>
        </p:nvSpPr>
        <p:spPr>
          <a:xfrm>
            <a:off x="7300132" y="686772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7263048" y="905496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31" name="Connector 330"/>
          <p:cNvCxnSpPr/>
          <p:nvPr/>
        </p:nvCxnSpPr>
        <p:spPr>
          <a:xfrm flipV="1">
            <a:off x="7300889" y="946040"/>
            <a:ext cx="59466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332" name="Connector 331"/>
          <p:cNvCxnSpPr/>
          <p:nvPr/>
        </p:nvCxnSpPr>
        <p:spPr>
          <a:xfrm flipV="1">
            <a:off x="7360355" y="929822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333" name="Connector 332"/>
          <p:cNvCxnSpPr/>
          <p:nvPr/>
        </p:nvCxnSpPr>
        <p:spPr>
          <a:xfrm>
            <a:off x="7376573" y="919010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334" name="Connector 333"/>
          <p:cNvCxnSpPr/>
          <p:nvPr/>
        </p:nvCxnSpPr>
        <p:spPr>
          <a:xfrm flipH="1">
            <a:off x="7392791" y="929822"/>
            <a:ext cx="10811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335" name="Freeform 334"/>
          <p:cNvSpPr/>
          <p:nvPr/>
        </p:nvSpPr>
        <p:spPr>
          <a:xfrm>
            <a:off x="7300132" y="928414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7263048" y="1147173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37" name="Connector 336"/>
          <p:cNvCxnSpPr/>
          <p:nvPr/>
        </p:nvCxnSpPr>
        <p:spPr>
          <a:xfrm flipV="1">
            <a:off x="7300889" y="1187718"/>
            <a:ext cx="59466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338" name="Connector 337"/>
          <p:cNvCxnSpPr/>
          <p:nvPr/>
        </p:nvCxnSpPr>
        <p:spPr>
          <a:xfrm flipV="1">
            <a:off x="7360355" y="1171500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339" name="Connector 338"/>
          <p:cNvCxnSpPr/>
          <p:nvPr/>
        </p:nvCxnSpPr>
        <p:spPr>
          <a:xfrm>
            <a:off x="7376573" y="1160688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340" name="Connector 339"/>
          <p:cNvCxnSpPr/>
          <p:nvPr/>
        </p:nvCxnSpPr>
        <p:spPr>
          <a:xfrm flipH="1">
            <a:off x="7392791" y="1171500"/>
            <a:ext cx="10811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341" name="Freeform 340"/>
          <p:cNvSpPr/>
          <p:nvPr/>
        </p:nvSpPr>
        <p:spPr>
          <a:xfrm>
            <a:off x="7300132" y="1170056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7263048" y="1388851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43" name="Connector 342"/>
          <p:cNvCxnSpPr/>
          <p:nvPr/>
        </p:nvCxnSpPr>
        <p:spPr>
          <a:xfrm flipV="1">
            <a:off x="7300889" y="1429395"/>
            <a:ext cx="59466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344" name="Connector 343"/>
          <p:cNvCxnSpPr/>
          <p:nvPr/>
        </p:nvCxnSpPr>
        <p:spPr>
          <a:xfrm flipV="1">
            <a:off x="7360355" y="1413178"/>
            <a:ext cx="43247" cy="16217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345" name="Connector 344"/>
          <p:cNvCxnSpPr/>
          <p:nvPr/>
        </p:nvCxnSpPr>
        <p:spPr>
          <a:xfrm>
            <a:off x="7376573" y="1402366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346" name="Connector 345"/>
          <p:cNvCxnSpPr/>
          <p:nvPr/>
        </p:nvCxnSpPr>
        <p:spPr>
          <a:xfrm flipH="1">
            <a:off x="7392791" y="1413178"/>
            <a:ext cx="10811" cy="2702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347" name="Freeform 346"/>
          <p:cNvSpPr/>
          <p:nvPr/>
        </p:nvSpPr>
        <p:spPr>
          <a:xfrm>
            <a:off x="7300132" y="1411698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6442616" y="941270"/>
            <a:ext cx="1768062" cy="705953"/>
          </a:xfrm>
          <a:prstGeom prst="rect">
            <a:avLst/>
          </a:prstGeom>
          <a:solidFill>
            <a:srgbClr val="FFF0C2"/>
          </a:solidFill>
          <a:ln w="178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6506215" y="1017589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350" name="Connector 349"/>
          <p:cNvCxnSpPr/>
          <p:nvPr/>
        </p:nvCxnSpPr>
        <p:spPr>
          <a:xfrm>
            <a:off x="6773333" y="1093909"/>
            <a:ext cx="1322867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351" name="Hexagon 350"/>
          <p:cNvSpPr/>
          <p:nvPr/>
        </p:nvSpPr>
        <p:spPr>
          <a:xfrm>
            <a:off x="6737717" y="1030309"/>
            <a:ext cx="147550" cy="127198"/>
          </a:xfrm>
          <a:prstGeom prst="hexagon">
            <a:avLst/>
          </a:prstGeom>
          <a:solidFill>
            <a:srgbClr val="1F4E79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Diamond 351"/>
          <p:cNvSpPr/>
          <p:nvPr/>
        </p:nvSpPr>
        <p:spPr>
          <a:xfrm>
            <a:off x="7123129" y="1030309"/>
            <a:ext cx="127198" cy="127198"/>
          </a:xfrm>
          <a:prstGeom prst="diamond">
            <a:avLst/>
          </a:prstGeom>
          <a:solidFill>
            <a:srgbClr val="5B9BD5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7498366" y="1030309"/>
            <a:ext cx="127198" cy="127198"/>
          </a:xfrm>
          <a:prstGeom prst="ellipse">
            <a:avLst/>
          </a:prstGeom>
          <a:solidFill>
            <a:srgbClr val="D9E7F4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6506215" y="1205208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355" name="Connector 354"/>
          <p:cNvCxnSpPr/>
          <p:nvPr/>
        </p:nvCxnSpPr>
        <p:spPr>
          <a:xfrm>
            <a:off x="6773333" y="1281527"/>
            <a:ext cx="1322867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356" name="Hexagon 355"/>
          <p:cNvSpPr/>
          <p:nvPr/>
        </p:nvSpPr>
        <p:spPr>
          <a:xfrm>
            <a:off x="6737717" y="1217927"/>
            <a:ext cx="147550" cy="127198"/>
          </a:xfrm>
          <a:prstGeom prst="hexagon">
            <a:avLst/>
          </a:prstGeom>
          <a:solidFill>
            <a:srgbClr val="D9E7F4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Diamond 356"/>
          <p:cNvSpPr/>
          <p:nvPr/>
        </p:nvSpPr>
        <p:spPr>
          <a:xfrm>
            <a:off x="7123129" y="1217927"/>
            <a:ext cx="127198" cy="127198"/>
          </a:xfrm>
          <a:prstGeom prst="diamond">
            <a:avLst/>
          </a:prstGeom>
          <a:solidFill>
            <a:srgbClr val="2E75B6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7498366" y="1217927"/>
            <a:ext cx="127198" cy="12719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6506215" y="1392826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360" name="Connector 359"/>
          <p:cNvCxnSpPr/>
          <p:nvPr/>
        </p:nvCxnSpPr>
        <p:spPr>
          <a:xfrm>
            <a:off x="6773333" y="1469145"/>
            <a:ext cx="1322867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361" name="Hexagon 360"/>
          <p:cNvSpPr/>
          <p:nvPr/>
        </p:nvSpPr>
        <p:spPr>
          <a:xfrm>
            <a:off x="6737717" y="1405546"/>
            <a:ext cx="147550" cy="127198"/>
          </a:xfrm>
          <a:prstGeom prst="hexagon">
            <a:avLst/>
          </a:prstGeom>
          <a:solidFill>
            <a:srgbClr val="9DC3E6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Diamond 361"/>
          <p:cNvSpPr/>
          <p:nvPr/>
        </p:nvSpPr>
        <p:spPr>
          <a:xfrm>
            <a:off x="7123129" y="1405546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7498366" y="1405546"/>
            <a:ext cx="127198" cy="127198"/>
          </a:xfrm>
          <a:prstGeom prst="ellipse">
            <a:avLst/>
          </a:prstGeom>
          <a:solidFill>
            <a:srgbClr val="1F4E79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7682804" y="1011230"/>
            <a:ext cx="82679" cy="352976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7879962" y="1211568"/>
            <a:ext cx="82679" cy="327536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7918121" y="1026334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67" name="Connector 366"/>
          <p:cNvCxnSpPr/>
          <p:nvPr/>
        </p:nvCxnSpPr>
        <p:spPr>
          <a:xfrm flipV="1">
            <a:off x="7955963" y="1066879"/>
            <a:ext cx="59465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368" name="Connector 367"/>
          <p:cNvCxnSpPr/>
          <p:nvPr/>
        </p:nvCxnSpPr>
        <p:spPr>
          <a:xfrm flipV="1">
            <a:off x="8015428" y="1050661"/>
            <a:ext cx="43248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369" name="Connector 368"/>
          <p:cNvCxnSpPr/>
          <p:nvPr/>
        </p:nvCxnSpPr>
        <p:spPr>
          <a:xfrm>
            <a:off x="8031646" y="1039849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370" name="Connector 369"/>
          <p:cNvCxnSpPr/>
          <p:nvPr/>
        </p:nvCxnSpPr>
        <p:spPr>
          <a:xfrm flipH="1">
            <a:off x="8047864" y="1050661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371" name="Freeform 370"/>
          <p:cNvSpPr/>
          <p:nvPr/>
        </p:nvSpPr>
        <p:spPr>
          <a:xfrm>
            <a:off x="7955109" y="1049235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7918121" y="1213953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73" name="Connector 372"/>
          <p:cNvCxnSpPr/>
          <p:nvPr/>
        </p:nvCxnSpPr>
        <p:spPr>
          <a:xfrm flipV="1">
            <a:off x="7955963" y="1254497"/>
            <a:ext cx="59465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374" name="Connector 373"/>
          <p:cNvCxnSpPr/>
          <p:nvPr/>
        </p:nvCxnSpPr>
        <p:spPr>
          <a:xfrm flipV="1">
            <a:off x="8015428" y="1238279"/>
            <a:ext cx="43248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375" name="Connector 374"/>
          <p:cNvCxnSpPr/>
          <p:nvPr/>
        </p:nvCxnSpPr>
        <p:spPr>
          <a:xfrm>
            <a:off x="8031646" y="1227467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376" name="Connector 375"/>
          <p:cNvCxnSpPr/>
          <p:nvPr/>
        </p:nvCxnSpPr>
        <p:spPr>
          <a:xfrm flipH="1">
            <a:off x="8047864" y="1238279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377" name="Freeform 376"/>
          <p:cNvSpPr/>
          <p:nvPr/>
        </p:nvSpPr>
        <p:spPr>
          <a:xfrm>
            <a:off x="7955109" y="1240005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7918121" y="1401571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79" name="Connector 378"/>
          <p:cNvCxnSpPr/>
          <p:nvPr/>
        </p:nvCxnSpPr>
        <p:spPr>
          <a:xfrm flipV="1">
            <a:off x="7955963" y="1442115"/>
            <a:ext cx="59465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380" name="Connector 379"/>
          <p:cNvCxnSpPr/>
          <p:nvPr/>
        </p:nvCxnSpPr>
        <p:spPr>
          <a:xfrm flipV="1">
            <a:off x="8015428" y="1425897"/>
            <a:ext cx="43248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381" name="Connector 380"/>
          <p:cNvCxnSpPr/>
          <p:nvPr/>
        </p:nvCxnSpPr>
        <p:spPr>
          <a:xfrm>
            <a:off x="8031646" y="1415086"/>
            <a:ext cx="27030" cy="10811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382" name="Connector 381"/>
          <p:cNvCxnSpPr/>
          <p:nvPr/>
        </p:nvCxnSpPr>
        <p:spPr>
          <a:xfrm flipH="1">
            <a:off x="8047864" y="1425897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383" name="Freeform 382"/>
          <p:cNvSpPr/>
          <p:nvPr/>
        </p:nvSpPr>
        <p:spPr>
          <a:xfrm>
            <a:off x="7955109" y="1424416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TextBox 383"/>
          <p:cNvSpPr txBox="1"/>
          <p:nvPr/>
        </p:nvSpPr>
        <p:spPr>
          <a:xfrm>
            <a:off x="4534635" y="1647223"/>
            <a:ext cx="3199048" cy="26075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2" b="1" i="0">
                <a:solidFill>
                  <a:srgbClr val="000000"/>
                </a:solidFill>
                <a:latin typeface="Times New Roman"/>
              </a:rPr>
              <a:t>Frozen Parameters Trajectory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8045320" y="178078"/>
            <a:ext cx="763192" cy="17807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1" b="1" i="0">
                <a:solidFill>
                  <a:srgbClr val="000000"/>
                </a:solidFill>
                <a:latin typeface="Times New Roman"/>
              </a:rPr>
              <a:t>Intensity ↑</a:t>
            </a:r>
          </a:p>
        </p:txBody>
      </p:sp>
      <p:sp>
        <p:nvSpPr>
          <p:cNvPr id="386" name="Rectangle 385"/>
          <p:cNvSpPr/>
          <p:nvPr/>
        </p:nvSpPr>
        <p:spPr>
          <a:xfrm>
            <a:off x="8286998" y="356156"/>
            <a:ext cx="216237" cy="267117"/>
          </a:xfrm>
          <a:prstGeom prst="rect">
            <a:avLst/>
          </a:prstGeom>
          <a:solidFill>
            <a:srgbClr val="1F4E79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8286998" y="623273"/>
            <a:ext cx="216237" cy="267117"/>
          </a:xfrm>
          <a:prstGeom prst="rect">
            <a:avLst/>
          </a:prstGeom>
          <a:solidFill>
            <a:srgbClr val="2E75B6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8286998" y="890391"/>
            <a:ext cx="216237" cy="267117"/>
          </a:xfrm>
          <a:prstGeom prst="rect">
            <a:avLst/>
          </a:prstGeom>
          <a:solidFill>
            <a:srgbClr val="5B9BD5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8286998" y="1157508"/>
            <a:ext cx="216237" cy="267117"/>
          </a:xfrm>
          <a:prstGeom prst="rect">
            <a:avLst/>
          </a:prstGeom>
          <a:solidFill>
            <a:srgbClr val="9DC3E6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8286998" y="1424625"/>
            <a:ext cx="216237" cy="267117"/>
          </a:xfrm>
          <a:prstGeom prst="rect">
            <a:avLst/>
          </a:prstGeom>
          <a:solidFill>
            <a:srgbClr val="D9E7F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TextBox 390"/>
          <p:cNvSpPr txBox="1"/>
          <p:nvPr/>
        </p:nvSpPr>
        <p:spPr>
          <a:xfrm>
            <a:off x="8598635" y="394316"/>
            <a:ext cx="820431" cy="64871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2" b="1" i="0">
                <a:solidFill>
                  <a:srgbClr val="000000"/>
                </a:solidFill>
                <a:latin typeface="Times New Roman"/>
              </a:rPr>
              <a:t>Frozen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2" b="1" i="0">
                <a:solidFill>
                  <a:srgbClr val="000000"/>
                </a:solidFill>
                <a:latin typeface="Times New Roman"/>
              </a:rPr>
              <a:t>Parameter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2" b="1" i="0">
                <a:solidFill>
                  <a:srgbClr val="000000"/>
                </a:solidFill>
                <a:latin typeface="Times New Roman"/>
              </a:rPr>
              <a:t>Selection</a:t>
            </a:r>
          </a:p>
        </p:txBody>
      </p:sp>
      <p:sp>
        <p:nvSpPr>
          <p:cNvPr id="392" name="Right Arrow 391"/>
          <p:cNvSpPr/>
          <p:nvPr/>
        </p:nvSpPr>
        <p:spPr>
          <a:xfrm>
            <a:off x="8541395" y="1043029"/>
            <a:ext cx="769552" cy="330716"/>
          </a:xfrm>
          <a:prstGeom prst="rightArrow">
            <a:avLst/>
          </a:prstGeom>
          <a:solidFill>
            <a:srgbClr val="FFFFFF"/>
          </a:solidFill>
          <a:ln w="254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TextBox 392"/>
          <p:cNvSpPr txBox="1"/>
          <p:nvPr/>
        </p:nvSpPr>
        <p:spPr>
          <a:xfrm>
            <a:off x="8484156" y="1316507"/>
            <a:ext cx="973070" cy="2225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1" b="1" i="1">
                <a:solidFill>
                  <a:srgbClr val="000000"/>
                </a:solidFill>
                <a:latin typeface="Times New Roman"/>
              </a:rPr>
              <a:t>Threshold: τ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9571705" y="426115"/>
            <a:ext cx="2537614" cy="1227467"/>
          </a:xfrm>
          <a:prstGeom prst="rect">
            <a:avLst/>
          </a:prstGeom>
          <a:solidFill>
            <a:srgbClr val="F4CFF0"/>
          </a:solidFill>
          <a:ln w="165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9508106" y="362516"/>
            <a:ext cx="2537614" cy="1227467"/>
          </a:xfrm>
          <a:prstGeom prst="rect">
            <a:avLst/>
          </a:prstGeom>
          <a:solidFill>
            <a:srgbClr val="F4CFF0"/>
          </a:solidFill>
          <a:ln w="165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9444506" y="298917"/>
            <a:ext cx="2537614" cy="1227467"/>
          </a:xfrm>
          <a:prstGeom prst="rect">
            <a:avLst/>
          </a:prstGeom>
          <a:solidFill>
            <a:srgbClr val="F4CFF0"/>
          </a:solidFill>
          <a:ln w="178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TextBox 396"/>
          <p:cNvSpPr txBox="1"/>
          <p:nvPr/>
        </p:nvSpPr>
        <p:spPr>
          <a:xfrm>
            <a:off x="9508106" y="375236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398" name="Connector 397"/>
          <p:cNvCxnSpPr/>
          <p:nvPr/>
        </p:nvCxnSpPr>
        <p:spPr>
          <a:xfrm>
            <a:off x="9775223" y="451555"/>
            <a:ext cx="209241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399" name="Hexagon 398"/>
          <p:cNvSpPr/>
          <p:nvPr/>
        </p:nvSpPr>
        <p:spPr>
          <a:xfrm>
            <a:off x="9739607" y="387956"/>
            <a:ext cx="147550" cy="127198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Diamond 399"/>
          <p:cNvSpPr/>
          <p:nvPr/>
        </p:nvSpPr>
        <p:spPr>
          <a:xfrm>
            <a:off x="10053788" y="387956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10357793" y="387956"/>
            <a:ext cx="127198" cy="12719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Hexagon 401"/>
          <p:cNvSpPr/>
          <p:nvPr/>
        </p:nvSpPr>
        <p:spPr>
          <a:xfrm>
            <a:off x="10651622" y="387956"/>
            <a:ext cx="147550" cy="127198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Diamond 402"/>
          <p:cNvSpPr/>
          <p:nvPr/>
        </p:nvSpPr>
        <p:spPr>
          <a:xfrm>
            <a:off x="10965803" y="387956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11269808" y="387956"/>
            <a:ext cx="127198" cy="127198"/>
          </a:xfrm>
          <a:prstGeom prst="ellipse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TextBox 404"/>
          <p:cNvSpPr txBox="1"/>
          <p:nvPr/>
        </p:nvSpPr>
        <p:spPr>
          <a:xfrm>
            <a:off x="9508106" y="554586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406" name="Connector 405"/>
          <p:cNvCxnSpPr/>
          <p:nvPr/>
        </p:nvCxnSpPr>
        <p:spPr>
          <a:xfrm>
            <a:off x="9775223" y="630905"/>
            <a:ext cx="209241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407" name="Hexagon 406"/>
          <p:cNvSpPr/>
          <p:nvPr/>
        </p:nvSpPr>
        <p:spPr>
          <a:xfrm>
            <a:off x="9739607" y="567306"/>
            <a:ext cx="147550" cy="127198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Diamond 407"/>
          <p:cNvSpPr/>
          <p:nvPr/>
        </p:nvSpPr>
        <p:spPr>
          <a:xfrm>
            <a:off x="10053788" y="567306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10357793" y="567306"/>
            <a:ext cx="127198" cy="127198"/>
          </a:xfrm>
          <a:prstGeom prst="ellipse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Hexagon 409"/>
          <p:cNvSpPr/>
          <p:nvPr/>
        </p:nvSpPr>
        <p:spPr>
          <a:xfrm>
            <a:off x="10651622" y="567306"/>
            <a:ext cx="147550" cy="127198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Diamond 410"/>
          <p:cNvSpPr/>
          <p:nvPr/>
        </p:nvSpPr>
        <p:spPr>
          <a:xfrm>
            <a:off x="10965803" y="567306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11269808" y="567306"/>
            <a:ext cx="127198" cy="127198"/>
          </a:xfrm>
          <a:prstGeom prst="ellipse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TextBox 412"/>
          <p:cNvSpPr txBox="1"/>
          <p:nvPr/>
        </p:nvSpPr>
        <p:spPr>
          <a:xfrm>
            <a:off x="9508106" y="733936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414" name="Connector 413"/>
          <p:cNvCxnSpPr/>
          <p:nvPr/>
        </p:nvCxnSpPr>
        <p:spPr>
          <a:xfrm>
            <a:off x="9775223" y="810256"/>
            <a:ext cx="209241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415" name="Hexagon 414"/>
          <p:cNvSpPr/>
          <p:nvPr/>
        </p:nvSpPr>
        <p:spPr>
          <a:xfrm>
            <a:off x="9739607" y="746656"/>
            <a:ext cx="147550" cy="127198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Diamond 415"/>
          <p:cNvSpPr/>
          <p:nvPr/>
        </p:nvSpPr>
        <p:spPr>
          <a:xfrm>
            <a:off x="10053788" y="746656"/>
            <a:ext cx="127198" cy="127198"/>
          </a:xfrm>
          <a:prstGeom prst="diamond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10357793" y="746656"/>
            <a:ext cx="127198" cy="12719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Hexagon 417"/>
          <p:cNvSpPr/>
          <p:nvPr/>
        </p:nvSpPr>
        <p:spPr>
          <a:xfrm>
            <a:off x="10651622" y="746656"/>
            <a:ext cx="147550" cy="127198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Diamond 418"/>
          <p:cNvSpPr/>
          <p:nvPr/>
        </p:nvSpPr>
        <p:spPr>
          <a:xfrm>
            <a:off x="10965803" y="746656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11269808" y="746656"/>
            <a:ext cx="127198" cy="12719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TextBox 420"/>
          <p:cNvSpPr txBox="1"/>
          <p:nvPr/>
        </p:nvSpPr>
        <p:spPr>
          <a:xfrm>
            <a:off x="9508106" y="913286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422" name="Connector 421"/>
          <p:cNvCxnSpPr/>
          <p:nvPr/>
        </p:nvCxnSpPr>
        <p:spPr>
          <a:xfrm>
            <a:off x="9775223" y="989606"/>
            <a:ext cx="209241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423" name="Hexagon 422"/>
          <p:cNvSpPr/>
          <p:nvPr/>
        </p:nvSpPr>
        <p:spPr>
          <a:xfrm>
            <a:off x="9739607" y="926006"/>
            <a:ext cx="147550" cy="127198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Diamond 423"/>
          <p:cNvSpPr/>
          <p:nvPr/>
        </p:nvSpPr>
        <p:spPr>
          <a:xfrm>
            <a:off x="10053788" y="926006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10357793" y="926006"/>
            <a:ext cx="127198" cy="12719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Hexagon 425"/>
          <p:cNvSpPr/>
          <p:nvPr/>
        </p:nvSpPr>
        <p:spPr>
          <a:xfrm>
            <a:off x="10651622" y="926006"/>
            <a:ext cx="147550" cy="127198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Diamond 426"/>
          <p:cNvSpPr/>
          <p:nvPr/>
        </p:nvSpPr>
        <p:spPr>
          <a:xfrm>
            <a:off x="10965803" y="926006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11269808" y="926006"/>
            <a:ext cx="127198" cy="12719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TextBox 428"/>
          <p:cNvSpPr txBox="1"/>
          <p:nvPr/>
        </p:nvSpPr>
        <p:spPr>
          <a:xfrm>
            <a:off x="9508106" y="1092637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430" name="Connector 429"/>
          <p:cNvCxnSpPr/>
          <p:nvPr/>
        </p:nvCxnSpPr>
        <p:spPr>
          <a:xfrm>
            <a:off x="9775223" y="1168956"/>
            <a:ext cx="209241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431" name="Hexagon 430"/>
          <p:cNvSpPr/>
          <p:nvPr/>
        </p:nvSpPr>
        <p:spPr>
          <a:xfrm>
            <a:off x="9739607" y="1105357"/>
            <a:ext cx="147550" cy="127198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Diamond 431"/>
          <p:cNvSpPr/>
          <p:nvPr/>
        </p:nvSpPr>
        <p:spPr>
          <a:xfrm>
            <a:off x="10053788" y="1105357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10357793" y="1105357"/>
            <a:ext cx="127198" cy="127198"/>
          </a:xfrm>
          <a:prstGeom prst="ellipse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Hexagon 433"/>
          <p:cNvSpPr/>
          <p:nvPr/>
        </p:nvSpPr>
        <p:spPr>
          <a:xfrm>
            <a:off x="10651622" y="1105357"/>
            <a:ext cx="147550" cy="127198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Diamond 434"/>
          <p:cNvSpPr/>
          <p:nvPr/>
        </p:nvSpPr>
        <p:spPr>
          <a:xfrm>
            <a:off x="10965803" y="1105357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11269808" y="1105357"/>
            <a:ext cx="127198" cy="12719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TextBox 436"/>
          <p:cNvSpPr txBox="1"/>
          <p:nvPr/>
        </p:nvSpPr>
        <p:spPr>
          <a:xfrm>
            <a:off x="9508106" y="1271987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438" name="Connector 437"/>
          <p:cNvCxnSpPr/>
          <p:nvPr/>
        </p:nvCxnSpPr>
        <p:spPr>
          <a:xfrm>
            <a:off x="9775223" y="1348306"/>
            <a:ext cx="209241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439" name="Hexagon 438"/>
          <p:cNvSpPr/>
          <p:nvPr/>
        </p:nvSpPr>
        <p:spPr>
          <a:xfrm>
            <a:off x="9739607" y="1284707"/>
            <a:ext cx="147550" cy="127198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Diamond 439"/>
          <p:cNvSpPr/>
          <p:nvPr/>
        </p:nvSpPr>
        <p:spPr>
          <a:xfrm>
            <a:off x="10053788" y="1284707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10357793" y="1284707"/>
            <a:ext cx="127198" cy="12719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Hexagon 441"/>
          <p:cNvSpPr/>
          <p:nvPr/>
        </p:nvSpPr>
        <p:spPr>
          <a:xfrm>
            <a:off x="10651622" y="1284707"/>
            <a:ext cx="147550" cy="127198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Diamond 442"/>
          <p:cNvSpPr/>
          <p:nvPr/>
        </p:nvSpPr>
        <p:spPr>
          <a:xfrm>
            <a:off x="10965803" y="1284707"/>
            <a:ext cx="127198" cy="127198"/>
          </a:xfrm>
          <a:prstGeom prst="diamond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11269808" y="1284707"/>
            <a:ext cx="127198" cy="12719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TextBox 444"/>
          <p:cNvSpPr txBox="1"/>
          <p:nvPr/>
        </p:nvSpPr>
        <p:spPr>
          <a:xfrm>
            <a:off x="9641664" y="887847"/>
            <a:ext cx="178078" cy="20351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1" b="1" i="0">
                <a:solidFill>
                  <a:srgbClr val="000000"/>
                </a:solidFill>
                <a:latin typeface="Times New Roman"/>
              </a:rPr>
              <a:t>⋮</a:t>
            </a:r>
          </a:p>
        </p:txBody>
      </p:sp>
      <p:sp>
        <p:nvSpPr>
          <p:cNvPr id="446" name="Rectangle 445"/>
          <p:cNvSpPr/>
          <p:nvPr/>
        </p:nvSpPr>
        <p:spPr>
          <a:xfrm>
            <a:off x="11428807" y="362516"/>
            <a:ext cx="82679" cy="53677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11625965" y="554586"/>
            <a:ext cx="82679" cy="870039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11689564" y="383981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49" name="Connector 448"/>
          <p:cNvCxnSpPr/>
          <p:nvPr/>
        </p:nvCxnSpPr>
        <p:spPr>
          <a:xfrm flipV="1">
            <a:off x="11727406" y="424525"/>
            <a:ext cx="59465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450" name="Connector 449"/>
          <p:cNvCxnSpPr/>
          <p:nvPr/>
        </p:nvCxnSpPr>
        <p:spPr>
          <a:xfrm flipV="1">
            <a:off x="11786871" y="408307"/>
            <a:ext cx="43248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451" name="Connector 450"/>
          <p:cNvCxnSpPr/>
          <p:nvPr/>
        </p:nvCxnSpPr>
        <p:spPr>
          <a:xfrm>
            <a:off x="11803089" y="397496"/>
            <a:ext cx="27030" cy="10811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452" name="Connector 451"/>
          <p:cNvCxnSpPr/>
          <p:nvPr/>
        </p:nvCxnSpPr>
        <p:spPr>
          <a:xfrm flipH="1">
            <a:off x="11819307" y="408307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453" name="Freeform 452"/>
          <p:cNvSpPr/>
          <p:nvPr/>
        </p:nvSpPr>
        <p:spPr>
          <a:xfrm>
            <a:off x="11725996" y="406976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11689564" y="563331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55" name="Connector 454"/>
          <p:cNvCxnSpPr/>
          <p:nvPr/>
        </p:nvCxnSpPr>
        <p:spPr>
          <a:xfrm flipV="1">
            <a:off x="11727406" y="603876"/>
            <a:ext cx="59465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456" name="Connector 455"/>
          <p:cNvCxnSpPr/>
          <p:nvPr/>
        </p:nvCxnSpPr>
        <p:spPr>
          <a:xfrm flipV="1">
            <a:off x="11786871" y="587658"/>
            <a:ext cx="43248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457" name="Connector 456"/>
          <p:cNvCxnSpPr/>
          <p:nvPr/>
        </p:nvCxnSpPr>
        <p:spPr>
          <a:xfrm>
            <a:off x="11803089" y="576846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458" name="Connector 457"/>
          <p:cNvCxnSpPr/>
          <p:nvPr/>
        </p:nvCxnSpPr>
        <p:spPr>
          <a:xfrm flipH="1">
            <a:off x="11819307" y="587658"/>
            <a:ext cx="10812" cy="2702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459" name="Freeform 458"/>
          <p:cNvSpPr/>
          <p:nvPr/>
        </p:nvSpPr>
        <p:spPr>
          <a:xfrm>
            <a:off x="11725996" y="585028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6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11689564" y="742681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61" name="Connector 460"/>
          <p:cNvCxnSpPr/>
          <p:nvPr/>
        </p:nvCxnSpPr>
        <p:spPr>
          <a:xfrm flipV="1">
            <a:off x="11727406" y="783226"/>
            <a:ext cx="59465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462" name="Connector 461"/>
          <p:cNvCxnSpPr/>
          <p:nvPr/>
        </p:nvCxnSpPr>
        <p:spPr>
          <a:xfrm flipV="1">
            <a:off x="11786871" y="767008"/>
            <a:ext cx="43248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463" name="Connector 462"/>
          <p:cNvCxnSpPr/>
          <p:nvPr/>
        </p:nvCxnSpPr>
        <p:spPr>
          <a:xfrm>
            <a:off x="11803089" y="756196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464" name="Connector 463"/>
          <p:cNvCxnSpPr/>
          <p:nvPr/>
        </p:nvCxnSpPr>
        <p:spPr>
          <a:xfrm flipH="1">
            <a:off x="11819307" y="767008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465" name="Freeform 464"/>
          <p:cNvSpPr/>
          <p:nvPr/>
        </p:nvSpPr>
        <p:spPr>
          <a:xfrm>
            <a:off x="11725996" y="769439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0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11689564" y="922031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67" name="Connector 466"/>
          <p:cNvCxnSpPr/>
          <p:nvPr/>
        </p:nvCxnSpPr>
        <p:spPr>
          <a:xfrm flipV="1">
            <a:off x="11727406" y="962576"/>
            <a:ext cx="59465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468" name="Connector 467"/>
          <p:cNvCxnSpPr/>
          <p:nvPr/>
        </p:nvCxnSpPr>
        <p:spPr>
          <a:xfrm flipV="1">
            <a:off x="11786871" y="946358"/>
            <a:ext cx="43248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469" name="Connector 468"/>
          <p:cNvCxnSpPr/>
          <p:nvPr/>
        </p:nvCxnSpPr>
        <p:spPr>
          <a:xfrm>
            <a:off x="11803089" y="935546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470" name="Connector 469"/>
          <p:cNvCxnSpPr/>
          <p:nvPr/>
        </p:nvCxnSpPr>
        <p:spPr>
          <a:xfrm flipH="1">
            <a:off x="11819307" y="946358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471" name="Freeform 470"/>
          <p:cNvSpPr/>
          <p:nvPr/>
        </p:nvSpPr>
        <p:spPr>
          <a:xfrm>
            <a:off x="11725996" y="947491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11689564" y="1101382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73" name="Connector 472"/>
          <p:cNvCxnSpPr/>
          <p:nvPr/>
        </p:nvCxnSpPr>
        <p:spPr>
          <a:xfrm flipV="1">
            <a:off x="11727406" y="1141926"/>
            <a:ext cx="59465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474" name="Connector 473"/>
          <p:cNvCxnSpPr/>
          <p:nvPr/>
        </p:nvCxnSpPr>
        <p:spPr>
          <a:xfrm flipV="1">
            <a:off x="11786871" y="1125708"/>
            <a:ext cx="43248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475" name="Connector 474"/>
          <p:cNvCxnSpPr/>
          <p:nvPr/>
        </p:nvCxnSpPr>
        <p:spPr>
          <a:xfrm>
            <a:off x="11803089" y="1114896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476" name="Connector 475"/>
          <p:cNvCxnSpPr/>
          <p:nvPr/>
        </p:nvCxnSpPr>
        <p:spPr>
          <a:xfrm flipH="1">
            <a:off x="11819307" y="1125708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477" name="Freeform 476"/>
          <p:cNvSpPr/>
          <p:nvPr/>
        </p:nvSpPr>
        <p:spPr>
          <a:xfrm>
            <a:off x="11725996" y="1125543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11689564" y="1280732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79" name="Connector 478"/>
          <p:cNvCxnSpPr/>
          <p:nvPr/>
        </p:nvCxnSpPr>
        <p:spPr>
          <a:xfrm flipV="1">
            <a:off x="11727406" y="1321276"/>
            <a:ext cx="59465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480" name="Connector 479"/>
          <p:cNvCxnSpPr/>
          <p:nvPr/>
        </p:nvCxnSpPr>
        <p:spPr>
          <a:xfrm flipV="1">
            <a:off x="11786871" y="1305059"/>
            <a:ext cx="43248" cy="16217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481" name="Connector 480"/>
          <p:cNvCxnSpPr/>
          <p:nvPr/>
        </p:nvCxnSpPr>
        <p:spPr>
          <a:xfrm>
            <a:off x="11803089" y="1294247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482" name="Connector 481"/>
          <p:cNvCxnSpPr/>
          <p:nvPr/>
        </p:nvCxnSpPr>
        <p:spPr>
          <a:xfrm flipH="1">
            <a:off x="11819307" y="1305059"/>
            <a:ext cx="10812" cy="2702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483" name="Freeform 482"/>
          <p:cNvSpPr/>
          <p:nvPr/>
        </p:nvSpPr>
        <p:spPr>
          <a:xfrm>
            <a:off x="11725996" y="1303595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9794303" y="686873"/>
            <a:ext cx="2289577" cy="1004870"/>
          </a:xfrm>
          <a:prstGeom prst="rect">
            <a:avLst/>
          </a:prstGeom>
          <a:solidFill>
            <a:srgbClr val="D1EABB"/>
          </a:solidFill>
          <a:ln w="165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9730703" y="623273"/>
            <a:ext cx="2289577" cy="1004870"/>
          </a:xfrm>
          <a:prstGeom prst="rect">
            <a:avLst/>
          </a:prstGeom>
          <a:solidFill>
            <a:srgbClr val="D1EABB"/>
          </a:solidFill>
          <a:ln w="178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6" name="TextBox 485"/>
          <p:cNvSpPr txBox="1"/>
          <p:nvPr/>
        </p:nvSpPr>
        <p:spPr>
          <a:xfrm>
            <a:off x="9794303" y="699593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487" name="Connector 486"/>
          <p:cNvCxnSpPr/>
          <p:nvPr/>
        </p:nvCxnSpPr>
        <p:spPr>
          <a:xfrm>
            <a:off x="10061420" y="775912"/>
            <a:ext cx="1844382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488" name="Hexagon 487"/>
          <p:cNvSpPr/>
          <p:nvPr/>
        </p:nvSpPr>
        <p:spPr>
          <a:xfrm>
            <a:off x="10016952" y="704681"/>
            <a:ext cx="165256" cy="142462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9" name="Diamond 488"/>
          <p:cNvSpPr/>
          <p:nvPr/>
        </p:nvSpPr>
        <p:spPr>
          <a:xfrm>
            <a:off x="10282746" y="704681"/>
            <a:ext cx="142462" cy="14246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10537144" y="704681"/>
            <a:ext cx="142462" cy="142462"/>
          </a:xfrm>
          <a:prstGeom prst="ellipse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1" name="Hexagon 490"/>
          <p:cNvSpPr/>
          <p:nvPr/>
        </p:nvSpPr>
        <p:spPr>
          <a:xfrm>
            <a:off x="10780144" y="704681"/>
            <a:ext cx="165256" cy="142462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2" name="Diamond 491"/>
          <p:cNvSpPr/>
          <p:nvPr/>
        </p:nvSpPr>
        <p:spPr>
          <a:xfrm>
            <a:off x="11045939" y="704681"/>
            <a:ext cx="142462" cy="14246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11300336" y="704681"/>
            <a:ext cx="142462" cy="14246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4" name="TextBox 493"/>
          <p:cNvSpPr txBox="1"/>
          <p:nvPr/>
        </p:nvSpPr>
        <p:spPr>
          <a:xfrm>
            <a:off x="9794303" y="924310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495" name="Connector 494"/>
          <p:cNvCxnSpPr/>
          <p:nvPr/>
        </p:nvCxnSpPr>
        <p:spPr>
          <a:xfrm>
            <a:off x="10061420" y="1000630"/>
            <a:ext cx="1844382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496" name="Hexagon 495"/>
          <p:cNvSpPr/>
          <p:nvPr/>
        </p:nvSpPr>
        <p:spPr>
          <a:xfrm>
            <a:off x="10016952" y="929398"/>
            <a:ext cx="165256" cy="142462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7" name="Diamond 496"/>
          <p:cNvSpPr/>
          <p:nvPr/>
        </p:nvSpPr>
        <p:spPr>
          <a:xfrm>
            <a:off x="10282746" y="929398"/>
            <a:ext cx="142462" cy="14246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10537144" y="929398"/>
            <a:ext cx="142462" cy="14246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9" name="Hexagon 498"/>
          <p:cNvSpPr/>
          <p:nvPr/>
        </p:nvSpPr>
        <p:spPr>
          <a:xfrm>
            <a:off x="10780144" y="929398"/>
            <a:ext cx="165256" cy="142462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0" name="Diamond 499"/>
          <p:cNvSpPr/>
          <p:nvPr/>
        </p:nvSpPr>
        <p:spPr>
          <a:xfrm>
            <a:off x="11045939" y="929398"/>
            <a:ext cx="142462" cy="14246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11300336" y="929398"/>
            <a:ext cx="142462" cy="14246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2" name="TextBox 501"/>
          <p:cNvSpPr txBox="1"/>
          <p:nvPr/>
        </p:nvSpPr>
        <p:spPr>
          <a:xfrm>
            <a:off x="9794303" y="1149028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503" name="Connector 502"/>
          <p:cNvCxnSpPr/>
          <p:nvPr/>
        </p:nvCxnSpPr>
        <p:spPr>
          <a:xfrm>
            <a:off x="10061420" y="1225347"/>
            <a:ext cx="1844382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504" name="Hexagon 503"/>
          <p:cNvSpPr/>
          <p:nvPr/>
        </p:nvSpPr>
        <p:spPr>
          <a:xfrm>
            <a:off x="10016952" y="1154116"/>
            <a:ext cx="165256" cy="142462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5" name="Diamond 504"/>
          <p:cNvSpPr/>
          <p:nvPr/>
        </p:nvSpPr>
        <p:spPr>
          <a:xfrm>
            <a:off x="10282746" y="1154116"/>
            <a:ext cx="142462" cy="142462"/>
          </a:xfrm>
          <a:prstGeom prst="diamond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10537144" y="1154116"/>
            <a:ext cx="142462" cy="14246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7" name="Hexagon 506"/>
          <p:cNvSpPr/>
          <p:nvPr/>
        </p:nvSpPr>
        <p:spPr>
          <a:xfrm>
            <a:off x="10780144" y="1154116"/>
            <a:ext cx="165256" cy="142462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8" name="Diamond 507"/>
          <p:cNvSpPr/>
          <p:nvPr/>
        </p:nvSpPr>
        <p:spPr>
          <a:xfrm>
            <a:off x="11045939" y="1154116"/>
            <a:ext cx="142462" cy="14246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11300336" y="1154116"/>
            <a:ext cx="142462" cy="14246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0" name="TextBox 509"/>
          <p:cNvSpPr txBox="1"/>
          <p:nvPr/>
        </p:nvSpPr>
        <p:spPr>
          <a:xfrm>
            <a:off x="9794303" y="1373746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511" name="Connector 510"/>
          <p:cNvCxnSpPr/>
          <p:nvPr/>
        </p:nvCxnSpPr>
        <p:spPr>
          <a:xfrm>
            <a:off x="10061420" y="1450065"/>
            <a:ext cx="1844382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512" name="Hexagon 511"/>
          <p:cNvSpPr/>
          <p:nvPr/>
        </p:nvSpPr>
        <p:spPr>
          <a:xfrm>
            <a:off x="10016952" y="1378834"/>
            <a:ext cx="165256" cy="142462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3" name="Diamond 512"/>
          <p:cNvSpPr/>
          <p:nvPr/>
        </p:nvSpPr>
        <p:spPr>
          <a:xfrm>
            <a:off x="10282746" y="1378834"/>
            <a:ext cx="142462" cy="14246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10537144" y="1378834"/>
            <a:ext cx="142462" cy="14246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5" name="Hexagon 514"/>
          <p:cNvSpPr/>
          <p:nvPr/>
        </p:nvSpPr>
        <p:spPr>
          <a:xfrm>
            <a:off x="10780144" y="1378834"/>
            <a:ext cx="165256" cy="142462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6" name="Diamond 515"/>
          <p:cNvSpPr/>
          <p:nvPr/>
        </p:nvSpPr>
        <p:spPr>
          <a:xfrm>
            <a:off x="11045939" y="1378834"/>
            <a:ext cx="142462" cy="14246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11300336" y="1378834"/>
            <a:ext cx="142462" cy="14246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8" name="Rectangle 517"/>
          <p:cNvSpPr/>
          <p:nvPr/>
        </p:nvSpPr>
        <p:spPr>
          <a:xfrm>
            <a:off x="11466966" y="686873"/>
            <a:ext cx="82679" cy="627513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9" name="Rectangle 518"/>
          <p:cNvSpPr/>
          <p:nvPr/>
        </p:nvSpPr>
        <p:spPr>
          <a:xfrm>
            <a:off x="11664124" y="924310"/>
            <a:ext cx="82679" cy="602074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0" name="Rectangle 519"/>
          <p:cNvSpPr/>
          <p:nvPr/>
        </p:nvSpPr>
        <p:spPr>
          <a:xfrm>
            <a:off x="11727724" y="708338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21" name="Connector 520"/>
          <p:cNvCxnSpPr/>
          <p:nvPr/>
        </p:nvCxnSpPr>
        <p:spPr>
          <a:xfrm flipV="1">
            <a:off x="11765565" y="748882"/>
            <a:ext cx="59466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522" name="Connector 521"/>
          <p:cNvCxnSpPr/>
          <p:nvPr/>
        </p:nvCxnSpPr>
        <p:spPr>
          <a:xfrm flipV="1">
            <a:off x="11825031" y="732664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523" name="Connector 522"/>
          <p:cNvCxnSpPr/>
          <p:nvPr/>
        </p:nvCxnSpPr>
        <p:spPr>
          <a:xfrm>
            <a:off x="11841249" y="721852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524" name="Connector 523"/>
          <p:cNvCxnSpPr/>
          <p:nvPr/>
        </p:nvCxnSpPr>
        <p:spPr>
          <a:xfrm flipH="1">
            <a:off x="11857466" y="732664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525" name="Freeform 524"/>
          <p:cNvSpPr/>
          <p:nvPr/>
        </p:nvSpPr>
        <p:spPr>
          <a:xfrm>
            <a:off x="11764150" y="731285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6" name="Rectangle 525"/>
          <p:cNvSpPr/>
          <p:nvPr/>
        </p:nvSpPr>
        <p:spPr>
          <a:xfrm>
            <a:off x="11727724" y="933055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27" name="Connector 526"/>
          <p:cNvCxnSpPr/>
          <p:nvPr/>
        </p:nvCxnSpPr>
        <p:spPr>
          <a:xfrm flipV="1">
            <a:off x="11765565" y="973600"/>
            <a:ext cx="59466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528" name="Connector 527"/>
          <p:cNvCxnSpPr/>
          <p:nvPr/>
        </p:nvCxnSpPr>
        <p:spPr>
          <a:xfrm flipV="1">
            <a:off x="11825031" y="957382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529" name="Connector 528"/>
          <p:cNvCxnSpPr/>
          <p:nvPr/>
        </p:nvCxnSpPr>
        <p:spPr>
          <a:xfrm>
            <a:off x="11841249" y="946570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530" name="Connector 529"/>
          <p:cNvCxnSpPr/>
          <p:nvPr/>
        </p:nvCxnSpPr>
        <p:spPr>
          <a:xfrm flipH="1">
            <a:off x="11857466" y="957382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531" name="Freeform 530"/>
          <p:cNvSpPr/>
          <p:nvPr/>
        </p:nvSpPr>
        <p:spPr>
          <a:xfrm>
            <a:off x="11764150" y="960209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0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2" name="Rectangle 531"/>
          <p:cNvSpPr/>
          <p:nvPr/>
        </p:nvSpPr>
        <p:spPr>
          <a:xfrm>
            <a:off x="11727724" y="1157773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33" name="Connector 532"/>
          <p:cNvCxnSpPr/>
          <p:nvPr/>
        </p:nvCxnSpPr>
        <p:spPr>
          <a:xfrm flipV="1">
            <a:off x="11765565" y="1198318"/>
            <a:ext cx="59466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534" name="Connector 533"/>
          <p:cNvCxnSpPr/>
          <p:nvPr/>
        </p:nvCxnSpPr>
        <p:spPr>
          <a:xfrm flipV="1">
            <a:off x="11825031" y="1182100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535" name="Connector 534"/>
          <p:cNvCxnSpPr/>
          <p:nvPr/>
        </p:nvCxnSpPr>
        <p:spPr>
          <a:xfrm>
            <a:off x="11841249" y="1171288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536" name="Connector 535"/>
          <p:cNvCxnSpPr/>
          <p:nvPr/>
        </p:nvCxnSpPr>
        <p:spPr>
          <a:xfrm flipH="1">
            <a:off x="11857466" y="1182100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537" name="Freeform 536"/>
          <p:cNvSpPr/>
          <p:nvPr/>
        </p:nvSpPr>
        <p:spPr>
          <a:xfrm>
            <a:off x="11764150" y="1182774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8" name="Rectangle 537"/>
          <p:cNvSpPr/>
          <p:nvPr/>
        </p:nvSpPr>
        <p:spPr>
          <a:xfrm>
            <a:off x="11727724" y="1382491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39" name="Connector 538"/>
          <p:cNvCxnSpPr/>
          <p:nvPr/>
        </p:nvCxnSpPr>
        <p:spPr>
          <a:xfrm flipV="1">
            <a:off x="11765565" y="1423035"/>
            <a:ext cx="59466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540" name="Connector 539"/>
          <p:cNvCxnSpPr/>
          <p:nvPr/>
        </p:nvCxnSpPr>
        <p:spPr>
          <a:xfrm flipV="1">
            <a:off x="11825031" y="1406818"/>
            <a:ext cx="43247" cy="16217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541" name="Connector 540"/>
          <p:cNvCxnSpPr/>
          <p:nvPr/>
        </p:nvCxnSpPr>
        <p:spPr>
          <a:xfrm>
            <a:off x="11841249" y="1396006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542" name="Connector 541"/>
          <p:cNvCxnSpPr/>
          <p:nvPr/>
        </p:nvCxnSpPr>
        <p:spPr>
          <a:xfrm flipH="1">
            <a:off x="11857466" y="1406818"/>
            <a:ext cx="10812" cy="2702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543" name="Freeform 542"/>
          <p:cNvSpPr/>
          <p:nvPr/>
        </p:nvSpPr>
        <p:spPr>
          <a:xfrm>
            <a:off x="11764150" y="1405339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4" name="Rectangle 543"/>
          <p:cNvSpPr/>
          <p:nvPr/>
        </p:nvSpPr>
        <p:spPr>
          <a:xfrm>
            <a:off x="10315818" y="884031"/>
            <a:ext cx="1787142" cy="674153"/>
          </a:xfrm>
          <a:prstGeom prst="rect">
            <a:avLst/>
          </a:prstGeom>
          <a:solidFill>
            <a:srgbClr val="FFF0C2"/>
          </a:solidFill>
          <a:ln w="178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10379417" y="960350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546" name="Connector 545"/>
          <p:cNvCxnSpPr/>
          <p:nvPr/>
        </p:nvCxnSpPr>
        <p:spPr>
          <a:xfrm>
            <a:off x="10646534" y="1036669"/>
            <a:ext cx="1341947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547" name="Hexagon 546"/>
          <p:cNvSpPr/>
          <p:nvPr/>
        </p:nvSpPr>
        <p:spPr>
          <a:xfrm>
            <a:off x="10610919" y="973070"/>
            <a:ext cx="147550" cy="127198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8" name="Diamond 547"/>
          <p:cNvSpPr/>
          <p:nvPr/>
        </p:nvSpPr>
        <p:spPr>
          <a:xfrm>
            <a:off x="11005871" y="973070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9" name="Oval 548"/>
          <p:cNvSpPr/>
          <p:nvPr/>
        </p:nvSpPr>
        <p:spPr>
          <a:xfrm>
            <a:off x="11390647" y="973070"/>
            <a:ext cx="127198" cy="127198"/>
          </a:xfrm>
          <a:prstGeom prst="ellipse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0" name="TextBox 549"/>
          <p:cNvSpPr txBox="1"/>
          <p:nvPr/>
        </p:nvSpPr>
        <p:spPr>
          <a:xfrm>
            <a:off x="10379417" y="1132068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10646534" y="1208388"/>
            <a:ext cx="1341947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552" name="Hexagon 551"/>
          <p:cNvSpPr/>
          <p:nvPr/>
        </p:nvSpPr>
        <p:spPr>
          <a:xfrm>
            <a:off x="10610919" y="1144788"/>
            <a:ext cx="147550" cy="127198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3" name="Diamond 552"/>
          <p:cNvSpPr/>
          <p:nvPr/>
        </p:nvSpPr>
        <p:spPr>
          <a:xfrm>
            <a:off x="11005871" y="1144788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4" name="Oval 553"/>
          <p:cNvSpPr/>
          <p:nvPr/>
        </p:nvSpPr>
        <p:spPr>
          <a:xfrm>
            <a:off x="11390647" y="1144788"/>
            <a:ext cx="127198" cy="127198"/>
          </a:xfrm>
          <a:prstGeom prst="ellipse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5" name="TextBox 554"/>
          <p:cNvSpPr txBox="1"/>
          <p:nvPr/>
        </p:nvSpPr>
        <p:spPr>
          <a:xfrm>
            <a:off x="10379417" y="1303787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10646534" y="1380106"/>
            <a:ext cx="1341947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557" name="Hexagon 556"/>
          <p:cNvSpPr/>
          <p:nvPr/>
        </p:nvSpPr>
        <p:spPr>
          <a:xfrm>
            <a:off x="10610919" y="1316507"/>
            <a:ext cx="147550" cy="127198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8" name="Diamond 557"/>
          <p:cNvSpPr/>
          <p:nvPr/>
        </p:nvSpPr>
        <p:spPr>
          <a:xfrm>
            <a:off x="11005871" y="1316507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9" name="Oval 558"/>
          <p:cNvSpPr/>
          <p:nvPr/>
        </p:nvSpPr>
        <p:spPr>
          <a:xfrm>
            <a:off x="11390647" y="1316507"/>
            <a:ext cx="127198" cy="12719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0" name="Rectangle 559"/>
          <p:cNvSpPr/>
          <p:nvPr/>
        </p:nvSpPr>
        <p:spPr>
          <a:xfrm>
            <a:off x="11575085" y="953990"/>
            <a:ext cx="82679" cy="337076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1" name="Rectangle 560"/>
          <p:cNvSpPr/>
          <p:nvPr/>
        </p:nvSpPr>
        <p:spPr>
          <a:xfrm>
            <a:off x="11772243" y="1138428"/>
            <a:ext cx="82679" cy="311636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2" name="Rectangle 561"/>
          <p:cNvSpPr/>
          <p:nvPr/>
        </p:nvSpPr>
        <p:spPr>
          <a:xfrm>
            <a:off x="11810403" y="969095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63" name="Connector 562"/>
          <p:cNvCxnSpPr/>
          <p:nvPr/>
        </p:nvCxnSpPr>
        <p:spPr>
          <a:xfrm flipV="1">
            <a:off x="11848245" y="1009640"/>
            <a:ext cx="59465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564" name="Connector 563"/>
          <p:cNvCxnSpPr/>
          <p:nvPr/>
        </p:nvCxnSpPr>
        <p:spPr>
          <a:xfrm flipV="1">
            <a:off x="11907710" y="993422"/>
            <a:ext cx="43248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565" name="Connector 564"/>
          <p:cNvCxnSpPr/>
          <p:nvPr/>
        </p:nvCxnSpPr>
        <p:spPr>
          <a:xfrm>
            <a:off x="11923928" y="982610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566" name="Connector 565"/>
          <p:cNvCxnSpPr/>
          <p:nvPr/>
        </p:nvCxnSpPr>
        <p:spPr>
          <a:xfrm flipH="1">
            <a:off x="11940146" y="993422"/>
            <a:ext cx="10812" cy="2702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567" name="Freeform 566"/>
          <p:cNvSpPr/>
          <p:nvPr/>
        </p:nvSpPr>
        <p:spPr>
          <a:xfrm>
            <a:off x="11846817" y="992004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8" name="Rectangle 567"/>
          <p:cNvSpPr/>
          <p:nvPr/>
        </p:nvSpPr>
        <p:spPr>
          <a:xfrm>
            <a:off x="11810403" y="1140813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 flipV="1">
            <a:off x="11848245" y="1181358"/>
            <a:ext cx="59465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570" name="Connector 569"/>
          <p:cNvCxnSpPr/>
          <p:nvPr/>
        </p:nvCxnSpPr>
        <p:spPr>
          <a:xfrm flipV="1">
            <a:off x="11907710" y="1165140"/>
            <a:ext cx="43248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571" name="Connector 570"/>
          <p:cNvCxnSpPr/>
          <p:nvPr/>
        </p:nvCxnSpPr>
        <p:spPr>
          <a:xfrm>
            <a:off x="11923928" y="1154328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572" name="Connector 571"/>
          <p:cNvCxnSpPr/>
          <p:nvPr/>
        </p:nvCxnSpPr>
        <p:spPr>
          <a:xfrm flipH="1">
            <a:off x="11940146" y="1165140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573" name="Freeform 572"/>
          <p:cNvSpPr/>
          <p:nvPr/>
        </p:nvSpPr>
        <p:spPr>
          <a:xfrm>
            <a:off x="11846817" y="1163697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4" name="Rectangle 573"/>
          <p:cNvSpPr/>
          <p:nvPr/>
        </p:nvSpPr>
        <p:spPr>
          <a:xfrm>
            <a:off x="11810403" y="1312532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75" name="Connector 574"/>
          <p:cNvCxnSpPr/>
          <p:nvPr/>
        </p:nvCxnSpPr>
        <p:spPr>
          <a:xfrm flipV="1">
            <a:off x="11848245" y="1353076"/>
            <a:ext cx="59465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576" name="Connector 575"/>
          <p:cNvCxnSpPr/>
          <p:nvPr/>
        </p:nvCxnSpPr>
        <p:spPr>
          <a:xfrm flipV="1">
            <a:off x="11907710" y="1336858"/>
            <a:ext cx="43248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577" name="Connector 576"/>
          <p:cNvCxnSpPr/>
          <p:nvPr/>
        </p:nvCxnSpPr>
        <p:spPr>
          <a:xfrm>
            <a:off x="11923928" y="1326046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578" name="Connector 577"/>
          <p:cNvCxnSpPr/>
          <p:nvPr/>
        </p:nvCxnSpPr>
        <p:spPr>
          <a:xfrm flipH="1">
            <a:off x="11940146" y="1336858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579" name="Freeform 578"/>
          <p:cNvSpPr/>
          <p:nvPr/>
        </p:nvSpPr>
        <p:spPr>
          <a:xfrm>
            <a:off x="11846817" y="1335390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9762503" y="1653583"/>
            <a:ext cx="2213258" cy="2543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2" b="1" i="0">
                <a:solidFill>
                  <a:srgbClr val="000000"/>
                </a:solidFill>
                <a:latin typeface="Times New Roman"/>
              </a:rPr>
              <a:t>Training Dataset: Label</a:t>
            </a:r>
          </a:p>
        </p:txBody>
      </p:sp>
      <p:sp>
        <p:nvSpPr>
          <p:cNvPr id="581" name="Rectangle 580"/>
          <p:cNvSpPr/>
          <p:nvPr/>
        </p:nvSpPr>
        <p:spPr>
          <a:xfrm>
            <a:off x="69959" y="1990660"/>
            <a:ext cx="4897151" cy="3682403"/>
          </a:xfrm>
          <a:prstGeom prst="rect">
            <a:avLst/>
          </a:prstGeom>
          <a:noFill/>
          <a:ln w="1907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2" name="Rectangle 581"/>
          <p:cNvSpPr/>
          <p:nvPr/>
        </p:nvSpPr>
        <p:spPr>
          <a:xfrm>
            <a:off x="381596" y="2187818"/>
            <a:ext cx="2556694" cy="1233827"/>
          </a:xfrm>
          <a:prstGeom prst="rect">
            <a:avLst/>
          </a:prstGeom>
          <a:solidFill>
            <a:srgbClr val="F4CFF0"/>
          </a:solidFill>
          <a:ln w="165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3" name="Rectangle 582"/>
          <p:cNvSpPr/>
          <p:nvPr/>
        </p:nvSpPr>
        <p:spPr>
          <a:xfrm>
            <a:off x="317996" y="2124219"/>
            <a:ext cx="2556694" cy="1233827"/>
          </a:xfrm>
          <a:prstGeom prst="rect">
            <a:avLst/>
          </a:prstGeom>
          <a:solidFill>
            <a:srgbClr val="F4CFF0"/>
          </a:solidFill>
          <a:ln w="165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4" name="Rectangle 583"/>
          <p:cNvSpPr/>
          <p:nvPr/>
        </p:nvSpPr>
        <p:spPr>
          <a:xfrm>
            <a:off x="254397" y="2060619"/>
            <a:ext cx="2556694" cy="1233827"/>
          </a:xfrm>
          <a:prstGeom prst="rect">
            <a:avLst/>
          </a:prstGeom>
          <a:solidFill>
            <a:srgbClr val="F4CFF0"/>
          </a:solidFill>
          <a:ln w="178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5" name="TextBox 584"/>
          <p:cNvSpPr txBox="1"/>
          <p:nvPr/>
        </p:nvSpPr>
        <p:spPr>
          <a:xfrm>
            <a:off x="317996" y="2136938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586" name="Connector 585"/>
          <p:cNvCxnSpPr/>
          <p:nvPr/>
        </p:nvCxnSpPr>
        <p:spPr>
          <a:xfrm>
            <a:off x="585114" y="2213258"/>
            <a:ext cx="211149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587" name="Hexagon 586"/>
          <p:cNvSpPr/>
          <p:nvPr/>
        </p:nvSpPr>
        <p:spPr>
          <a:xfrm>
            <a:off x="538579" y="2140246"/>
            <a:ext cx="169388" cy="146024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8" name="Diamond 587"/>
          <p:cNvSpPr/>
          <p:nvPr/>
        </p:nvSpPr>
        <p:spPr>
          <a:xfrm>
            <a:off x="858082" y="2140246"/>
            <a:ext cx="146024" cy="146024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1165903" y="2140246"/>
            <a:ext cx="146024" cy="146024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0" name="Hexagon 589"/>
          <p:cNvSpPr/>
          <p:nvPr/>
        </p:nvSpPr>
        <p:spPr>
          <a:xfrm>
            <a:off x="1462042" y="2140246"/>
            <a:ext cx="169388" cy="14602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1" name="Diamond 590"/>
          <p:cNvSpPr/>
          <p:nvPr/>
        </p:nvSpPr>
        <p:spPr>
          <a:xfrm>
            <a:off x="1781545" y="2140246"/>
            <a:ext cx="146024" cy="146024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089366" y="2140246"/>
            <a:ext cx="146024" cy="146024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3" name="TextBox 592"/>
          <p:cNvSpPr txBox="1"/>
          <p:nvPr/>
        </p:nvSpPr>
        <p:spPr>
          <a:xfrm>
            <a:off x="317996" y="2362716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594" name="Connector 593"/>
          <p:cNvCxnSpPr/>
          <p:nvPr/>
        </p:nvCxnSpPr>
        <p:spPr>
          <a:xfrm>
            <a:off x="585114" y="2439035"/>
            <a:ext cx="211149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595" name="Hexagon 594"/>
          <p:cNvSpPr/>
          <p:nvPr/>
        </p:nvSpPr>
        <p:spPr>
          <a:xfrm>
            <a:off x="538579" y="2366023"/>
            <a:ext cx="169388" cy="14602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6" name="Diamond 595"/>
          <p:cNvSpPr/>
          <p:nvPr/>
        </p:nvSpPr>
        <p:spPr>
          <a:xfrm>
            <a:off x="858082" y="2366023"/>
            <a:ext cx="146024" cy="146024"/>
          </a:xfrm>
          <a:prstGeom prst="diamond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1165903" y="2366023"/>
            <a:ext cx="146024" cy="146024"/>
          </a:xfrm>
          <a:prstGeom prst="ellipse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8" name="Hexagon 597"/>
          <p:cNvSpPr/>
          <p:nvPr/>
        </p:nvSpPr>
        <p:spPr>
          <a:xfrm>
            <a:off x="1462042" y="2366023"/>
            <a:ext cx="169388" cy="14602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9" name="Diamond 598"/>
          <p:cNvSpPr/>
          <p:nvPr/>
        </p:nvSpPr>
        <p:spPr>
          <a:xfrm>
            <a:off x="1781545" y="2366023"/>
            <a:ext cx="146024" cy="146024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2089366" y="2366023"/>
            <a:ext cx="146024" cy="146024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1" name="TextBox 600"/>
          <p:cNvSpPr txBox="1"/>
          <p:nvPr/>
        </p:nvSpPr>
        <p:spPr>
          <a:xfrm>
            <a:off x="317996" y="2588494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602" name="Connector 601"/>
          <p:cNvCxnSpPr/>
          <p:nvPr/>
        </p:nvCxnSpPr>
        <p:spPr>
          <a:xfrm>
            <a:off x="585114" y="2664813"/>
            <a:ext cx="211149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603" name="Hexagon 602"/>
          <p:cNvSpPr/>
          <p:nvPr/>
        </p:nvSpPr>
        <p:spPr>
          <a:xfrm>
            <a:off x="538579" y="2591801"/>
            <a:ext cx="169388" cy="14602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4" name="Diamond 603"/>
          <p:cNvSpPr/>
          <p:nvPr/>
        </p:nvSpPr>
        <p:spPr>
          <a:xfrm>
            <a:off x="858082" y="2591801"/>
            <a:ext cx="146024" cy="146024"/>
          </a:xfrm>
          <a:prstGeom prst="diamond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1165903" y="2591801"/>
            <a:ext cx="146024" cy="146024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6" name="Hexagon 605"/>
          <p:cNvSpPr/>
          <p:nvPr/>
        </p:nvSpPr>
        <p:spPr>
          <a:xfrm>
            <a:off x="1462042" y="2591801"/>
            <a:ext cx="169388" cy="14602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7" name="Diamond 606"/>
          <p:cNvSpPr/>
          <p:nvPr/>
        </p:nvSpPr>
        <p:spPr>
          <a:xfrm>
            <a:off x="1781545" y="2591801"/>
            <a:ext cx="146024" cy="146024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2089366" y="2591801"/>
            <a:ext cx="146024" cy="146024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9" name="TextBox 608"/>
          <p:cNvSpPr txBox="1"/>
          <p:nvPr/>
        </p:nvSpPr>
        <p:spPr>
          <a:xfrm>
            <a:off x="317996" y="2814272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610" name="Connector 609"/>
          <p:cNvCxnSpPr/>
          <p:nvPr/>
        </p:nvCxnSpPr>
        <p:spPr>
          <a:xfrm>
            <a:off x="585114" y="2890591"/>
            <a:ext cx="211149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611" name="Hexagon 610"/>
          <p:cNvSpPr/>
          <p:nvPr/>
        </p:nvSpPr>
        <p:spPr>
          <a:xfrm>
            <a:off x="538579" y="2817579"/>
            <a:ext cx="169388" cy="14602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2" name="Diamond 611"/>
          <p:cNvSpPr/>
          <p:nvPr/>
        </p:nvSpPr>
        <p:spPr>
          <a:xfrm>
            <a:off x="858082" y="2817579"/>
            <a:ext cx="146024" cy="146024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1165903" y="2817579"/>
            <a:ext cx="146024" cy="146024"/>
          </a:xfrm>
          <a:prstGeom prst="ellipse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4" name="Hexagon 613"/>
          <p:cNvSpPr/>
          <p:nvPr/>
        </p:nvSpPr>
        <p:spPr>
          <a:xfrm>
            <a:off x="1462042" y="2817579"/>
            <a:ext cx="169388" cy="14602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5" name="Diamond 614"/>
          <p:cNvSpPr/>
          <p:nvPr/>
        </p:nvSpPr>
        <p:spPr>
          <a:xfrm>
            <a:off x="1781545" y="2817579"/>
            <a:ext cx="146024" cy="146024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6" name="Oval 615"/>
          <p:cNvSpPr/>
          <p:nvPr/>
        </p:nvSpPr>
        <p:spPr>
          <a:xfrm>
            <a:off x="2089366" y="2817579"/>
            <a:ext cx="146024" cy="146024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7" name="TextBox 616"/>
          <p:cNvSpPr txBox="1"/>
          <p:nvPr/>
        </p:nvSpPr>
        <p:spPr>
          <a:xfrm>
            <a:off x="317996" y="3040050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618" name="Connector 617"/>
          <p:cNvCxnSpPr/>
          <p:nvPr/>
        </p:nvCxnSpPr>
        <p:spPr>
          <a:xfrm>
            <a:off x="585114" y="3116369"/>
            <a:ext cx="211149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619" name="Hexagon 618"/>
          <p:cNvSpPr/>
          <p:nvPr/>
        </p:nvSpPr>
        <p:spPr>
          <a:xfrm>
            <a:off x="538579" y="3043357"/>
            <a:ext cx="169388" cy="14602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0" name="Diamond 619"/>
          <p:cNvSpPr/>
          <p:nvPr/>
        </p:nvSpPr>
        <p:spPr>
          <a:xfrm>
            <a:off x="858082" y="3043357"/>
            <a:ext cx="146024" cy="146024"/>
          </a:xfrm>
          <a:prstGeom prst="diamond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1165903" y="3043357"/>
            <a:ext cx="146024" cy="146024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2" name="Hexagon 621"/>
          <p:cNvSpPr/>
          <p:nvPr/>
        </p:nvSpPr>
        <p:spPr>
          <a:xfrm>
            <a:off x="1462042" y="3043357"/>
            <a:ext cx="169388" cy="146024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3" name="Diamond 622"/>
          <p:cNvSpPr/>
          <p:nvPr/>
        </p:nvSpPr>
        <p:spPr>
          <a:xfrm>
            <a:off x="1781545" y="3043357"/>
            <a:ext cx="146024" cy="146024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2089366" y="3043357"/>
            <a:ext cx="146024" cy="146024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451555" y="2675943"/>
            <a:ext cx="178078" cy="20351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1" b="1" i="0">
                <a:solidFill>
                  <a:srgbClr val="000000"/>
                </a:solidFill>
                <a:latin typeface="Times New Roman"/>
              </a:rPr>
              <a:t>⋮</a:t>
            </a:r>
          </a:p>
        </p:txBody>
      </p:sp>
      <p:sp>
        <p:nvSpPr>
          <p:cNvPr id="626" name="Rectangle 625"/>
          <p:cNvSpPr/>
          <p:nvPr/>
        </p:nvSpPr>
        <p:spPr>
          <a:xfrm>
            <a:off x="2257777" y="2124219"/>
            <a:ext cx="82679" cy="629633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7" name="Rectangle 626"/>
          <p:cNvSpPr/>
          <p:nvPr/>
        </p:nvSpPr>
        <p:spPr>
          <a:xfrm>
            <a:off x="2454935" y="2362716"/>
            <a:ext cx="82679" cy="829971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8" name="Rectangle 627"/>
          <p:cNvSpPr/>
          <p:nvPr/>
        </p:nvSpPr>
        <p:spPr>
          <a:xfrm>
            <a:off x="2518535" y="2145683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29" name="Connector 628"/>
          <p:cNvCxnSpPr/>
          <p:nvPr/>
        </p:nvCxnSpPr>
        <p:spPr>
          <a:xfrm flipV="1">
            <a:off x="2556376" y="2186228"/>
            <a:ext cx="59466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630" name="Connector 629"/>
          <p:cNvCxnSpPr/>
          <p:nvPr/>
        </p:nvCxnSpPr>
        <p:spPr>
          <a:xfrm flipV="1">
            <a:off x="2615842" y="2170010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631" name="Connector 630"/>
          <p:cNvCxnSpPr/>
          <p:nvPr/>
        </p:nvCxnSpPr>
        <p:spPr>
          <a:xfrm>
            <a:off x="2632060" y="2159198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632" name="Connector 631"/>
          <p:cNvCxnSpPr/>
          <p:nvPr/>
        </p:nvCxnSpPr>
        <p:spPr>
          <a:xfrm flipH="1">
            <a:off x="2648277" y="2170010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633" name="Freeform 632"/>
          <p:cNvSpPr/>
          <p:nvPr/>
        </p:nvSpPr>
        <p:spPr>
          <a:xfrm>
            <a:off x="2556318" y="2168419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4" name="Rectangle 633"/>
          <p:cNvSpPr/>
          <p:nvPr/>
        </p:nvSpPr>
        <p:spPr>
          <a:xfrm>
            <a:off x="2518535" y="2371461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35" name="Connector 634"/>
          <p:cNvCxnSpPr/>
          <p:nvPr/>
        </p:nvCxnSpPr>
        <p:spPr>
          <a:xfrm flipV="1">
            <a:off x="2556376" y="2412006"/>
            <a:ext cx="59466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636" name="Connector 635"/>
          <p:cNvCxnSpPr/>
          <p:nvPr/>
        </p:nvCxnSpPr>
        <p:spPr>
          <a:xfrm flipV="1">
            <a:off x="2615842" y="2395788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637" name="Connector 636"/>
          <p:cNvCxnSpPr/>
          <p:nvPr/>
        </p:nvCxnSpPr>
        <p:spPr>
          <a:xfrm>
            <a:off x="2632060" y="2384976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638" name="Connector 637"/>
          <p:cNvCxnSpPr/>
          <p:nvPr/>
        </p:nvCxnSpPr>
        <p:spPr>
          <a:xfrm flipH="1">
            <a:off x="2648277" y="2395788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639" name="Freeform 638"/>
          <p:cNvSpPr/>
          <p:nvPr/>
        </p:nvSpPr>
        <p:spPr>
          <a:xfrm>
            <a:off x="2556318" y="2397343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0" name="Rectangle 639"/>
          <p:cNvSpPr/>
          <p:nvPr/>
        </p:nvSpPr>
        <p:spPr>
          <a:xfrm>
            <a:off x="2518535" y="2597239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41" name="Connector 640"/>
          <p:cNvCxnSpPr/>
          <p:nvPr/>
        </p:nvCxnSpPr>
        <p:spPr>
          <a:xfrm flipV="1">
            <a:off x="2556376" y="2637783"/>
            <a:ext cx="59466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642" name="Connector 641"/>
          <p:cNvCxnSpPr/>
          <p:nvPr/>
        </p:nvCxnSpPr>
        <p:spPr>
          <a:xfrm flipV="1">
            <a:off x="2615842" y="2621566"/>
            <a:ext cx="43247" cy="16217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643" name="Connector 642"/>
          <p:cNvCxnSpPr/>
          <p:nvPr/>
        </p:nvCxnSpPr>
        <p:spPr>
          <a:xfrm>
            <a:off x="2632060" y="2610754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644" name="Connector 643"/>
          <p:cNvCxnSpPr/>
          <p:nvPr/>
        </p:nvCxnSpPr>
        <p:spPr>
          <a:xfrm flipH="1">
            <a:off x="2648277" y="2621566"/>
            <a:ext cx="10812" cy="2702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645" name="Freeform 644"/>
          <p:cNvSpPr/>
          <p:nvPr/>
        </p:nvSpPr>
        <p:spPr>
          <a:xfrm>
            <a:off x="2556318" y="2619908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6" name="Rectangle 645"/>
          <p:cNvSpPr/>
          <p:nvPr/>
        </p:nvSpPr>
        <p:spPr>
          <a:xfrm>
            <a:off x="2518535" y="2823017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47" name="Connector 646"/>
          <p:cNvCxnSpPr/>
          <p:nvPr/>
        </p:nvCxnSpPr>
        <p:spPr>
          <a:xfrm flipV="1">
            <a:off x="2556376" y="2863561"/>
            <a:ext cx="59466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648" name="Connector 647"/>
          <p:cNvCxnSpPr/>
          <p:nvPr/>
        </p:nvCxnSpPr>
        <p:spPr>
          <a:xfrm flipV="1">
            <a:off x="2615842" y="2847343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649" name="Connector 648"/>
          <p:cNvCxnSpPr/>
          <p:nvPr/>
        </p:nvCxnSpPr>
        <p:spPr>
          <a:xfrm>
            <a:off x="2632060" y="2836532"/>
            <a:ext cx="27029" cy="10811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650" name="Connector 649"/>
          <p:cNvCxnSpPr/>
          <p:nvPr/>
        </p:nvCxnSpPr>
        <p:spPr>
          <a:xfrm flipH="1">
            <a:off x="2648277" y="2847343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651" name="Freeform 650"/>
          <p:cNvSpPr/>
          <p:nvPr/>
        </p:nvSpPr>
        <p:spPr>
          <a:xfrm>
            <a:off x="2556318" y="2848832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2" name="Rectangle 651"/>
          <p:cNvSpPr/>
          <p:nvPr/>
        </p:nvSpPr>
        <p:spPr>
          <a:xfrm>
            <a:off x="2518535" y="3048794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53" name="Connector 652"/>
          <p:cNvCxnSpPr/>
          <p:nvPr/>
        </p:nvCxnSpPr>
        <p:spPr>
          <a:xfrm flipV="1">
            <a:off x="2556376" y="3089339"/>
            <a:ext cx="59466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654" name="Connector 653"/>
          <p:cNvCxnSpPr/>
          <p:nvPr/>
        </p:nvCxnSpPr>
        <p:spPr>
          <a:xfrm flipV="1">
            <a:off x="2615842" y="3073121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655" name="Connector 654"/>
          <p:cNvCxnSpPr/>
          <p:nvPr/>
        </p:nvCxnSpPr>
        <p:spPr>
          <a:xfrm>
            <a:off x="2632060" y="3062309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656" name="Connector 655"/>
          <p:cNvCxnSpPr/>
          <p:nvPr/>
        </p:nvCxnSpPr>
        <p:spPr>
          <a:xfrm flipH="1">
            <a:off x="2648277" y="3073121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657" name="Freeform 656"/>
          <p:cNvSpPr/>
          <p:nvPr/>
        </p:nvSpPr>
        <p:spPr>
          <a:xfrm>
            <a:off x="2556318" y="3071397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8" name="Rectangle 657"/>
          <p:cNvSpPr/>
          <p:nvPr/>
        </p:nvSpPr>
        <p:spPr>
          <a:xfrm>
            <a:off x="1380106" y="2181458"/>
            <a:ext cx="2340456" cy="1004870"/>
          </a:xfrm>
          <a:prstGeom prst="rect">
            <a:avLst/>
          </a:prstGeom>
          <a:solidFill>
            <a:srgbClr val="D1EABB"/>
          </a:solidFill>
          <a:ln w="165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9" name="Rectangle 658"/>
          <p:cNvSpPr/>
          <p:nvPr/>
        </p:nvSpPr>
        <p:spPr>
          <a:xfrm>
            <a:off x="1316507" y="2117859"/>
            <a:ext cx="2340456" cy="1004870"/>
          </a:xfrm>
          <a:prstGeom prst="rect">
            <a:avLst/>
          </a:prstGeom>
          <a:solidFill>
            <a:srgbClr val="D1EABB"/>
          </a:solidFill>
          <a:ln w="178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0" name="TextBox 659"/>
          <p:cNvSpPr txBox="1"/>
          <p:nvPr/>
        </p:nvSpPr>
        <p:spPr>
          <a:xfrm>
            <a:off x="1380106" y="2194178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661" name="Connector 660"/>
          <p:cNvCxnSpPr/>
          <p:nvPr/>
        </p:nvCxnSpPr>
        <p:spPr>
          <a:xfrm>
            <a:off x="1647223" y="2270497"/>
            <a:ext cx="1895262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662" name="Hexagon 661"/>
          <p:cNvSpPr/>
          <p:nvPr/>
        </p:nvSpPr>
        <p:spPr>
          <a:xfrm>
            <a:off x="1602755" y="2199266"/>
            <a:ext cx="165256" cy="142462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3" name="Diamond 662"/>
          <p:cNvSpPr/>
          <p:nvPr/>
        </p:nvSpPr>
        <p:spPr>
          <a:xfrm>
            <a:off x="1878725" y="2199266"/>
            <a:ext cx="142462" cy="14246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4" name="Oval 663"/>
          <p:cNvSpPr/>
          <p:nvPr/>
        </p:nvSpPr>
        <p:spPr>
          <a:xfrm>
            <a:off x="2143298" y="2199266"/>
            <a:ext cx="142462" cy="142462"/>
          </a:xfrm>
          <a:prstGeom prst="ellipse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5" name="Hexagon 664"/>
          <p:cNvSpPr/>
          <p:nvPr/>
        </p:nvSpPr>
        <p:spPr>
          <a:xfrm>
            <a:off x="2396475" y="2199266"/>
            <a:ext cx="165256" cy="142462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6" name="Diamond 665"/>
          <p:cNvSpPr/>
          <p:nvPr/>
        </p:nvSpPr>
        <p:spPr>
          <a:xfrm>
            <a:off x="2672445" y="2199266"/>
            <a:ext cx="142462" cy="14246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7" name="Oval 666"/>
          <p:cNvSpPr/>
          <p:nvPr/>
        </p:nvSpPr>
        <p:spPr>
          <a:xfrm>
            <a:off x="2937019" y="2199266"/>
            <a:ext cx="142462" cy="14246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8" name="TextBox 667"/>
          <p:cNvSpPr txBox="1"/>
          <p:nvPr/>
        </p:nvSpPr>
        <p:spPr>
          <a:xfrm>
            <a:off x="1380106" y="2418896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669" name="Connector 668"/>
          <p:cNvCxnSpPr/>
          <p:nvPr/>
        </p:nvCxnSpPr>
        <p:spPr>
          <a:xfrm>
            <a:off x="1647223" y="2495215"/>
            <a:ext cx="1895262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670" name="Hexagon 669"/>
          <p:cNvSpPr/>
          <p:nvPr/>
        </p:nvSpPr>
        <p:spPr>
          <a:xfrm>
            <a:off x="1602755" y="2423984"/>
            <a:ext cx="165256" cy="142462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1" name="Diamond 670"/>
          <p:cNvSpPr/>
          <p:nvPr/>
        </p:nvSpPr>
        <p:spPr>
          <a:xfrm>
            <a:off x="1878725" y="2423984"/>
            <a:ext cx="142462" cy="14246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2" name="Oval 671"/>
          <p:cNvSpPr/>
          <p:nvPr/>
        </p:nvSpPr>
        <p:spPr>
          <a:xfrm>
            <a:off x="2143298" y="2423984"/>
            <a:ext cx="142462" cy="14246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3" name="Hexagon 672"/>
          <p:cNvSpPr/>
          <p:nvPr/>
        </p:nvSpPr>
        <p:spPr>
          <a:xfrm>
            <a:off x="2396475" y="2423984"/>
            <a:ext cx="165256" cy="142462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4" name="Diamond 673"/>
          <p:cNvSpPr/>
          <p:nvPr/>
        </p:nvSpPr>
        <p:spPr>
          <a:xfrm>
            <a:off x="2672445" y="2423984"/>
            <a:ext cx="142462" cy="14246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xfrm>
            <a:off x="2937019" y="2423984"/>
            <a:ext cx="142462" cy="14246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6" name="TextBox 675"/>
          <p:cNvSpPr txBox="1"/>
          <p:nvPr/>
        </p:nvSpPr>
        <p:spPr>
          <a:xfrm>
            <a:off x="1380106" y="2643613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677" name="Connector 676"/>
          <p:cNvCxnSpPr/>
          <p:nvPr/>
        </p:nvCxnSpPr>
        <p:spPr>
          <a:xfrm>
            <a:off x="1647223" y="2719933"/>
            <a:ext cx="1895262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678" name="Hexagon 677"/>
          <p:cNvSpPr/>
          <p:nvPr/>
        </p:nvSpPr>
        <p:spPr>
          <a:xfrm>
            <a:off x="1602755" y="2648701"/>
            <a:ext cx="165256" cy="142462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9" name="Diamond 678"/>
          <p:cNvSpPr/>
          <p:nvPr/>
        </p:nvSpPr>
        <p:spPr>
          <a:xfrm>
            <a:off x="1878725" y="2648701"/>
            <a:ext cx="142462" cy="142462"/>
          </a:xfrm>
          <a:prstGeom prst="diamond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0" name="Oval 679"/>
          <p:cNvSpPr/>
          <p:nvPr/>
        </p:nvSpPr>
        <p:spPr>
          <a:xfrm>
            <a:off x="2143298" y="2648701"/>
            <a:ext cx="142462" cy="14246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1" name="Hexagon 680"/>
          <p:cNvSpPr/>
          <p:nvPr/>
        </p:nvSpPr>
        <p:spPr>
          <a:xfrm>
            <a:off x="2396475" y="2648701"/>
            <a:ext cx="165256" cy="142462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2" name="Diamond 681"/>
          <p:cNvSpPr/>
          <p:nvPr/>
        </p:nvSpPr>
        <p:spPr>
          <a:xfrm>
            <a:off x="2672445" y="2648701"/>
            <a:ext cx="142462" cy="14246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3" name="Oval 682"/>
          <p:cNvSpPr/>
          <p:nvPr/>
        </p:nvSpPr>
        <p:spPr>
          <a:xfrm>
            <a:off x="2937019" y="2648701"/>
            <a:ext cx="142462" cy="14246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4" name="TextBox 683"/>
          <p:cNvSpPr txBox="1"/>
          <p:nvPr/>
        </p:nvSpPr>
        <p:spPr>
          <a:xfrm>
            <a:off x="1380106" y="2868331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685" name="Connector 684"/>
          <p:cNvCxnSpPr/>
          <p:nvPr/>
        </p:nvCxnSpPr>
        <p:spPr>
          <a:xfrm>
            <a:off x="1647223" y="2944650"/>
            <a:ext cx="1895262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686" name="Hexagon 685"/>
          <p:cNvSpPr/>
          <p:nvPr/>
        </p:nvSpPr>
        <p:spPr>
          <a:xfrm>
            <a:off x="1602755" y="2873419"/>
            <a:ext cx="165256" cy="142462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7" name="Diamond 686"/>
          <p:cNvSpPr/>
          <p:nvPr/>
        </p:nvSpPr>
        <p:spPr>
          <a:xfrm>
            <a:off x="1878725" y="2873419"/>
            <a:ext cx="142462" cy="14246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8" name="Oval 687"/>
          <p:cNvSpPr/>
          <p:nvPr/>
        </p:nvSpPr>
        <p:spPr>
          <a:xfrm>
            <a:off x="2143298" y="2873419"/>
            <a:ext cx="142462" cy="142462"/>
          </a:xfrm>
          <a:prstGeom prst="ellipse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9" name="Hexagon 688"/>
          <p:cNvSpPr/>
          <p:nvPr/>
        </p:nvSpPr>
        <p:spPr>
          <a:xfrm>
            <a:off x="2396475" y="2873419"/>
            <a:ext cx="165256" cy="142462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0" name="Diamond 689"/>
          <p:cNvSpPr/>
          <p:nvPr/>
        </p:nvSpPr>
        <p:spPr>
          <a:xfrm>
            <a:off x="2672445" y="2873419"/>
            <a:ext cx="142462" cy="142462"/>
          </a:xfrm>
          <a:prstGeom prst="diamond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1" name="Oval 690"/>
          <p:cNvSpPr/>
          <p:nvPr/>
        </p:nvSpPr>
        <p:spPr>
          <a:xfrm>
            <a:off x="2937019" y="2873419"/>
            <a:ext cx="142462" cy="14246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2" name="Rectangle 691"/>
          <p:cNvSpPr/>
          <p:nvPr/>
        </p:nvSpPr>
        <p:spPr>
          <a:xfrm>
            <a:off x="3103649" y="2181458"/>
            <a:ext cx="82679" cy="627513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3" name="Rectangle 692"/>
          <p:cNvSpPr/>
          <p:nvPr/>
        </p:nvSpPr>
        <p:spPr>
          <a:xfrm>
            <a:off x="3300807" y="2418896"/>
            <a:ext cx="82679" cy="602074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4" name="Rectangle 693"/>
          <p:cNvSpPr/>
          <p:nvPr/>
        </p:nvSpPr>
        <p:spPr>
          <a:xfrm>
            <a:off x="3364406" y="2202923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95" name="Connector 694"/>
          <p:cNvCxnSpPr/>
          <p:nvPr/>
        </p:nvCxnSpPr>
        <p:spPr>
          <a:xfrm flipV="1">
            <a:off x="3402248" y="2243467"/>
            <a:ext cx="59465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696" name="Connector 695"/>
          <p:cNvCxnSpPr/>
          <p:nvPr/>
        </p:nvCxnSpPr>
        <p:spPr>
          <a:xfrm flipV="1">
            <a:off x="3461713" y="2227250"/>
            <a:ext cx="43248" cy="16217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697" name="Connector 696"/>
          <p:cNvCxnSpPr/>
          <p:nvPr/>
        </p:nvCxnSpPr>
        <p:spPr>
          <a:xfrm>
            <a:off x="3477931" y="2216438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698" name="Connector 697"/>
          <p:cNvCxnSpPr/>
          <p:nvPr/>
        </p:nvCxnSpPr>
        <p:spPr>
          <a:xfrm flipH="1">
            <a:off x="3494149" y="2227250"/>
            <a:ext cx="10812" cy="2702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699" name="Freeform 698"/>
          <p:cNvSpPr/>
          <p:nvPr/>
        </p:nvSpPr>
        <p:spPr>
          <a:xfrm>
            <a:off x="3402065" y="2225650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0" name="Rectangle 699"/>
          <p:cNvSpPr/>
          <p:nvPr/>
        </p:nvSpPr>
        <p:spPr>
          <a:xfrm>
            <a:off x="3364406" y="2427641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01" name="Connector 700"/>
          <p:cNvCxnSpPr/>
          <p:nvPr/>
        </p:nvCxnSpPr>
        <p:spPr>
          <a:xfrm flipV="1">
            <a:off x="3402248" y="2468185"/>
            <a:ext cx="59465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02" name="Connector 701"/>
          <p:cNvCxnSpPr/>
          <p:nvPr/>
        </p:nvCxnSpPr>
        <p:spPr>
          <a:xfrm flipV="1">
            <a:off x="3461713" y="2451967"/>
            <a:ext cx="43248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03" name="Connector 702"/>
          <p:cNvCxnSpPr/>
          <p:nvPr/>
        </p:nvCxnSpPr>
        <p:spPr>
          <a:xfrm>
            <a:off x="3477931" y="2441155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04" name="Connector 703"/>
          <p:cNvCxnSpPr/>
          <p:nvPr/>
        </p:nvCxnSpPr>
        <p:spPr>
          <a:xfrm flipH="1">
            <a:off x="3494149" y="2451967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705" name="Freeform 704"/>
          <p:cNvSpPr/>
          <p:nvPr/>
        </p:nvSpPr>
        <p:spPr>
          <a:xfrm>
            <a:off x="3402065" y="2454574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0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6" name="Rectangle 705"/>
          <p:cNvSpPr/>
          <p:nvPr/>
        </p:nvSpPr>
        <p:spPr>
          <a:xfrm>
            <a:off x="3364406" y="2652358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07" name="Connector 706"/>
          <p:cNvCxnSpPr/>
          <p:nvPr/>
        </p:nvCxnSpPr>
        <p:spPr>
          <a:xfrm flipV="1">
            <a:off x="3402248" y="2692903"/>
            <a:ext cx="59465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08" name="Connector 707"/>
          <p:cNvCxnSpPr/>
          <p:nvPr/>
        </p:nvCxnSpPr>
        <p:spPr>
          <a:xfrm flipV="1">
            <a:off x="3461713" y="2676685"/>
            <a:ext cx="43248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09" name="Connector 708"/>
          <p:cNvCxnSpPr/>
          <p:nvPr/>
        </p:nvCxnSpPr>
        <p:spPr>
          <a:xfrm>
            <a:off x="3477931" y="2665873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10" name="Connector 709"/>
          <p:cNvCxnSpPr/>
          <p:nvPr/>
        </p:nvCxnSpPr>
        <p:spPr>
          <a:xfrm flipH="1">
            <a:off x="3494149" y="2676685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711" name="Freeform 710"/>
          <p:cNvSpPr/>
          <p:nvPr/>
        </p:nvSpPr>
        <p:spPr>
          <a:xfrm>
            <a:off x="3402065" y="2677139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2" name="Rectangle 711"/>
          <p:cNvSpPr/>
          <p:nvPr/>
        </p:nvSpPr>
        <p:spPr>
          <a:xfrm>
            <a:off x="3364406" y="2877076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13" name="Connector 712"/>
          <p:cNvCxnSpPr/>
          <p:nvPr/>
        </p:nvCxnSpPr>
        <p:spPr>
          <a:xfrm flipV="1">
            <a:off x="3402248" y="2917621"/>
            <a:ext cx="59465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14" name="Connector 713"/>
          <p:cNvCxnSpPr/>
          <p:nvPr/>
        </p:nvCxnSpPr>
        <p:spPr>
          <a:xfrm flipV="1">
            <a:off x="3461713" y="2901403"/>
            <a:ext cx="43248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15" name="Connector 714"/>
          <p:cNvCxnSpPr/>
          <p:nvPr/>
        </p:nvCxnSpPr>
        <p:spPr>
          <a:xfrm>
            <a:off x="3477931" y="2890591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16" name="Connector 715"/>
          <p:cNvCxnSpPr/>
          <p:nvPr/>
        </p:nvCxnSpPr>
        <p:spPr>
          <a:xfrm flipH="1">
            <a:off x="3494149" y="2901403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717" name="Freeform 716"/>
          <p:cNvSpPr/>
          <p:nvPr/>
        </p:nvSpPr>
        <p:spPr>
          <a:xfrm>
            <a:off x="3402065" y="2899704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8" name="Rectangle 717"/>
          <p:cNvSpPr/>
          <p:nvPr/>
        </p:nvSpPr>
        <p:spPr>
          <a:xfrm>
            <a:off x="3008250" y="2086059"/>
            <a:ext cx="1774422" cy="705953"/>
          </a:xfrm>
          <a:prstGeom prst="rect">
            <a:avLst/>
          </a:prstGeom>
          <a:solidFill>
            <a:srgbClr val="FFF0C2"/>
          </a:solidFill>
          <a:ln w="165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9" name="Rectangle 718"/>
          <p:cNvSpPr/>
          <p:nvPr/>
        </p:nvSpPr>
        <p:spPr>
          <a:xfrm>
            <a:off x="2944650" y="2022460"/>
            <a:ext cx="1774422" cy="705953"/>
          </a:xfrm>
          <a:prstGeom prst="rect">
            <a:avLst/>
          </a:prstGeom>
          <a:solidFill>
            <a:srgbClr val="FFF0C2"/>
          </a:solidFill>
          <a:ln w="178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0" name="TextBox 719"/>
          <p:cNvSpPr txBox="1"/>
          <p:nvPr/>
        </p:nvSpPr>
        <p:spPr>
          <a:xfrm>
            <a:off x="3008250" y="2098779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721" name="Connector 720"/>
          <p:cNvCxnSpPr/>
          <p:nvPr/>
        </p:nvCxnSpPr>
        <p:spPr>
          <a:xfrm>
            <a:off x="3275367" y="2175098"/>
            <a:ext cx="1329227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722" name="Hexagon 721"/>
          <p:cNvSpPr/>
          <p:nvPr/>
        </p:nvSpPr>
        <p:spPr>
          <a:xfrm>
            <a:off x="3239752" y="2111499"/>
            <a:ext cx="147550" cy="127198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3" name="Diamond 722"/>
          <p:cNvSpPr/>
          <p:nvPr/>
        </p:nvSpPr>
        <p:spPr>
          <a:xfrm>
            <a:off x="3628344" y="2111499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4" name="Oval 723"/>
          <p:cNvSpPr/>
          <p:nvPr/>
        </p:nvSpPr>
        <p:spPr>
          <a:xfrm>
            <a:off x="4006760" y="2111499"/>
            <a:ext cx="127198" cy="127198"/>
          </a:xfrm>
          <a:prstGeom prst="ellipse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5" name="TextBox 724"/>
          <p:cNvSpPr txBox="1"/>
          <p:nvPr/>
        </p:nvSpPr>
        <p:spPr>
          <a:xfrm>
            <a:off x="3008250" y="2286397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726" name="Connector 725"/>
          <p:cNvCxnSpPr/>
          <p:nvPr/>
        </p:nvCxnSpPr>
        <p:spPr>
          <a:xfrm>
            <a:off x="3275367" y="2362716"/>
            <a:ext cx="1329227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727" name="Hexagon 726"/>
          <p:cNvSpPr/>
          <p:nvPr/>
        </p:nvSpPr>
        <p:spPr>
          <a:xfrm>
            <a:off x="3239752" y="2299117"/>
            <a:ext cx="147550" cy="127198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8" name="Diamond 727"/>
          <p:cNvSpPr/>
          <p:nvPr/>
        </p:nvSpPr>
        <p:spPr>
          <a:xfrm>
            <a:off x="3628344" y="2299117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9" name="Oval 728"/>
          <p:cNvSpPr/>
          <p:nvPr/>
        </p:nvSpPr>
        <p:spPr>
          <a:xfrm>
            <a:off x="4006760" y="2299117"/>
            <a:ext cx="127198" cy="127198"/>
          </a:xfrm>
          <a:prstGeom prst="ellipse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0" name="TextBox 729"/>
          <p:cNvSpPr txBox="1"/>
          <p:nvPr/>
        </p:nvSpPr>
        <p:spPr>
          <a:xfrm>
            <a:off x="3008250" y="2474015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731" name="Connector 730"/>
          <p:cNvCxnSpPr/>
          <p:nvPr/>
        </p:nvCxnSpPr>
        <p:spPr>
          <a:xfrm>
            <a:off x="3275367" y="2550334"/>
            <a:ext cx="1329227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732" name="Hexagon 731"/>
          <p:cNvSpPr/>
          <p:nvPr/>
        </p:nvSpPr>
        <p:spPr>
          <a:xfrm>
            <a:off x="3239752" y="2486735"/>
            <a:ext cx="147550" cy="127198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3" name="Diamond 732"/>
          <p:cNvSpPr/>
          <p:nvPr/>
        </p:nvSpPr>
        <p:spPr>
          <a:xfrm>
            <a:off x="3628344" y="2486735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4" name="Oval 733"/>
          <p:cNvSpPr/>
          <p:nvPr/>
        </p:nvSpPr>
        <p:spPr>
          <a:xfrm>
            <a:off x="4006760" y="2486735"/>
            <a:ext cx="127198" cy="12719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5" name="Rectangle 734"/>
          <p:cNvSpPr/>
          <p:nvPr/>
        </p:nvSpPr>
        <p:spPr>
          <a:xfrm>
            <a:off x="4191198" y="2092419"/>
            <a:ext cx="82679" cy="352976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6" name="Rectangle 735"/>
          <p:cNvSpPr/>
          <p:nvPr/>
        </p:nvSpPr>
        <p:spPr>
          <a:xfrm>
            <a:off x="4388356" y="2292757"/>
            <a:ext cx="82679" cy="327536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7" name="Rectangle 736"/>
          <p:cNvSpPr/>
          <p:nvPr/>
        </p:nvSpPr>
        <p:spPr>
          <a:xfrm>
            <a:off x="4426516" y="2107524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38" name="Connector 737"/>
          <p:cNvCxnSpPr/>
          <p:nvPr/>
        </p:nvCxnSpPr>
        <p:spPr>
          <a:xfrm flipV="1">
            <a:off x="4464357" y="2148068"/>
            <a:ext cx="59466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39" name="Connector 738"/>
          <p:cNvCxnSpPr/>
          <p:nvPr/>
        </p:nvCxnSpPr>
        <p:spPr>
          <a:xfrm flipV="1">
            <a:off x="4523823" y="2131850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40" name="Connector 739"/>
          <p:cNvCxnSpPr/>
          <p:nvPr/>
        </p:nvCxnSpPr>
        <p:spPr>
          <a:xfrm>
            <a:off x="4540041" y="2121039"/>
            <a:ext cx="27029" cy="10811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41" name="Connector 740"/>
          <p:cNvCxnSpPr/>
          <p:nvPr/>
        </p:nvCxnSpPr>
        <p:spPr>
          <a:xfrm flipH="1">
            <a:off x="4556259" y="2131850"/>
            <a:ext cx="10811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742" name="Freeform 741"/>
          <p:cNvSpPr/>
          <p:nvPr/>
        </p:nvSpPr>
        <p:spPr>
          <a:xfrm>
            <a:off x="4464018" y="2130265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3" name="Rectangle 742"/>
          <p:cNvSpPr/>
          <p:nvPr/>
        </p:nvSpPr>
        <p:spPr>
          <a:xfrm>
            <a:off x="4426516" y="2295142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44" name="Connector 743"/>
          <p:cNvCxnSpPr/>
          <p:nvPr/>
        </p:nvCxnSpPr>
        <p:spPr>
          <a:xfrm flipV="1">
            <a:off x="4464357" y="2335686"/>
            <a:ext cx="59466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45" name="Connector 744"/>
          <p:cNvCxnSpPr/>
          <p:nvPr/>
        </p:nvCxnSpPr>
        <p:spPr>
          <a:xfrm flipV="1">
            <a:off x="4523823" y="2319469"/>
            <a:ext cx="43247" cy="16217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46" name="Connector 745"/>
          <p:cNvCxnSpPr/>
          <p:nvPr/>
        </p:nvCxnSpPr>
        <p:spPr>
          <a:xfrm>
            <a:off x="4540041" y="2308657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47" name="Connector 746"/>
          <p:cNvCxnSpPr/>
          <p:nvPr/>
        </p:nvCxnSpPr>
        <p:spPr>
          <a:xfrm flipH="1">
            <a:off x="4556259" y="2319469"/>
            <a:ext cx="10811" cy="2702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748" name="Freeform 747"/>
          <p:cNvSpPr/>
          <p:nvPr/>
        </p:nvSpPr>
        <p:spPr>
          <a:xfrm>
            <a:off x="4464018" y="2321035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9" name="Rectangle 748"/>
          <p:cNvSpPr/>
          <p:nvPr/>
        </p:nvSpPr>
        <p:spPr>
          <a:xfrm>
            <a:off x="4426516" y="2482760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50" name="Connector 749"/>
          <p:cNvCxnSpPr/>
          <p:nvPr/>
        </p:nvCxnSpPr>
        <p:spPr>
          <a:xfrm flipV="1">
            <a:off x="4464357" y="2523305"/>
            <a:ext cx="59466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51" name="Connector 750"/>
          <p:cNvCxnSpPr/>
          <p:nvPr/>
        </p:nvCxnSpPr>
        <p:spPr>
          <a:xfrm flipV="1">
            <a:off x="4523823" y="2507087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52" name="Connector 751"/>
          <p:cNvCxnSpPr/>
          <p:nvPr/>
        </p:nvCxnSpPr>
        <p:spPr>
          <a:xfrm>
            <a:off x="4540041" y="2496275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53" name="Connector 752"/>
          <p:cNvCxnSpPr/>
          <p:nvPr/>
        </p:nvCxnSpPr>
        <p:spPr>
          <a:xfrm flipH="1">
            <a:off x="4556259" y="2507087"/>
            <a:ext cx="10811" cy="2702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754" name="Freeform 753"/>
          <p:cNvSpPr/>
          <p:nvPr/>
        </p:nvSpPr>
        <p:spPr>
          <a:xfrm>
            <a:off x="4464018" y="2505446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5" name="TextBox 754"/>
          <p:cNvSpPr txBox="1"/>
          <p:nvPr/>
        </p:nvSpPr>
        <p:spPr>
          <a:xfrm>
            <a:off x="292557" y="3364406"/>
            <a:ext cx="2213258" cy="26711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2" b="1" i="0">
                <a:solidFill>
                  <a:srgbClr val="000000"/>
                </a:solidFill>
                <a:latin typeface="Times New Roman"/>
              </a:rPr>
              <a:t>Training Dataset: Label</a:t>
            </a:r>
          </a:p>
        </p:txBody>
      </p:sp>
      <p:sp>
        <p:nvSpPr>
          <p:cNvPr id="756" name="TextBox 755"/>
          <p:cNvSpPr txBox="1"/>
          <p:nvPr/>
        </p:nvSpPr>
        <p:spPr>
          <a:xfrm>
            <a:off x="3676043" y="2957370"/>
            <a:ext cx="1259267" cy="2734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2" b="1" i="0">
                <a:solidFill>
                  <a:srgbClr val="000000"/>
                </a:solidFill>
                <a:latin typeface="Times New Roman"/>
              </a:rPr>
              <a:t>Loss Function</a:t>
            </a:r>
          </a:p>
        </p:txBody>
      </p:sp>
      <p:sp>
        <p:nvSpPr>
          <p:cNvPr id="757" name="Rectangle 756"/>
          <p:cNvSpPr/>
          <p:nvPr/>
        </p:nvSpPr>
        <p:spPr>
          <a:xfrm>
            <a:off x="3160888" y="3230848"/>
            <a:ext cx="1570904" cy="470635"/>
          </a:xfrm>
          <a:prstGeom prst="rect">
            <a:avLst/>
          </a:prstGeom>
          <a:solidFill>
            <a:srgbClr val="F7CBD1"/>
          </a:solidFill>
          <a:ln w="25439">
            <a:solidFill>
              <a:srgbClr val="E83F5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8" name="TextBox 757"/>
          <p:cNvSpPr txBox="1"/>
          <p:nvPr/>
        </p:nvSpPr>
        <p:spPr>
          <a:xfrm>
            <a:off x="3192688" y="3345326"/>
            <a:ext cx="273477" cy="20351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1" b="0" i="0">
                <a:solidFill>
                  <a:srgbClr val="000000"/>
                </a:solidFill>
                <a:latin typeface="Times New Roman"/>
              </a:rPr>
              <a:t>min</a:t>
            </a:r>
          </a:p>
        </p:txBody>
      </p:sp>
      <p:sp>
        <p:nvSpPr>
          <p:cNvPr id="759" name="TextBox 758"/>
          <p:cNvSpPr txBox="1"/>
          <p:nvPr/>
        </p:nvSpPr>
        <p:spPr>
          <a:xfrm>
            <a:off x="3319887" y="3529765"/>
            <a:ext cx="108118" cy="10175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1">
                <a:solidFill>
                  <a:srgbClr val="000000"/>
                </a:solidFill>
                <a:latin typeface="Times New Roman"/>
              </a:rPr>
              <a:t>ω</a:t>
            </a:r>
          </a:p>
        </p:txBody>
      </p:sp>
      <p:sp>
        <p:nvSpPr>
          <p:cNvPr id="760" name="TextBox 759"/>
          <p:cNvSpPr txBox="1"/>
          <p:nvPr/>
        </p:nvSpPr>
        <p:spPr>
          <a:xfrm>
            <a:off x="3510685" y="3275367"/>
            <a:ext cx="178078" cy="14627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1" b="0" i="0">
                <a:solidFill>
                  <a:srgbClr val="000000"/>
                </a:solidFill>
                <a:latin typeface="Times New Roman"/>
              </a:rPr>
              <a:t>1</a:t>
            </a:r>
          </a:p>
        </p:txBody>
      </p:sp>
      <p:cxnSp>
        <p:nvCxnSpPr>
          <p:cNvPr id="761" name="Connector 760"/>
          <p:cNvCxnSpPr/>
          <p:nvPr/>
        </p:nvCxnSpPr>
        <p:spPr>
          <a:xfrm>
            <a:off x="3510685" y="3447085"/>
            <a:ext cx="178078" cy="0"/>
          </a:xfrm>
          <a:prstGeom prst="line">
            <a:avLst/>
          </a:prstGeom>
          <a:ln w="9539">
            <a:solidFill>
              <a:srgbClr val="000000"/>
            </a:solidFill>
          </a:ln>
        </p:spPr>
      </p:cxnSp>
      <p:sp>
        <p:nvSpPr>
          <p:cNvPr id="762" name="TextBox 761"/>
          <p:cNvSpPr txBox="1"/>
          <p:nvPr/>
        </p:nvSpPr>
        <p:spPr>
          <a:xfrm>
            <a:off x="3510685" y="3472525"/>
            <a:ext cx="178078" cy="14627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1" b="0" i="1">
                <a:solidFill>
                  <a:srgbClr val="000000"/>
                </a:solidFill>
                <a:latin typeface="Times New Roman"/>
              </a:rPr>
              <a:t>N</a:t>
            </a:r>
          </a:p>
        </p:txBody>
      </p:sp>
      <p:sp>
        <p:nvSpPr>
          <p:cNvPr id="763" name="TextBox 762"/>
          <p:cNvSpPr txBox="1"/>
          <p:nvPr/>
        </p:nvSpPr>
        <p:spPr>
          <a:xfrm>
            <a:off x="3695123" y="3288087"/>
            <a:ext cx="273477" cy="29891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2" b="0" i="0">
                <a:solidFill>
                  <a:srgbClr val="000000"/>
                </a:solidFill>
                <a:latin typeface="Times New Roman"/>
              </a:rPr>
              <a:t>∑</a:t>
            </a:r>
          </a:p>
        </p:txBody>
      </p:sp>
      <p:sp>
        <p:nvSpPr>
          <p:cNvPr id="764" name="TextBox 763"/>
          <p:cNvSpPr txBox="1"/>
          <p:nvPr/>
        </p:nvSpPr>
        <p:spPr>
          <a:xfrm>
            <a:off x="3847762" y="3230848"/>
            <a:ext cx="101758" cy="10175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i="1">
                <a:solidFill>
                  <a:srgbClr val="000000"/>
                </a:solidFill>
                <a:latin typeface="Times New Roman"/>
              </a:rPr>
              <a:t>N</a:t>
            </a:r>
          </a:p>
        </p:txBody>
      </p:sp>
      <p:sp>
        <p:nvSpPr>
          <p:cNvPr id="765" name="TextBox 764"/>
          <p:cNvSpPr txBox="1"/>
          <p:nvPr/>
        </p:nvSpPr>
        <p:spPr>
          <a:xfrm>
            <a:off x="3777802" y="3567924"/>
            <a:ext cx="190798" cy="10175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 i="1">
                <a:solidFill>
                  <a:srgbClr val="000000"/>
                </a:solidFill>
                <a:latin typeface="Times New Roman"/>
              </a:rPr>
              <a:t>i=1</a:t>
            </a:r>
          </a:p>
        </p:txBody>
      </p:sp>
      <p:sp>
        <p:nvSpPr>
          <p:cNvPr id="766" name="TextBox 765"/>
          <p:cNvSpPr txBox="1"/>
          <p:nvPr/>
        </p:nvSpPr>
        <p:spPr>
          <a:xfrm>
            <a:off x="3962240" y="3338967"/>
            <a:ext cx="635993" cy="23531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1" b="0" i="0">
                <a:solidFill>
                  <a:srgbClr val="000000"/>
                </a:solidFill>
                <a:latin typeface="Times New Roman"/>
              </a:rPr>
              <a:t>‖Ĉᵢ − Cᵢ‖</a:t>
            </a:r>
          </a:p>
        </p:txBody>
      </p:sp>
      <p:sp>
        <p:nvSpPr>
          <p:cNvPr id="767" name="TextBox 766"/>
          <p:cNvSpPr txBox="1"/>
          <p:nvPr/>
        </p:nvSpPr>
        <p:spPr>
          <a:xfrm>
            <a:off x="4547355" y="3281727"/>
            <a:ext cx="89039" cy="9539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i="0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768" name="TextBox 767"/>
          <p:cNvSpPr txBox="1"/>
          <p:nvPr/>
        </p:nvSpPr>
        <p:spPr>
          <a:xfrm>
            <a:off x="4560075" y="3542485"/>
            <a:ext cx="95399" cy="9539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i="1">
                <a:solidFill>
                  <a:srgbClr val="000000"/>
                </a:solidFill>
                <a:latin typeface="Times New Roman"/>
              </a:rPr>
              <a:t>F</a:t>
            </a:r>
          </a:p>
        </p:txBody>
      </p:sp>
      <p:cxnSp>
        <p:nvCxnSpPr>
          <p:cNvPr id="769" name="Connector 768"/>
          <p:cNvCxnSpPr/>
          <p:nvPr/>
        </p:nvCxnSpPr>
        <p:spPr>
          <a:xfrm>
            <a:off x="1596344" y="3383486"/>
            <a:ext cx="1488225" cy="0"/>
          </a:xfrm>
          <a:prstGeom prst="line">
            <a:avLst/>
          </a:prstGeom>
          <a:ln w="19079">
            <a:solidFill>
              <a:srgbClr val="E83F5B"/>
            </a:solidFill>
            <a:prstDash val="dash"/>
          </a:ln>
        </p:spPr>
      </p:cxnSp>
      <p:sp>
        <p:nvSpPr>
          <p:cNvPr id="770" name="Freeform 769"/>
          <p:cNvSpPr/>
          <p:nvPr/>
        </p:nvSpPr>
        <p:spPr>
          <a:xfrm>
            <a:off x="3065038" y="3344834"/>
            <a:ext cx="63590" cy="76308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10" y="6"/>
                </a:moveTo>
                <a:lnTo>
                  <a:pt x="0" y="0"/>
                </a:lnTo>
                <a:lnTo>
                  <a:pt x="0" y="12"/>
                </a:lnTo>
                <a:close/>
              </a:path>
            </a:pathLst>
          </a:custGeom>
          <a:solidFill>
            <a:srgbClr val="E83F5B"/>
          </a:solidFill>
          <a:ln w="6359">
            <a:solidFill>
              <a:srgbClr val="E83F5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71" name="Connector 770"/>
          <p:cNvCxnSpPr/>
          <p:nvPr/>
        </p:nvCxnSpPr>
        <p:spPr>
          <a:xfrm>
            <a:off x="2607574" y="3517045"/>
            <a:ext cx="0" cy="362516"/>
          </a:xfrm>
          <a:prstGeom prst="line">
            <a:avLst/>
          </a:prstGeom>
          <a:ln w="19079">
            <a:solidFill>
              <a:srgbClr val="E83F5B"/>
            </a:solidFill>
            <a:prstDash val="dash"/>
          </a:ln>
        </p:spPr>
      </p:cxnSp>
      <p:cxnSp>
        <p:nvCxnSpPr>
          <p:cNvPr id="772" name="Connector 771"/>
          <p:cNvCxnSpPr/>
          <p:nvPr/>
        </p:nvCxnSpPr>
        <p:spPr>
          <a:xfrm flipH="1">
            <a:off x="2652093" y="3491605"/>
            <a:ext cx="508795" cy="0"/>
          </a:xfrm>
          <a:prstGeom prst="line">
            <a:avLst/>
          </a:prstGeom>
          <a:ln w="19079">
            <a:solidFill>
              <a:srgbClr val="E83F5B"/>
            </a:solidFill>
            <a:prstDash val="dash"/>
          </a:ln>
        </p:spPr>
      </p:cxnSp>
      <p:sp>
        <p:nvSpPr>
          <p:cNvPr id="773" name="Freeform 772"/>
          <p:cNvSpPr/>
          <p:nvPr/>
        </p:nvSpPr>
        <p:spPr>
          <a:xfrm>
            <a:off x="2607190" y="3446578"/>
            <a:ext cx="63590" cy="89026"/>
          </a:xfrm>
          <a:custGeom>
            <a:avLst/>
            <a:gdLst/>
            <a:ahLst/>
            <a:cxnLst/>
            <a:rect l="l" t="t" r="r" b="b"/>
            <a:pathLst>
              <a:path w="10" h="14">
                <a:moveTo>
                  <a:pt x="0" y="7"/>
                </a:moveTo>
                <a:lnTo>
                  <a:pt x="10" y="0"/>
                </a:lnTo>
                <a:lnTo>
                  <a:pt x="10" y="14"/>
                </a:lnTo>
                <a:close/>
              </a:path>
            </a:pathLst>
          </a:custGeom>
          <a:solidFill>
            <a:srgbClr val="E83F5B"/>
          </a:solidFill>
          <a:ln w="6359">
            <a:solidFill>
              <a:srgbClr val="E83F5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74" name="Connector 773"/>
          <p:cNvCxnSpPr/>
          <p:nvPr/>
        </p:nvCxnSpPr>
        <p:spPr>
          <a:xfrm>
            <a:off x="4731793" y="3466165"/>
            <a:ext cx="0" cy="394316"/>
          </a:xfrm>
          <a:prstGeom prst="line">
            <a:avLst/>
          </a:prstGeom>
          <a:ln w="19079">
            <a:solidFill>
              <a:srgbClr val="E83F5B"/>
            </a:solidFill>
            <a:prstDash val="dash"/>
          </a:ln>
        </p:spPr>
      </p:cxnSp>
      <p:cxnSp>
        <p:nvCxnSpPr>
          <p:cNvPr id="775" name="Connector 774"/>
          <p:cNvCxnSpPr/>
          <p:nvPr/>
        </p:nvCxnSpPr>
        <p:spPr>
          <a:xfrm flipH="1">
            <a:off x="2257777" y="3860481"/>
            <a:ext cx="2474016" cy="0"/>
          </a:xfrm>
          <a:prstGeom prst="line">
            <a:avLst/>
          </a:prstGeom>
          <a:ln w="19079">
            <a:solidFill>
              <a:srgbClr val="E83F5B"/>
            </a:solidFill>
            <a:prstDash val="dash"/>
          </a:ln>
        </p:spPr>
      </p:cxnSp>
      <p:sp>
        <p:nvSpPr>
          <p:cNvPr id="776" name="Freeform 775"/>
          <p:cNvSpPr/>
          <p:nvPr/>
        </p:nvSpPr>
        <p:spPr>
          <a:xfrm>
            <a:off x="2212932" y="3815400"/>
            <a:ext cx="63590" cy="89026"/>
          </a:xfrm>
          <a:custGeom>
            <a:avLst/>
            <a:gdLst/>
            <a:ahLst/>
            <a:cxnLst/>
            <a:rect l="l" t="t" r="r" b="b"/>
            <a:pathLst>
              <a:path w="10" h="14">
                <a:moveTo>
                  <a:pt x="0" y="7"/>
                </a:moveTo>
                <a:lnTo>
                  <a:pt x="10" y="0"/>
                </a:lnTo>
                <a:lnTo>
                  <a:pt x="10" y="14"/>
                </a:lnTo>
                <a:close/>
              </a:path>
            </a:pathLst>
          </a:custGeom>
          <a:solidFill>
            <a:srgbClr val="E83F5B"/>
          </a:solidFill>
          <a:ln w="6359">
            <a:solidFill>
              <a:srgbClr val="E83F5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7" name="Rectangle 776"/>
          <p:cNvSpPr/>
          <p:nvPr/>
        </p:nvSpPr>
        <p:spPr>
          <a:xfrm>
            <a:off x="127198" y="3726923"/>
            <a:ext cx="4782672" cy="1628143"/>
          </a:xfrm>
          <a:prstGeom prst="rect">
            <a:avLst/>
          </a:prstGeom>
          <a:noFill/>
          <a:ln w="19079">
            <a:solidFill>
              <a:srgbClr val="000000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8" name="Rectangle 777"/>
          <p:cNvSpPr/>
          <p:nvPr/>
        </p:nvSpPr>
        <p:spPr>
          <a:xfrm>
            <a:off x="814071" y="3765082"/>
            <a:ext cx="1380106" cy="228957"/>
          </a:xfrm>
          <a:prstGeom prst="rect">
            <a:avLst/>
          </a:prstGeom>
          <a:solidFill>
            <a:srgbClr val="D8E8FA"/>
          </a:solidFill>
          <a:ln w="19079">
            <a:solidFill>
              <a:srgbClr val="3974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9" name="TextBox 778"/>
          <p:cNvSpPr txBox="1"/>
          <p:nvPr/>
        </p:nvSpPr>
        <p:spPr>
          <a:xfrm>
            <a:off x="871311" y="3777802"/>
            <a:ext cx="1271987" cy="19715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1" b="1" i="0">
                <a:solidFill>
                  <a:srgbClr val="000000"/>
                </a:solidFill>
                <a:latin typeface="Times New Roman"/>
              </a:rPr>
              <a:t>Model Weights Update</a:t>
            </a:r>
          </a:p>
        </p:txBody>
      </p:sp>
      <p:cxnSp>
        <p:nvCxnSpPr>
          <p:cNvPr id="780" name="Connector 779"/>
          <p:cNvCxnSpPr/>
          <p:nvPr/>
        </p:nvCxnSpPr>
        <p:spPr>
          <a:xfrm flipH="1">
            <a:off x="612461" y="3866841"/>
            <a:ext cx="195251" cy="44520"/>
          </a:xfrm>
          <a:prstGeom prst="line">
            <a:avLst/>
          </a:prstGeom>
          <a:ln w="25439">
            <a:solidFill>
              <a:srgbClr val="000000"/>
            </a:solidFill>
          </a:ln>
        </p:spPr>
      </p:cxnSp>
      <p:sp>
        <p:nvSpPr>
          <p:cNvPr id="781" name="Freeform 780"/>
          <p:cNvSpPr/>
          <p:nvPr/>
        </p:nvSpPr>
        <p:spPr>
          <a:xfrm>
            <a:off x="572310" y="3872631"/>
            <a:ext cx="57231" cy="76308"/>
          </a:xfrm>
          <a:custGeom>
            <a:avLst/>
            <a:gdLst/>
            <a:ahLst/>
            <a:cxnLst/>
            <a:rect l="l" t="t" r="r" b="b"/>
            <a:pathLst>
              <a:path w="9" h="12">
                <a:moveTo>
                  <a:pt x="0" y="6"/>
                </a:moveTo>
                <a:lnTo>
                  <a:pt x="9" y="0"/>
                </a:lnTo>
                <a:lnTo>
                  <a:pt x="9" y="12"/>
                </a:lnTo>
                <a:close/>
              </a:path>
            </a:pathLst>
          </a:custGeom>
          <a:solidFill>
            <a:srgbClr val="000000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2" name="Rectangle 781"/>
          <p:cNvSpPr/>
          <p:nvPr/>
        </p:nvSpPr>
        <p:spPr>
          <a:xfrm>
            <a:off x="337076" y="4083079"/>
            <a:ext cx="178078" cy="693233"/>
          </a:xfrm>
          <a:prstGeom prst="rect">
            <a:avLst/>
          </a:prstGeom>
          <a:solidFill>
            <a:srgbClr val="B96CE3"/>
          </a:solidFill>
          <a:ln w="1589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3" name="Freeform 782"/>
          <p:cNvSpPr/>
          <p:nvPr/>
        </p:nvSpPr>
        <p:spPr>
          <a:xfrm>
            <a:off x="337027" y="3961657"/>
            <a:ext cx="305232" cy="120821"/>
          </a:xfrm>
          <a:custGeom>
            <a:avLst/>
            <a:gdLst/>
            <a:ahLst/>
            <a:cxnLst/>
            <a:rect l="l" t="t" r="r" b="b"/>
            <a:pathLst>
              <a:path w="48" h="19">
                <a:moveTo>
                  <a:pt x="0" y="19"/>
                </a:moveTo>
                <a:lnTo>
                  <a:pt x="14" y="0"/>
                </a:lnTo>
                <a:lnTo>
                  <a:pt x="48" y="0"/>
                </a:lnTo>
                <a:lnTo>
                  <a:pt x="28" y="19"/>
                </a:lnTo>
                <a:close/>
              </a:path>
            </a:pathLst>
          </a:custGeom>
          <a:solidFill>
            <a:srgbClr val="D99CF0"/>
          </a:solidFill>
          <a:ln w="1589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4" name="Freeform 783"/>
          <p:cNvSpPr/>
          <p:nvPr/>
        </p:nvSpPr>
        <p:spPr>
          <a:xfrm>
            <a:off x="515079" y="3961657"/>
            <a:ext cx="127180" cy="813952"/>
          </a:xfrm>
          <a:custGeom>
            <a:avLst/>
            <a:gdLst/>
            <a:ahLst/>
            <a:cxnLst/>
            <a:rect l="l" t="t" r="r" b="b"/>
            <a:pathLst>
              <a:path w="20" h="128">
                <a:moveTo>
                  <a:pt x="0" y="19"/>
                </a:moveTo>
                <a:lnTo>
                  <a:pt x="20" y="0"/>
                </a:lnTo>
                <a:lnTo>
                  <a:pt x="20" y="106"/>
                </a:lnTo>
                <a:lnTo>
                  <a:pt x="0" y="128"/>
                </a:lnTo>
                <a:close/>
              </a:path>
            </a:pathLst>
          </a:custGeom>
          <a:solidFill>
            <a:srgbClr val="8148A8"/>
          </a:solidFill>
          <a:ln w="1589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5" name="TextBox 784"/>
          <p:cNvSpPr txBox="1"/>
          <p:nvPr/>
        </p:nvSpPr>
        <p:spPr>
          <a:xfrm>
            <a:off x="216237" y="4814472"/>
            <a:ext cx="718672" cy="12719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1" b="1" i="0">
                <a:solidFill>
                  <a:srgbClr val="000000"/>
                </a:solidFill>
                <a:latin typeface="Times New Roman"/>
              </a:rPr>
              <a:t>(B, 3+K, H, W)</a:t>
            </a:r>
          </a:p>
        </p:txBody>
      </p:sp>
      <p:sp>
        <p:nvSpPr>
          <p:cNvPr id="786" name="TextBox 785"/>
          <p:cNvSpPr txBox="1"/>
          <p:nvPr/>
        </p:nvSpPr>
        <p:spPr>
          <a:xfrm>
            <a:off x="394316" y="4967110"/>
            <a:ext cx="508794" cy="17807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1" b="1" i="0">
                <a:solidFill>
                  <a:srgbClr val="000000"/>
                </a:solidFill>
                <a:latin typeface="Times New Roman"/>
              </a:rPr>
              <a:t>Inputs</a:t>
            </a:r>
          </a:p>
        </p:txBody>
      </p:sp>
      <p:cxnSp>
        <p:nvCxnSpPr>
          <p:cNvPr id="787" name="Connector 786"/>
          <p:cNvCxnSpPr/>
          <p:nvPr/>
        </p:nvCxnSpPr>
        <p:spPr>
          <a:xfrm>
            <a:off x="674153" y="4432876"/>
            <a:ext cx="222598" cy="0"/>
          </a:xfrm>
          <a:prstGeom prst="line">
            <a:avLst/>
          </a:prstGeom>
          <a:ln w="25439">
            <a:solidFill>
              <a:srgbClr val="000000"/>
            </a:solidFill>
          </a:ln>
        </p:spPr>
      </p:cxnSp>
      <p:sp>
        <p:nvSpPr>
          <p:cNvPr id="788" name="Freeform 787"/>
          <p:cNvSpPr/>
          <p:nvPr/>
        </p:nvSpPr>
        <p:spPr>
          <a:xfrm>
            <a:off x="877542" y="4387710"/>
            <a:ext cx="63590" cy="89026"/>
          </a:xfrm>
          <a:custGeom>
            <a:avLst/>
            <a:gdLst/>
            <a:ahLst/>
            <a:cxnLst/>
            <a:rect l="l" t="t" r="r" b="b"/>
            <a:pathLst>
              <a:path w="10" h="14">
                <a:moveTo>
                  <a:pt x="10" y="7"/>
                </a:moveTo>
                <a:lnTo>
                  <a:pt x="0" y="0"/>
                </a:lnTo>
                <a:lnTo>
                  <a:pt x="0" y="14"/>
                </a:lnTo>
                <a:close/>
              </a:path>
            </a:pathLst>
          </a:custGeom>
          <a:solidFill>
            <a:srgbClr val="000000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89" name="Connector 788"/>
          <p:cNvCxnSpPr/>
          <p:nvPr/>
        </p:nvCxnSpPr>
        <p:spPr>
          <a:xfrm>
            <a:off x="1017589" y="4172118"/>
            <a:ext cx="248038" cy="11447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90" name="Connector 789"/>
          <p:cNvCxnSpPr/>
          <p:nvPr/>
        </p:nvCxnSpPr>
        <p:spPr>
          <a:xfrm>
            <a:off x="1017589" y="4172118"/>
            <a:ext cx="248038" cy="362517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91" name="Connector 790"/>
          <p:cNvCxnSpPr/>
          <p:nvPr/>
        </p:nvCxnSpPr>
        <p:spPr>
          <a:xfrm flipV="1">
            <a:off x="1017589" y="4286597"/>
            <a:ext cx="248038" cy="13355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92" name="Connector 791"/>
          <p:cNvCxnSpPr/>
          <p:nvPr/>
        </p:nvCxnSpPr>
        <p:spPr>
          <a:xfrm>
            <a:off x="1017589" y="4420156"/>
            <a:ext cx="248038" cy="11447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93" name="Connector 792"/>
          <p:cNvCxnSpPr/>
          <p:nvPr/>
        </p:nvCxnSpPr>
        <p:spPr>
          <a:xfrm>
            <a:off x="1017589" y="4420156"/>
            <a:ext cx="248038" cy="37523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94" name="Connector 793"/>
          <p:cNvCxnSpPr/>
          <p:nvPr/>
        </p:nvCxnSpPr>
        <p:spPr>
          <a:xfrm flipV="1">
            <a:off x="1017589" y="4534635"/>
            <a:ext cx="248038" cy="1399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795" name="Connector 794"/>
          <p:cNvCxnSpPr/>
          <p:nvPr/>
        </p:nvCxnSpPr>
        <p:spPr>
          <a:xfrm>
            <a:off x="1017589" y="4674553"/>
            <a:ext cx="248038" cy="12083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796" name="Oval 795"/>
          <p:cNvSpPr/>
          <p:nvPr/>
        </p:nvSpPr>
        <p:spPr>
          <a:xfrm>
            <a:off x="960350" y="4114879"/>
            <a:ext cx="114478" cy="11447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7" name="Oval 796"/>
          <p:cNvSpPr/>
          <p:nvPr/>
        </p:nvSpPr>
        <p:spPr>
          <a:xfrm>
            <a:off x="960350" y="4362916"/>
            <a:ext cx="114478" cy="11447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8" name="Oval 797"/>
          <p:cNvSpPr/>
          <p:nvPr/>
        </p:nvSpPr>
        <p:spPr>
          <a:xfrm>
            <a:off x="960350" y="4617314"/>
            <a:ext cx="114478" cy="11447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1208388" y="4229358"/>
            <a:ext cx="114478" cy="11447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0" name="Oval 799"/>
          <p:cNvSpPr/>
          <p:nvPr/>
        </p:nvSpPr>
        <p:spPr>
          <a:xfrm>
            <a:off x="1208388" y="4477395"/>
            <a:ext cx="114478" cy="11447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1" name="Oval 800"/>
          <p:cNvSpPr/>
          <p:nvPr/>
        </p:nvSpPr>
        <p:spPr>
          <a:xfrm>
            <a:off x="1208388" y="4738153"/>
            <a:ext cx="114478" cy="11447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2" name="TextBox 801"/>
          <p:cNvSpPr txBox="1"/>
          <p:nvPr/>
        </p:nvSpPr>
        <p:spPr>
          <a:xfrm>
            <a:off x="820431" y="4865351"/>
            <a:ext cx="775912" cy="2098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2" b="1" i="0">
                <a:solidFill>
                  <a:srgbClr val="000000"/>
                </a:solidFill>
                <a:latin typeface="Times New Roman"/>
              </a:rPr>
              <a:t>ResNet-18</a:t>
            </a:r>
          </a:p>
        </p:txBody>
      </p:sp>
      <p:sp>
        <p:nvSpPr>
          <p:cNvPr id="803" name="TextBox 802"/>
          <p:cNvSpPr txBox="1"/>
          <p:nvPr/>
        </p:nvSpPr>
        <p:spPr>
          <a:xfrm>
            <a:off x="1170228" y="4070359"/>
            <a:ext cx="922190" cy="12719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1" b="1" i="0">
                <a:solidFill>
                  <a:srgbClr val="000000"/>
                </a:solidFill>
                <a:latin typeface="Times New Roman"/>
              </a:rPr>
              <a:t>(B, 512, H′, W′)</a:t>
            </a:r>
          </a:p>
        </p:txBody>
      </p:sp>
      <p:cxnSp>
        <p:nvCxnSpPr>
          <p:cNvPr id="804" name="Connector 803"/>
          <p:cNvCxnSpPr/>
          <p:nvPr/>
        </p:nvCxnSpPr>
        <p:spPr>
          <a:xfrm flipV="1">
            <a:off x="1354666" y="4286597"/>
            <a:ext cx="163451" cy="146279"/>
          </a:xfrm>
          <a:prstGeom prst="line">
            <a:avLst/>
          </a:prstGeom>
          <a:ln w="25439">
            <a:solidFill>
              <a:srgbClr val="000000"/>
            </a:solidFill>
          </a:ln>
        </p:spPr>
      </p:cxnSp>
      <p:sp>
        <p:nvSpPr>
          <p:cNvPr id="805" name="Freeform 804"/>
          <p:cNvSpPr/>
          <p:nvPr/>
        </p:nvSpPr>
        <p:spPr>
          <a:xfrm>
            <a:off x="1500724" y="4247812"/>
            <a:ext cx="57231" cy="76308"/>
          </a:xfrm>
          <a:custGeom>
            <a:avLst/>
            <a:gdLst/>
            <a:ahLst/>
            <a:cxnLst/>
            <a:rect l="l" t="t" r="r" b="b"/>
            <a:pathLst>
              <a:path w="9" h="12">
                <a:moveTo>
                  <a:pt x="9" y="6"/>
                </a:moveTo>
                <a:lnTo>
                  <a:pt x="0" y="0"/>
                </a:lnTo>
                <a:lnTo>
                  <a:pt x="0" y="12"/>
                </a:lnTo>
                <a:close/>
              </a:path>
            </a:pathLst>
          </a:custGeom>
          <a:solidFill>
            <a:srgbClr val="000000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6" name="Rectangle 805"/>
          <p:cNvSpPr/>
          <p:nvPr/>
        </p:nvSpPr>
        <p:spPr>
          <a:xfrm>
            <a:off x="1589984" y="4229358"/>
            <a:ext cx="165358" cy="165358"/>
          </a:xfrm>
          <a:prstGeom prst="rect">
            <a:avLst/>
          </a:prstGeom>
          <a:solidFill>
            <a:srgbClr val="6DBD36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7" name="TextBox 806"/>
          <p:cNvSpPr txBox="1"/>
          <p:nvPr/>
        </p:nvSpPr>
        <p:spPr>
          <a:xfrm>
            <a:off x="1494585" y="4407436"/>
            <a:ext cx="445195" cy="1399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1" i="0">
                <a:solidFill>
                  <a:srgbClr val="000000"/>
                </a:solidFill>
                <a:latin typeface="Times New Roman"/>
              </a:rPr>
              <a:t>1x1 Conv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780782" y="4318397"/>
            <a:ext cx="157090" cy="0"/>
          </a:xfrm>
          <a:prstGeom prst="line">
            <a:avLst/>
          </a:prstGeom>
          <a:ln w="25439">
            <a:solidFill>
              <a:srgbClr val="000000"/>
            </a:solidFill>
          </a:ln>
        </p:spPr>
      </p:cxnSp>
      <p:sp>
        <p:nvSpPr>
          <p:cNvPr id="809" name="Freeform 808"/>
          <p:cNvSpPr/>
          <p:nvPr/>
        </p:nvSpPr>
        <p:spPr>
          <a:xfrm>
            <a:off x="1920418" y="4279607"/>
            <a:ext cx="57231" cy="76308"/>
          </a:xfrm>
          <a:custGeom>
            <a:avLst/>
            <a:gdLst/>
            <a:ahLst/>
            <a:cxnLst/>
            <a:rect l="l" t="t" r="r" b="b"/>
            <a:pathLst>
              <a:path w="9" h="12">
                <a:moveTo>
                  <a:pt x="9" y="6"/>
                </a:moveTo>
                <a:lnTo>
                  <a:pt x="0" y="0"/>
                </a:lnTo>
                <a:lnTo>
                  <a:pt x="0" y="12"/>
                </a:lnTo>
                <a:close/>
              </a:path>
            </a:pathLst>
          </a:custGeom>
          <a:solidFill>
            <a:srgbClr val="000000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0" name="Freeform 809"/>
          <p:cNvSpPr/>
          <p:nvPr/>
        </p:nvSpPr>
        <p:spPr>
          <a:xfrm>
            <a:off x="2009444" y="3974375"/>
            <a:ext cx="267078" cy="108103"/>
          </a:xfrm>
          <a:custGeom>
            <a:avLst/>
            <a:gdLst/>
            <a:ahLst/>
            <a:cxnLst/>
            <a:rect l="l" t="t" r="r" b="b"/>
            <a:pathLst>
              <a:path w="42" h="17">
                <a:moveTo>
                  <a:pt x="0" y="17"/>
                </a:moveTo>
                <a:lnTo>
                  <a:pt x="14" y="0"/>
                </a:lnTo>
                <a:lnTo>
                  <a:pt x="42" y="0"/>
                </a:lnTo>
                <a:lnTo>
                  <a:pt x="28" y="17"/>
                </a:lnTo>
                <a:close/>
              </a:path>
            </a:pathLst>
          </a:custGeom>
          <a:solidFill>
            <a:srgbClr val="EEEEEE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1" name="Freeform 810"/>
          <p:cNvSpPr/>
          <p:nvPr/>
        </p:nvSpPr>
        <p:spPr>
          <a:xfrm>
            <a:off x="2187496" y="3974375"/>
            <a:ext cx="89026" cy="890260"/>
          </a:xfrm>
          <a:custGeom>
            <a:avLst/>
            <a:gdLst/>
            <a:ahLst/>
            <a:cxnLst/>
            <a:rect l="l" t="t" r="r" b="b"/>
            <a:pathLst>
              <a:path w="14" h="140">
                <a:moveTo>
                  <a:pt x="0" y="17"/>
                </a:moveTo>
                <a:lnTo>
                  <a:pt x="14" y="0"/>
                </a:lnTo>
                <a:lnTo>
                  <a:pt x="14" y="123"/>
                </a:lnTo>
                <a:lnTo>
                  <a:pt x="0" y="140"/>
                </a:lnTo>
                <a:close/>
              </a:path>
            </a:pathLst>
          </a:custGeom>
          <a:solidFill>
            <a:srgbClr val="7C8BA5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2" name="Rectangle 811"/>
          <p:cNvSpPr/>
          <p:nvPr/>
        </p:nvSpPr>
        <p:spPr>
          <a:xfrm>
            <a:off x="2009740" y="4083079"/>
            <a:ext cx="178078" cy="73139"/>
          </a:xfrm>
          <a:prstGeom prst="rect">
            <a:avLst/>
          </a:prstGeom>
          <a:solidFill>
            <a:srgbClr val="F4CFF0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3" name="Rectangle 812"/>
          <p:cNvSpPr/>
          <p:nvPr/>
        </p:nvSpPr>
        <p:spPr>
          <a:xfrm>
            <a:off x="2009740" y="4156218"/>
            <a:ext cx="178078" cy="73139"/>
          </a:xfrm>
          <a:prstGeom prst="rect">
            <a:avLst/>
          </a:prstGeom>
          <a:solidFill>
            <a:srgbClr val="D1EABB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4" name="Rectangle 813"/>
          <p:cNvSpPr/>
          <p:nvPr/>
        </p:nvSpPr>
        <p:spPr>
          <a:xfrm>
            <a:off x="2009740" y="4229358"/>
            <a:ext cx="178078" cy="73139"/>
          </a:xfrm>
          <a:prstGeom prst="rect">
            <a:avLst/>
          </a:prstGeom>
          <a:solidFill>
            <a:srgbClr val="D1EABB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5" name="Rectangle 814"/>
          <p:cNvSpPr/>
          <p:nvPr/>
        </p:nvSpPr>
        <p:spPr>
          <a:xfrm>
            <a:off x="2009740" y="4302497"/>
            <a:ext cx="178078" cy="73139"/>
          </a:xfrm>
          <a:prstGeom prst="rect">
            <a:avLst/>
          </a:prstGeom>
          <a:solidFill>
            <a:srgbClr val="F4CFF0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6" name="Rectangle 815"/>
          <p:cNvSpPr/>
          <p:nvPr/>
        </p:nvSpPr>
        <p:spPr>
          <a:xfrm>
            <a:off x="2009740" y="4375636"/>
            <a:ext cx="178078" cy="73139"/>
          </a:xfrm>
          <a:prstGeom prst="rect">
            <a:avLst/>
          </a:prstGeom>
          <a:solidFill>
            <a:srgbClr val="E6D7F5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7" name="Rectangle 816"/>
          <p:cNvSpPr/>
          <p:nvPr/>
        </p:nvSpPr>
        <p:spPr>
          <a:xfrm>
            <a:off x="2009740" y="4448776"/>
            <a:ext cx="178078" cy="73139"/>
          </a:xfrm>
          <a:prstGeom prst="rect">
            <a:avLst/>
          </a:prstGeom>
          <a:solidFill>
            <a:srgbClr val="D1EABB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8" name="Rectangle 817"/>
          <p:cNvSpPr/>
          <p:nvPr/>
        </p:nvSpPr>
        <p:spPr>
          <a:xfrm>
            <a:off x="2009740" y="4521915"/>
            <a:ext cx="178078" cy="73139"/>
          </a:xfrm>
          <a:prstGeom prst="rect">
            <a:avLst/>
          </a:prstGeom>
          <a:solidFill>
            <a:srgbClr val="F4CFF0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9" name="Rectangle 818"/>
          <p:cNvSpPr/>
          <p:nvPr/>
        </p:nvSpPr>
        <p:spPr>
          <a:xfrm>
            <a:off x="2009740" y="4595054"/>
            <a:ext cx="178078" cy="73139"/>
          </a:xfrm>
          <a:prstGeom prst="rect">
            <a:avLst/>
          </a:prstGeom>
          <a:solidFill>
            <a:srgbClr val="F4CFF0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0" name="Rectangle 819"/>
          <p:cNvSpPr/>
          <p:nvPr/>
        </p:nvSpPr>
        <p:spPr>
          <a:xfrm>
            <a:off x="2009740" y="4668193"/>
            <a:ext cx="178078" cy="73139"/>
          </a:xfrm>
          <a:prstGeom prst="rect">
            <a:avLst/>
          </a:prstGeom>
          <a:solidFill>
            <a:srgbClr val="D1EABB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1" name="Rectangle 820"/>
          <p:cNvSpPr/>
          <p:nvPr/>
        </p:nvSpPr>
        <p:spPr>
          <a:xfrm>
            <a:off x="2009740" y="4741333"/>
            <a:ext cx="178078" cy="73139"/>
          </a:xfrm>
          <a:prstGeom prst="rect">
            <a:avLst/>
          </a:prstGeom>
          <a:solidFill>
            <a:srgbClr val="FFF0C2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2" name="TextBox 821"/>
          <p:cNvSpPr txBox="1"/>
          <p:nvPr/>
        </p:nvSpPr>
        <p:spPr>
          <a:xfrm>
            <a:off x="1780782" y="4897151"/>
            <a:ext cx="725032" cy="11447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1" b="1" i="0">
                <a:solidFill>
                  <a:srgbClr val="000000"/>
                </a:solidFill>
                <a:latin typeface="Times New Roman"/>
              </a:rPr>
              <a:t>(B, 512, H′ W′)</a:t>
            </a:r>
          </a:p>
        </p:txBody>
      </p:sp>
      <p:sp>
        <p:nvSpPr>
          <p:cNvPr id="823" name="TextBox 822"/>
          <p:cNvSpPr txBox="1"/>
          <p:nvPr/>
        </p:nvSpPr>
        <p:spPr>
          <a:xfrm>
            <a:off x="1596344" y="5037070"/>
            <a:ext cx="1043029" cy="1844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1" b="1" i="0">
                <a:solidFill>
                  <a:srgbClr val="000000"/>
                </a:solidFill>
                <a:latin typeface="Times New Roman"/>
              </a:rPr>
              <a:t>Flatten &amp; Concat</a:t>
            </a:r>
          </a:p>
        </p:txBody>
      </p:sp>
      <p:sp>
        <p:nvSpPr>
          <p:cNvPr id="824" name="Rounded Rectangle 823"/>
          <p:cNvSpPr/>
          <p:nvPr/>
        </p:nvSpPr>
        <p:spPr>
          <a:xfrm>
            <a:off x="2537614" y="3828682"/>
            <a:ext cx="1341946" cy="1119348"/>
          </a:xfrm>
          <a:prstGeom prst="roundRect">
            <a:avLst/>
          </a:prstGeom>
          <a:solidFill>
            <a:srgbClr val="EFEFEF"/>
          </a:solidFill>
          <a:ln w="1907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5" name="Rounded Rectangle 824"/>
          <p:cNvSpPr/>
          <p:nvPr/>
        </p:nvSpPr>
        <p:spPr>
          <a:xfrm>
            <a:off x="2480375" y="3885921"/>
            <a:ext cx="1341946" cy="1119348"/>
          </a:xfrm>
          <a:prstGeom prst="roundRect">
            <a:avLst/>
          </a:prstGeom>
          <a:solidFill>
            <a:srgbClr val="EFEFEF"/>
          </a:solidFill>
          <a:ln w="1907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6" name="Rounded Rectangle 825"/>
          <p:cNvSpPr/>
          <p:nvPr/>
        </p:nvSpPr>
        <p:spPr>
          <a:xfrm>
            <a:off x="2423136" y="3943161"/>
            <a:ext cx="1341946" cy="1119348"/>
          </a:xfrm>
          <a:prstGeom prst="roundRect">
            <a:avLst/>
          </a:prstGeom>
          <a:solidFill>
            <a:srgbClr val="EFEFEF"/>
          </a:solidFill>
          <a:ln w="1907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7" name="TextBox 826"/>
          <p:cNvSpPr txBox="1"/>
          <p:nvPr/>
        </p:nvSpPr>
        <p:spPr>
          <a:xfrm>
            <a:off x="2868331" y="3746003"/>
            <a:ext cx="317996" cy="1399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1" b="1" i="0">
                <a:solidFill>
                  <a:srgbClr val="000000"/>
                </a:solidFill>
                <a:latin typeface="Times New Roman"/>
              </a:rPr>
              <a:t>Head</a:t>
            </a:r>
          </a:p>
        </p:txBody>
      </p:sp>
      <p:sp>
        <p:nvSpPr>
          <p:cNvPr id="828" name="TextBox 827"/>
          <p:cNvSpPr txBox="1"/>
          <p:nvPr/>
        </p:nvSpPr>
        <p:spPr>
          <a:xfrm>
            <a:off x="3135449" y="3987680"/>
            <a:ext cx="445195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000000"/>
                </a:solidFill>
                <a:latin typeface="Times New Roman"/>
              </a:rPr>
              <a:t>MHSA</a:t>
            </a:r>
          </a:p>
        </p:txBody>
      </p:sp>
      <p:cxnSp>
        <p:nvCxnSpPr>
          <p:cNvPr id="829" name="Connector 828"/>
          <p:cNvCxnSpPr/>
          <p:nvPr/>
        </p:nvCxnSpPr>
        <p:spPr>
          <a:xfrm>
            <a:off x="2327737" y="4191198"/>
            <a:ext cx="212421" cy="0"/>
          </a:xfrm>
          <a:prstGeom prst="line">
            <a:avLst/>
          </a:prstGeom>
          <a:ln w="19079">
            <a:solidFill>
              <a:srgbClr val="000000"/>
            </a:solidFill>
          </a:ln>
        </p:spPr>
      </p:cxnSp>
      <p:sp>
        <p:nvSpPr>
          <p:cNvPr id="830" name="Freeform 829"/>
          <p:cNvSpPr/>
          <p:nvPr/>
        </p:nvSpPr>
        <p:spPr>
          <a:xfrm>
            <a:off x="2524523" y="4158786"/>
            <a:ext cx="50872" cy="63590"/>
          </a:xfrm>
          <a:custGeom>
            <a:avLst/>
            <a:gdLst/>
            <a:ahLst/>
            <a:cxnLst/>
            <a:rect l="l" t="t" r="r" b="b"/>
            <a:pathLst>
              <a:path w="8" h="10">
                <a:moveTo>
                  <a:pt x="8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000000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31" name="Connector 830"/>
          <p:cNvCxnSpPr/>
          <p:nvPr/>
        </p:nvCxnSpPr>
        <p:spPr>
          <a:xfrm>
            <a:off x="2327737" y="4534635"/>
            <a:ext cx="212421" cy="0"/>
          </a:xfrm>
          <a:prstGeom prst="line">
            <a:avLst/>
          </a:prstGeom>
          <a:ln w="19079">
            <a:solidFill>
              <a:srgbClr val="000000"/>
            </a:solidFill>
          </a:ln>
        </p:spPr>
      </p:cxnSp>
      <p:sp>
        <p:nvSpPr>
          <p:cNvPr id="832" name="Freeform 831"/>
          <p:cNvSpPr/>
          <p:nvPr/>
        </p:nvSpPr>
        <p:spPr>
          <a:xfrm>
            <a:off x="2524523" y="4502172"/>
            <a:ext cx="50872" cy="63590"/>
          </a:xfrm>
          <a:custGeom>
            <a:avLst/>
            <a:gdLst/>
            <a:ahLst/>
            <a:cxnLst/>
            <a:rect l="l" t="t" r="r" b="b"/>
            <a:pathLst>
              <a:path w="8" h="10">
                <a:moveTo>
                  <a:pt x="8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000000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33" name="Connector 832"/>
          <p:cNvCxnSpPr/>
          <p:nvPr/>
        </p:nvCxnSpPr>
        <p:spPr>
          <a:xfrm>
            <a:off x="2327737" y="4871711"/>
            <a:ext cx="212421" cy="0"/>
          </a:xfrm>
          <a:prstGeom prst="line">
            <a:avLst/>
          </a:prstGeom>
          <a:ln w="19079">
            <a:solidFill>
              <a:srgbClr val="000000"/>
            </a:solidFill>
          </a:ln>
        </p:spPr>
      </p:cxnSp>
      <p:sp>
        <p:nvSpPr>
          <p:cNvPr id="834" name="Freeform 833"/>
          <p:cNvSpPr/>
          <p:nvPr/>
        </p:nvSpPr>
        <p:spPr>
          <a:xfrm>
            <a:off x="2524523" y="4839199"/>
            <a:ext cx="50872" cy="63590"/>
          </a:xfrm>
          <a:custGeom>
            <a:avLst/>
            <a:gdLst/>
            <a:ahLst/>
            <a:cxnLst/>
            <a:rect l="l" t="t" r="r" b="b"/>
            <a:pathLst>
              <a:path w="8" h="10">
                <a:moveTo>
                  <a:pt x="8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000000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5" name="Rectangle 834"/>
          <p:cNvSpPr/>
          <p:nvPr/>
        </p:nvSpPr>
        <p:spPr>
          <a:xfrm>
            <a:off x="2569414" y="4051280"/>
            <a:ext cx="82679" cy="82679"/>
          </a:xfrm>
          <a:prstGeom prst="rect">
            <a:avLst/>
          </a:prstGeom>
          <a:solidFill>
            <a:srgbClr val="CA5A9C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6" name="Rectangle 835"/>
          <p:cNvSpPr/>
          <p:nvPr/>
        </p:nvSpPr>
        <p:spPr>
          <a:xfrm>
            <a:off x="2652093" y="4051280"/>
            <a:ext cx="82679" cy="82679"/>
          </a:xfrm>
          <a:prstGeom prst="rect">
            <a:avLst/>
          </a:prstGeom>
          <a:solidFill>
            <a:srgbClr val="CA5A9C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7" name="Rectangle 836"/>
          <p:cNvSpPr/>
          <p:nvPr/>
        </p:nvSpPr>
        <p:spPr>
          <a:xfrm>
            <a:off x="2734773" y="4051280"/>
            <a:ext cx="82679" cy="82679"/>
          </a:xfrm>
          <a:prstGeom prst="rect">
            <a:avLst/>
          </a:prstGeom>
          <a:solidFill>
            <a:srgbClr val="CA5A9C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8" name="Rectangle 837"/>
          <p:cNvSpPr/>
          <p:nvPr/>
        </p:nvSpPr>
        <p:spPr>
          <a:xfrm>
            <a:off x="2817452" y="4051280"/>
            <a:ext cx="82679" cy="82679"/>
          </a:xfrm>
          <a:prstGeom prst="rect">
            <a:avLst/>
          </a:prstGeom>
          <a:solidFill>
            <a:srgbClr val="CA5A9C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9" name="Rectangle 838"/>
          <p:cNvSpPr/>
          <p:nvPr/>
        </p:nvSpPr>
        <p:spPr>
          <a:xfrm>
            <a:off x="2569414" y="4133959"/>
            <a:ext cx="82679" cy="82679"/>
          </a:xfrm>
          <a:prstGeom prst="rect">
            <a:avLst/>
          </a:prstGeom>
          <a:solidFill>
            <a:srgbClr val="CA5A9C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0" name="Rectangle 839"/>
          <p:cNvSpPr/>
          <p:nvPr/>
        </p:nvSpPr>
        <p:spPr>
          <a:xfrm>
            <a:off x="2652093" y="4133959"/>
            <a:ext cx="82679" cy="82679"/>
          </a:xfrm>
          <a:prstGeom prst="rect">
            <a:avLst/>
          </a:prstGeom>
          <a:solidFill>
            <a:srgbClr val="CA5A9C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1" name="Rectangle 840"/>
          <p:cNvSpPr/>
          <p:nvPr/>
        </p:nvSpPr>
        <p:spPr>
          <a:xfrm>
            <a:off x="2734773" y="4133959"/>
            <a:ext cx="82679" cy="82679"/>
          </a:xfrm>
          <a:prstGeom prst="rect">
            <a:avLst/>
          </a:prstGeom>
          <a:solidFill>
            <a:srgbClr val="CA5A9C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2" name="Rectangle 841"/>
          <p:cNvSpPr/>
          <p:nvPr/>
        </p:nvSpPr>
        <p:spPr>
          <a:xfrm>
            <a:off x="2817452" y="4133959"/>
            <a:ext cx="82679" cy="82679"/>
          </a:xfrm>
          <a:prstGeom prst="rect">
            <a:avLst/>
          </a:prstGeom>
          <a:solidFill>
            <a:srgbClr val="CA5A9C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3" name="Rectangle 842"/>
          <p:cNvSpPr/>
          <p:nvPr/>
        </p:nvSpPr>
        <p:spPr>
          <a:xfrm>
            <a:off x="2569414" y="4216638"/>
            <a:ext cx="82679" cy="82679"/>
          </a:xfrm>
          <a:prstGeom prst="rect">
            <a:avLst/>
          </a:prstGeom>
          <a:solidFill>
            <a:srgbClr val="CA5A9C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4" name="Rectangle 843"/>
          <p:cNvSpPr/>
          <p:nvPr/>
        </p:nvSpPr>
        <p:spPr>
          <a:xfrm>
            <a:off x="2652093" y="4216638"/>
            <a:ext cx="82679" cy="82679"/>
          </a:xfrm>
          <a:prstGeom prst="rect">
            <a:avLst/>
          </a:prstGeom>
          <a:solidFill>
            <a:srgbClr val="CA5A9C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5" name="Rectangle 844"/>
          <p:cNvSpPr/>
          <p:nvPr/>
        </p:nvSpPr>
        <p:spPr>
          <a:xfrm>
            <a:off x="2734773" y="4216638"/>
            <a:ext cx="82679" cy="82679"/>
          </a:xfrm>
          <a:prstGeom prst="rect">
            <a:avLst/>
          </a:prstGeom>
          <a:solidFill>
            <a:srgbClr val="CA5A9C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6" name="Rectangle 845"/>
          <p:cNvSpPr/>
          <p:nvPr/>
        </p:nvSpPr>
        <p:spPr>
          <a:xfrm>
            <a:off x="2817452" y="4216638"/>
            <a:ext cx="82679" cy="82679"/>
          </a:xfrm>
          <a:prstGeom prst="rect">
            <a:avLst/>
          </a:prstGeom>
          <a:solidFill>
            <a:srgbClr val="CA5A9C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7" name="Rectangle 846"/>
          <p:cNvSpPr/>
          <p:nvPr/>
        </p:nvSpPr>
        <p:spPr>
          <a:xfrm>
            <a:off x="2569414" y="4299317"/>
            <a:ext cx="82679" cy="82679"/>
          </a:xfrm>
          <a:prstGeom prst="rect">
            <a:avLst/>
          </a:prstGeom>
          <a:solidFill>
            <a:srgbClr val="CA5A9C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8" name="Rectangle 847"/>
          <p:cNvSpPr/>
          <p:nvPr/>
        </p:nvSpPr>
        <p:spPr>
          <a:xfrm>
            <a:off x="2652093" y="4299317"/>
            <a:ext cx="82679" cy="82679"/>
          </a:xfrm>
          <a:prstGeom prst="rect">
            <a:avLst/>
          </a:prstGeom>
          <a:solidFill>
            <a:srgbClr val="CA5A9C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9" name="Rectangle 848"/>
          <p:cNvSpPr/>
          <p:nvPr/>
        </p:nvSpPr>
        <p:spPr>
          <a:xfrm>
            <a:off x="2734773" y="4299317"/>
            <a:ext cx="82679" cy="82679"/>
          </a:xfrm>
          <a:prstGeom prst="rect">
            <a:avLst/>
          </a:prstGeom>
          <a:solidFill>
            <a:srgbClr val="CA5A9C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0" name="Rectangle 849"/>
          <p:cNvSpPr/>
          <p:nvPr/>
        </p:nvSpPr>
        <p:spPr>
          <a:xfrm>
            <a:off x="2817452" y="4299317"/>
            <a:ext cx="82679" cy="82679"/>
          </a:xfrm>
          <a:prstGeom prst="rect">
            <a:avLst/>
          </a:prstGeom>
          <a:solidFill>
            <a:srgbClr val="CA5A9C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1" name="Rectangle 850"/>
          <p:cNvSpPr/>
          <p:nvPr/>
        </p:nvSpPr>
        <p:spPr>
          <a:xfrm>
            <a:off x="2569414" y="4394716"/>
            <a:ext cx="82679" cy="82679"/>
          </a:xfrm>
          <a:prstGeom prst="rect">
            <a:avLst/>
          </a:prstGeom>
          <a:solidFill>
            <a:srgbClr val="B98C78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2" name="Rectangle 851"/>
          <p:cNvSpPr/>
          <p:nvPr/>
        </p:nvSpPr>
        <p:spPr>
          <a:xfrm>
            <a:off x="2652093" y="4394716"/>
            <a:ext cx="82679" cy="82679"/>
          </a:xfrm>
          <a:prstGeom prst="rect">
            <a:avLst/>
          </a:prstGeom>
          <a:solidFill>
            <a:srgbClr val="B98C78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3" name="Rectangle 852"/>
          <p:cNvSpPr/>
          <p:nvPr/>
        </p:nvSpPr>
        <p:spPr>
          <a:xfrm>
            <a:off x="2734773" y="4394716"/>
            <a:ext cx="82679" cy="82679"/>
          </a:xfrm>
          <a:prstGeom prst="rect">
            <a:avLst/>
          </a:prstGeom>
          <a:solidFill>
            <a:srgbClr val="B98C78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4" name="Rectangle 853"/>
          <p:cNvSpPr/>
          <p:nvPr/>
        </p:nvSpPr>
        <p:spPr>
          <a:xfrm>
            <a:off x="2817452" y="4394716"/>
            <a:ext cx="82679" cy="82679"/>
          </a:xfrm>
          <a:prstGeom prst="rect">
            <a:avLst/>
          </a:prstGeom>
          <a:solidFill>
            <a:srgbClr val="B98C78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5" name="Rectangle 854"/>
          <p:cNvSpPr/>
          <p:nvPr/>
        </p:nvSpPr>
        <p:spPr>
          <a:xfrm>
            <a:off x="2569414" y="4477395"/>
            <a:ext cx="82679" cy="82679"/>
          </a:xfrm>
          <a:prstGeom prst="rect">
            <a:avLst/>
          </a:prstGeom>
          <a:solidFill>
            <a:srgbClr val="B98C78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6" name="Rectangle 855"/>
          <p:cNvSpPr/>
          <p:nvPr/>
        </p:nvSpPr>
        <p:spPr>
          <a:xfrm>
            <a:off x="2652093" y="4477395"/>
            <a:ext cx="82679" cy="82679"/>
          </a:xfrm>
          <a:prstGeom prst="rect">
            <a:avLst/>
          </a:prstGeom>
          <a:solidFill>
            <a:srgbClr val="B98C78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7" name="Rectangle 856"/>
          <p:cNvSpPr/>
          <p:nvPr/>
        </p:nvSpPr>
        <p:spPr>
          <a:xfrm>
            <a:off x="2734773" y="4477395"/>
            <a:ext cx="82679" cy="82679"/>
          </a:xfrm>
          <a:prstGeom prst="rect">
            <a:avLst/>
          </a:prstGeom>
          <a:solidFill>
            <a:srgbClr val="B98C78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8" name="Rectangle 857"/>
          <p:cNvSpPr/>
          <p:nvPr/>
        </p:nvSpPr>
        <p:spPr>
          <a:xfrm>
            <a:off x="2817452" y="4477395"/>
            <a:ext cx="82679" cy="82679"/>
          </a:xfrm>
          <a:prstGeom prst="rect">
            <a:avLst/>
          </a:prstGeom>
          <a:solidFill>
            <a:srgbClr val="B98C78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9" name="Rectangle 858"/>
          <p:cNvSpPr/>
          <p:nvPr/>
        </p:nvSpPr>
        <p:spPr>
          <a:xfrm>
            <a:off x="2569414" y="4560075"/>
            <a:ext cx="82679" cy="82679"/>
          </a:xfrm>
          <a:prstGeom prst="rect">
            <a:avLst/>
          </a:prstGeom>
          <a:solidFill>
            <a:srgbClr val="B98C78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0" name="Rectangle 859"/>
          <p:cNvSpPr/>
          <p:nvPr/>
        </p:nvSpPr>
        <p:spPr>
          <a:xfrm>
            <a:off x="2652093" y="4560075"/>
            <a:ext cx="82679" cy="82679"/>
          </a:xfrm>
          <a:prstGeom prst="rect">
            <a:avLst/>
          </a:prstGeom>
          <a:solidFill>
            <a:srgbClr val="B98C78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1" name="Rectangle 860"/>
          <p:cNvSpPr/>
          <p:nvPr/>
        </p:nvSpPr>
        <p:spPr>
          <a:xfrm>
            <a:off x="2734773" y="4560075"/>
            <a:ext cx="82679" cy="82679"/>
          </a:xfrm>
          <a:prstGeom prst="rect">
            <a:avLst/>
          </a:prstGeom>
          <a:solidFill>
            <a:srgbClr val="B98C78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2" name="Rectangle 861"/>
          <p:cNvSpPr/>
          <p:nvPr/>
        </p:nvSpPr>
        <p:spPr>
          <a:xfrm>
            <a:off x="2817452" y="4560075"/>
            <a:ext cx="82679" cy="82679"/>
          </a:xfrm>
          <a:prstGeom prst="rect">
            <a:avLst/>
          </a:prstGeom>
          <a:solidFill>
            <a:srgbClr val="B98C78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3" name="Rectangle 862"/>
          <p:cNvSpPr/>
          <p:nvPr/>
        </p:nvSpPr>
        <p:spPr>
          <a:xfrm>
            <a:off x="2569414" y="4642754"/>
            <a:ext cx="82679" cy="82679"/>
          </a:xfrm>
          <a:prstGeom prst="rect">
            <a:avLst/>
          </a:prstGeom>
          <a:solidFill>
            <a:srgbClr val="B98C78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4" name="Rectangle 863"/>
          <p:cNvSpPr/>
          <p:nvPr/>
        </p:nvSpPr>
        <p:spPr>
          <a:xfrm>
            <a:off x="2652093" y="4642754"/>
            <a:ext cx="82679" cy="82679"/>
          </a:xfrm>
          <a:prstGeom prst="rect">
            <a:avLst/>
          </a:prstGeom>
          <a:solidFill>
            <a:srgbClr val="B98C78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5" name="Rectangle 864"/>
          <p:cNvSpPr/>
          <p:nvPr/>
        </p:nvSpPr>
        <p:spPr>
          <a:xfrm>
            <a:off x="2734773" y="4642754"/>
            <a:ext cx="82679" cy="82679"/>
          </a:xfrm>
          <a:prstGeom prst="rect">
            <a:avLst/>
          </a:prstGeom>
          <a:solidFill>
            <a:srgbClr val="B98C78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6" name="Rectangle 865"/>
          <p:cNvSpPr/>
          <p:nvPr/>
        </p:nvSpPr>
        <p:spPr>
          <a:xfrm>
            <a:off x="2817452" y="4642754"/>
            <a:ext cx="82679" cy="82679"/>
          </a:xfrm>
          <a:prstGeom prst="rect">
            <a:avLst/>
          </a:prstGeom>
          <a:solidFill>
            <a:srgbClr val="B98C78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7" name="Rectangle 866"/>
          <p:cNvSpPr/>
          <p:nvPr/>
        </p:nvSpPr>
        <p:spPr>
          <a:xfrm>
            <a:off x="2569414" y="4738153"/>
            <a:ext cx="82679" cy="82679"/>
          </a:xfrm>
          <a:prstGeom prst="rect">
            <a:avLst/>
          </a:prstGeom>
          <a:solidFill>
            <a:srgbClr val="7FAD9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8" name="Rectangle 867"/>
          <p:cNvSpPr/>
          <p:nvPr/>
        </p:nvSpPr>
        <p:spPr>
          <a:xfrm>
            <a:off x="2652093" y="4738153"/>
            <a:ext cx="82679" cy="82679"/>
          </a:xfrm>
          <a:prstGeom prst="rect">
            <a:avLst/>
          </a:prstGeom>
          <a:solidFill>
            <a:srgbClr val="7FAD9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9" name="Rectangle 868"/>
          <p:cNvSpPr/>
          <p:nvPr/>
        </p:nvSpPr>
        <p:spPr>
          <a:xfrm>
            <a:off x="2734773" y="4738153"/>
            <a:ext cx="82679" cy="82679"/>
          </a:xfrm>
          <a:prstGeom prst="rect">
            <a:avLst/>
          </a:prstGeom>
          <a:solidFill>
            <a:srgbClr val="7FAD9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0" name="Rectangle 869"/>
          <p:cNvSpPr/>
          <p:nvPr/>
        </p:nvSpPr>
        <p:spPr>
          <a:xfrm>
            <a:off x="2817452" y="4738153"/>
            <a:ext cx="82679" cy="82679"/>
          </a:xfrm>
          <a:prstGeom prst="rect">
            <a:avLst/>
          </a:prstGeom>
          <a:solidFill>
            <a:srgbClr val="7FAD9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1" name="Rectangle 870"/>
          <p:cNvSpPr/>
          <p:nvPr/>
        </p:nvSpPr>
        <p:spPr>
          <a:xfrm>
            <a:off x="2569414" y="4820832"/>
            <a:ext cx="82679" cy="82679"/>
          </a:xfrm>
          <a:prstGeom prst="rect">
            <a:avLst/>
          </a:prstGeom>
          <a:solidFill>
            <a:srgbClr val="7FAD9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2" name="Rectangle 871"/>
          <p:cNvSpPr/>
          <p:nvPr/>
        </p:nvSpPr>
        <p:spPr>
          <a:xfrm>
            <a:off x="2652093" y="4820832"/>
            <a:ext cx="82679" cy="82679"/>
          </a:xfrm>
          <a:prstGeom prst="rect">
            <a:avLst/>
          </a:prstGeom>
          <a:solidFill>
            <a:srgbClr val="7FAD9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3" name="Rectangle 872"/>
          <p:cNvSpPr/>
          <p:nvPr/>
        </p:nvSpPr>
        <p:spPr>
          <a:xfrm>
            <a:off x="2734773" y="4820832"/>
            <a:ext cx="82679" cy="82679"/>
          </a:xfrm>
          <a:prstGeom prst="rect">
            <a:avLst/>
          </a:prstGeom>
          <a:solidFill>
            <a:srgbClr val="7FAD9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4" name="Rectangle 873"/>
          <p:cNvSpPr/>
          <p:nvPr/>
        </p:nvSpPr>
        <p:spPr>
          <a:xfrm>
            <a:off x="2817452" y="4820832"/>
            <a:ext cx="82679" cy="82679"/>
          </a:xfrm>
          <a:prstGeom prst="rect">
            <a:avLst/>
          </a:prstGeom>
          <a:solidFill>
            <a:srgbClr val="7FAD9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5" name="Rectangle 874"/>
          <p:cNvSpPr/>
          <p:nvPr/>
        </p:nvSpPr>
        <p:spPr>
          <a:xfrm>
            <a:off x="2569414" y="4903511"/>
            <a:ext cx="82679" cy="82679"/>
          </a:xfrm>
          <a:prstGeom prst="rect">
            <a:avLst/>
          </a:prstGeom>
          <a:solidFill>
            <a:srgbClr val="7FAD9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6" name="Rectangle 875"/>
          <p:cNvSpPr/>
          <p:nvPr/>
        </p:nvSpPr>
        <p:spPr>
          <a:xfrm>
            <a:off x="2652093" y="4903511"/>
            <a:ext cx="82679" cy="82679"/>
          </a:xfrm>
          <a:prstGeom prst="rect">
            <a:avLst/>
          </a:prstGeom>
          <a:solidFill>
            <a:srgbClr val="7FAD9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7" name="Rectangle 876"/>
          <p:cNvSpPr/>
          <p:nvPr/>
        </p:nvSpPr>
        <p:spPr>
          <a:xfrm>
            <a:off x="2734773" y="4903511"/>
            <a:ext cx="82679" cy="82679"/>
          </a:xfrm>
          <a:prstGeom prst="rect">
            <a:avLst/>
          </a:prstGeom>
          <a:solidFill>
            <a:srgbClr val="7FAD9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8" name="Rectangle 877"/>
          <p:cNvSpPr/>
          <p:nvPr/>
        </p:nvSpPr>
        <p:spPr>
          <a:xfrm>
            <a:off x="2817452" y="4903511"/>
            <a:ext cx="82679" cy="82679"/>
          </a:xfrm>
          <a:prstGeom prst="rect">
            <a:avLst/>
          </a:prstGeom>
          <a:solidFill>
            <a:srgbClr val="7FAD9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9" name="Rectangle 878"/>
          <p:cNvSpPr/>
          <p:nvPr/>
        </p:nvSpPr>
        <p:spPr>
          <a:xfrm>
            <a:off x="2569414" y="4986190"/>
            <a:ext cx="82679" cy="82679"/>
          </a:xfrm>
          <a:prstGeom prst="rect">
            <a:avLst/>
          </a:prstGeom>
          <a:solidFill>
            <a:srgbClr val="7FAD9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0" name="Rectangle 879"/>
          <p:cNvSpPr/>
          <p:nvPr/>
        </p:nvSpPr>
        <p:spPr>
          <a:xfrm>
            <a:off x="2652093" y="4986190"/>
            <a:ext cx="82679" cy="82679"/>
          </a:xfrm>
          <a:prstGeom prst="rect">
            <a:avLst/>
          </a:prstGeom>
          <a:solidFill>
            <a:srgbClr val="7FAD9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1" name="Rectangle 880"/>
          <p:cNvSpPr/>
          <p:nvPr/>
        </p:nvSpPr>
        <p:spPr>
          <a:xfrm>
            <a:off x="2734773" y="4986190"/>
            <a:ext cx="82679" cy="82679"/>
          </a:xfrm>
          <a:prstGeom prst="rect">
            <a:avLst/>
          </a:prstGeom>
          <a:solidFill>
            <a:srgbClr val="7FAD9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2" name="Rectangle 881"/>
          <p:cNvSpPr/>
          <p:nvPr/>
        </p:nvSpPr>
        <p:spPr>
          <a:xfrm>
            <a:off x="2817452" y="4986190"/>
            <a:ext cx="82679" cy="82679"/>
          </a:xfrm>
          <a:prstGeom prst="rect">
            <a:avLst/>
          </a:prstGeom>
          <a:solidFill>
            <a:srgbClr val="7FAD9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3" name="Rectangle 882"/>
          <p:cNvSpPr/>
          <p:nvPr/>
        </p:nvSpPr>
        <p:spPr>
          <a:xfrm>
            <a:off x="2982810" y="4108519"/>
            <a:ext cx="76319" cy="76319"/>
          </a:xfrm>
          <a:prstGeom prst="rect">
            <a:avLst/>
          </a:prstGeom>
          <a:solidFill>
            <a:srgbClr val="D9E9CB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4" name="Rectangle 883"/>
          <p:cNvSpPr/>
          <p:nvPr/>
        </p:nvSpPr>
        <p:spPr>
          <a:xfrm>
            <a:off x="3059129" y="4108519"/>
            <a:ext cx="76319" cy="76319"/>
          </a:xfrm>
          <a:prstGeom prst="rect">
            <a:avLst/>
          </a:prstGeom>
          <a:solidFill>
            <a:srgbClr val="D9E9CB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5" name="Rectangle 884"/>
          <p:cNvSpPr/>
          <p:nvPr/>
        </p:nvSpPr>
        <p:spPr>
          <a:xfrm>
            <a:off x="2982810" y="4184838"/>
            <a:ext cx="76319" cy="76319"/>
          </a:xfrm>
          <a:prstGeom prst="rect">
            <a:avLst/>
          </a:prstGeom>
          <a:solidFill>
            <a:srgbClr val="D9E9CB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6" name="Rectangle 885"/>
          <p:cNvSpPr/>
          <p:nvPr/>
        </p:nvSpPr>
        <p:spPr>
          <a:xfrm>
            <a:off x="3059129" y="4184838"/>
            <a:ext cx="76319" cy="76319"/>
          </a:xfrm>
          <a:prstGeom prst="rect">
            <a:avLst/>
          </a:prstGeom>
          <a:solidFill>
            <a:srgbClr val="D9E9CB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7" name="Rectangle 886"/>
          <p:cNvSpPr/>
          <p:nvPr/>
        </p:nvSpPr>
        <p:spPr>
          <a:xfrm>
            <a:off x="2982810" y="4261157"/>
            <a:ext cx="76319" cy="76319"/>
          </a:xfrm>
          <a:prstGeom prst="rect">
            <a:avLst/>
          </a:prstGeom>
          <a:solidFill>
            <a:srgbClr val="D9E9CB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8" name="Rectangle 887"/>
          <p:cNvSpPr/>
          <p:nvPr/>
        </p:nvSpPr>
        <p:spPr>
          <a:xfrm>
            <a:off x="3059129" y="4261157"/>
            <a:ext cx="76319" cy="76319"/>
          </a:xfrm>
          <a:prstGeom prst="rect">
            <a:avLst/>
          </a:prstGeom>
          <a:solidFill>
            <a:srgbClr val="D9E9CB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89" name="Connector 888"/>
          <p:cNvCxnSpPr/>
          <p:nvPr/>
        </p:nvCxnSpPr>
        <p:spPr>
          <a:xfrm>
            <a:off x="2900131" y="4222998"/>
            <a:ext cx="41339" cy="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890" name="Freeform 889"/>
          <p:cNvSpPr/>
          <p:nvPr/>
        </p:nvSpPr>
        <p:spPr>
          <a:xfrm>
            <a:off x="2931499" y="4203299"/>
            <a:ext cx="31795" cy="38154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5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1" name="Rectangle 890"/>
          <p:cNvSpPr/>
          <p:nvPr/>
        </p:nvSpPr>
        <p:spPr>
          <a:xfrm>
            <a:off x="2982810" y="4451956"/>
            <a:ext cx="76319" cy="76319"/>
          </a:xfrm>
          <a:prstGeom prst="rect">
            <a:avLst/>
          </a:prstGeom>
          <a:solidFill>
            <a:srgbClr val="F3DCCF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2" name="Rectangle 891"/>
          <p:cNvSpPr/>
          <p:nvPr/>
        </p:nvSpPr>
        <p:spPr>
          <a:xfrm>
            <a:off x="3059129" y="4451956"/>
            <a:ext cx="76319" cy="76319"/>
          </a:xfrm>
          <a:prstGeom prst="rect">
            <a:avLst/>
          </a:prstGeom>
          <a:solidFill>
            <a:srgbClr val="F3DCCF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3" name="Rectangle 892"/>
          <p:cNvSpPr/>
          <p:nvPr/>
        </p:nvSpPr>
        <p:spPr>
          <a:xfrm>
            <a:off x="2982810" y="4528275"/>
            <a:ext cx="76319" cy="76319"/>
          </a:xfrm>
          <a:prstGeom prst="rect">
            <a:avLst/>
          </a:prstGeom>
          <a:solidFill>
            <a:srgbClr val="F3DCCF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4" name="Rectangle 893"/>
          <p:cNvSpPr/>
          <p:nvPr/>
        </p:nvSpPr>
        <p:spPr>
          <a:xfrm>
            <a:off x="3059129" y="4528275"/>
            <a:ext cx="76319" cy="76319"/>
          </a:xfrm>
          <a:prstGeom prst="rect">
            <a:avLst/>
          </a:prstGeom>
          <a:solidFill>
            <a:srgbClr val="F3DCCF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5" name="Rectangle 894"/>
          <p:cNvSpPr/>
          <p:nvPr/>
        </p:nvSpPr>
        <p:spPr>
          <a:xfrm>
            <a:off x="2982810" y="4604594"/>
            <a:ext cx="76319" cy="76319"/>
          </a:xfrm>
          <a:prstGeom prst="rect">
            <a:avLst/>
          </a:prstGeom>
          <a:solidFill>
            <a:srgbClr val="F3DCCF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6" name="Rectangle 895"/>
          <p:cNvSpPr/>
          <p:nvPr/>
        </p:nvSpPr>
        <p:spPr>
          <a:xfrm>
            <a:off x="3059129" y="4604594"/>
            <a:ext cx="76319" cy="76319"/>
          </a:xfrm>
          <a:prstGeom prst="rect">
            <a:avLst/>
          </a:prstGeom>
          <a:solidFill>
            <a:srgbClr val="F3DCCF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97" name="Connector 896"/>
          <p:cNvCxnSpPr/>
          <p:nvPr/>
        </p:nvCxnSpPr>
        <p:spPr>
          <a:xfrm>
            <a:off x="2900131" y="4566434"/>
            <a:ext cx="41339" cy="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898" name="Freeform 897"/>
          <p:cNvSpPr/>
          <p:nvPr/>
        </p:nvSpPr>
        <p:spPr>
          <a:xfrm>
            <a:off x="2931499" y="4546685"/>
            <a:ext cx="31795" cy="38154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5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9" name="Rectangle 898"/>
          <p:cNvSpPr/>
          <p:nvPr/>
        </p:nvSpPr>
        <p:spPr>
          <a:xfrm>
            <a:off x="2982810" y="4795392"/>
            <a:ext cx="76319" cy="76319"/>
          </a:xfrm>
          <a:prstGeom prst="rect">
            <a:avLst/>
          </a:prstGeom>
          <a:solidFill>
            <a:srgbClr val="F0CBD7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0" name="Rectangle 899"/>
          <p:cNvSpPr/>
          <p:nvPr/>
        </p:nvSpPr>
        <p:spPr>
          <a:xfrm>
            <a:off x="3059129" y="4795392"/>
            <a:ext cx="76319" cy="76319"/>
          </a:xfrm>
          <a:prstGeom prst="rect">
            <a:avLst/>
          </a:prstGeom>
          <a:solidFill>
            <a:srgbClr val="F0CBD7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1" name="Rectangle 900"/>
          <p:cNvSpPr/>
          <p:nvPr/>
        </p:nvSpPr>
        <p:spPr>
          <a:xfrm>
            <a:off x="2982810" y="4871711"/>
            <a:ext cx="76319" cy="76319"/>
          </a:xfrm>
          <a:prstGeom prst="rect">
            <a:avLst/>
          </a:prstGeom>
          <a:solidFill>
            <a:srgbClr val="F0CBD7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2" name="Rectangle 901"/>
          <p:cNvSpPr/>
          <p:nvPr/>
        </p:nvSpPr>
        <p:spPr>
          <a:xfrm>
            <a:off x="3059129" y="4871711"/>
            <a:ext cx="76319" cy="76319"/>
          </a:xfrm>
          <a:prstGeom prst="rect">
            <a:avLst/>
          </a:prstGeom>
          <a:solidFill>
            <a:srgbClr val="F0CBD7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3" name="Rectangle 902"/>
          <p:cNvSpPr/>
          <p:nvPr/>
        </p:nvSpPr>
        <p:spPr>
          <a:xfrm>
            <a:off x="2982810" y="4948031"/>
            <a:ext cx="76319" cy="76319"/>
          </a:xfrm>
          <a:prstGeom prst="rect">
            <a:avLst/>
          </a:prstGeom>
          <a:solidFill>
            <a:srgbClr val="F0CBD7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Rectangle 903"/>
          <p:cNvSpPr/>
          <p:nvPr/>
        </p:nvSpPr>
        <p:spPr>
          <a:xfrm>
            <a:off x="3059129" y="4948031"/>
            <a:ext cx="76319" cy="76319"/>
          </a:xfrm>
          <a:prstGeom prst="rect">
            <a:avLst/>
          </a:prstGeom>
          <a:solidFill>
            <a:srgbClr val="F0CBD7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05" name="Connector 904"/>
          <p:cNvCxnSpPr/>
          <p:nvPr/>
        </p:nvCxnSpPr>
        <p:spPr>
          <a:xfrm>
            <a:off x="2900131" y="4909871"/>
            <a:ext cx="41339" cy="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906" name="Freeform 905"/>
          <p:cNvSpPr/>
          <p:nvPr/>
        </p:nvSpPr>
        <p:spPr>
          <a:xfrm>
            <a:off x="2931499" y="4890071"/>
            <a:ext cx="31795" cy="38154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5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07" name="Connector 906"/>
          <p:cNvCxnSpPr/>
          <p:nvPr/>
        </p:nvCxnSpPr>
        <p:spPr>
          <a:xfrm>
            <a:off x="3135449" y="4222998"/>
            <a:ext cx="0" cy="693233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908" name="Connector 907"/>
          <p:cNvCxnSpPr/>
          <p:nvPr/>
        </p:nvCxnSpPr>
        <p:spPr>
          <a:xfrm>
            <a:off x="3135449" y="4566434"/>
            <a:ext cx="108118" cy="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909" name="Rectangle 908"/>
          <p:cNvSpPr/>
          <p:nvPr/>
        </p:nvSpPr>
        <p:spPr>
          <a:xfrm>
            <a:off x="3249927" y="4451956"/>
            <a:ext cx="89039" cy="89039"/>
          </a:xfrm>
          <a:prstGeom prst="rect">
            <a:avLst/>
          </a:prstGeom>
          <a:solidFill>
            <a:srgbClr val="F4B400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0" name="Rectangle 909"/>
          <p:cNvSpPr/>
          <p:nvPr/>
        </p:nvSpPr>
        <p:spPr>
          <a:xfrm>
            <a:off x="3338967" y="4451956"/>
            <a:ext cx="89039" cy="89039"/>
          </a:xfrm>
          <a:prstGeom prst="rect">
            <a:avLst/>
          </a:prstGeom>
          <a:solidFill>
            <a:srgbClr val="F4B400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1" name="Rectangle 910"/>
          <p:cNvSpPr/>
          <p:nvPr/>
        </p:nvSpPr>
        <p:spPr>
          <a:xfrm>
            <a:off x="3428006" y="4451956"/>
            <a:ext cx="89039" cy="89039"/>
          </a:xfrm>
          <a:prstGeom prst="rect">
            <a:avLst/>
          </a:prstGeom>
          <a:solidFill>
            <a:srgbClr val="F4B400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2" name="Rectangle 911"/>
          <p:cNvSpPr/>
          <p:nvPr/>
        </p:nvSpPr>
        <p:spPr>
          <a:xfrm>
            <a:off x="3249927" y="4540995"/>
            <a:ext cx="89039" cy="89039"/>
          </a:xfrm>
          <a:prstGeom prst="rect">
            <a:avLst/>
          </a:prstGeom>
          <a:solidFill>
            <a:srgbClr val="F4B400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3" name="Rectangle 912"/>
          <p:cNvSpPr/>
          <p:nvPr/>
        </p:nvSpPr>
        <p:spPr>
          <a:xfrm>
            <a:off x="3338967" y="4540995"/>
            <a:ext cx="89039" cy="89039"/>
          </a:xfrm>
          <a:prstGeom prst="rect">
            <a:avLst/>
          </a:prstGeom>
          <a:solidFill>
            <a:srgbClr val="F4B400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4" name="Rectangle 913"/>
          <p:cNvSpPr/>
          <p:nvPr/>
        </p:nvSpPr>
        <p:spPr>
          <a:xfrm>
            <a:off x="3428006" y="4540995"/>
            <a:ext cx="89039" cy="89039"/>
          </a:xfrm>
          <a:prstGeom prst="rect">
            <a:avLst/>
          </a:prstGeom>
          <a:solidFill>
            <a:srgbClr val="F4B400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5" name="Rectangle 914"/>
          <p:cNvSpPr/>
          <p:nvPr/>
        </p:nvSpPr>
        <p:spPr>
          <a:xfrm>
            <a:off x="3249927" y="4630034"/>
            <a:ext cx="89039" cy="89039"/>
          </a:xfrm>
          <a:prstGeom prst="rect">
            <a:avLst/>
          </a:prstGeom>
          <a:solidFill>
            <a:srgbClr val="F4B400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6" name="Rectangle 915"/>
          <p:cNvSpPr/>
          <p:nvPr/>
        </p:nvSpPr>
        <p:spPr>
          <a:xfrm>
            <a:off x="3338967" y="4630034"/>
            <a:ext cx="89039" cy="89039"/>
          </a:xfrm>
          <a:prstGeom prst="rect">
            <a:avLst/>
          </a:prstGeom>
          <a:solidFill>
            <a:srgbClr val="F4B400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7" name="Rectangle 916"/>
          <p:cNvSpPr/>
          <p:nvPr/>
        </p:nvSpPr>
        <p:spPr>
          <a:xfrm>
            <a:off x="3428006" y="4630034"/>
            <a:ext cx="89039" cy="89039"/>
          </a:xfrm>
          <a:prstGeom prst="rect">
            <a:avLst/>
          </a:prstGeom>
          <a:solidFill>
            <a:srgbClr val="F4B400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18" name="Connector 917"/>
          <p:cNvCxnSpPr/>
          <p:nvPr/>
        </p:nvCxnSpPr>
        <p:spPr>
          <a:xfrm>
            <a:off x="3199048" y="4566434"/>
            <a:ext cx="22260" cy="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919" name="Freeform 918"/>
          <p:cNvSpPr/>
          <p:nvPr/>
        </p:nvSpPr>
        <p:spPr>
          <a:xfrm>
            <a:off x="3211295" y="4546685"/>
            <a:ext cx="31795" cy="38154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5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20" name="Connector 919"/>
          <p:cNvCxnSpPr/>
          <p:nvPr/>
        </p:nvCxnSpPr>
        <p:spPr>
          <a:xfrm>
            <a:off x="3517045" y="4566434"/>
            <a:ext cx="68687" cy="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921" name="Freeform 920"/>
          <p:cNvSpPr/>
          <p:nvPr/>
        </p:nvSpPr>
        <p:spPr>
          <a:xfrm>
            <a:off x="3573758" y="4540326"/>
            <a:ext cx="38154" cy="50872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6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2" name="Rectangle 921"/>
          <p:cNvSpPr/>
          <p:nvPr/>
        </p:nvSpPr>
        <p:spPr>
          <a:xfrm>
            <a:off x="3612444" y="4261157"/>
            <a:ext cx="139918" cy="610553"/>
          </a:xfrm>
          <a:prstGeom prst="rect">
            <a:avLst/>
          </a:prstGeom>
          <a:solidFill>
            <a:srgbClr val="4674C1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3" name="TextBox 922"/>
          <p:cNvSpPr txBox="1"/>
          <p:nvPr/>
        </p:nvSpPr>
        <p:spPr>
          <a:xfrm rot="16200000">
            <a:off x="3625164" y="4305677"/>
            <a:ext cx="114478" cy="52151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 i="0">
                <a:solidFill>
                  <a:srgbClr val="FFFFFF"/>
                </a:solidFill>
                <a:latin typeface="Arial"/>
              </a:rPr>
              <a:t>Softmax</a:t>
            </a:r>
          </a:p>
        </p:txBody>
      </p:sp>
      <p:cxnSp>
        <p:nvCxnSpPr>
          <p:cNvPr id="924" name="Connector 923"/>
          <p:cNvCxnSpPr/>
          <p:nvPr/>
        </p:nvCxnSpPr>
        <p:spPr>
          <a:xfrm flipV="1">
            <a:off x="3765082" y="4343201"/>
            <a:ext cx="127199" cy="223233"/>
          </a:xfrm>
          <a:prstGeom prst="line">
            <a:avLst/>
          </a:prstGeom>
          <a:ln w="19079">
            <a:solidFill>
              <a:srgbClr val="000000"/>
            </a:solidFill>
          </a:ln>
        </p:spPr>
      </p:cxnSp>
      <p:sp>
        <p:nvSpPr>
          <p:cNvPr id="925" name="Freeform 924"/>
          <p:cNvSpPr/>
          <p:nvPr/>
        </p:nvSpPr>
        <p:spPr>
          <a:xfrm>
            <a:off x="3859913" y="4311402"/>
            <a:ext cx="63590" cy="44513"/>
          </a:xfrm>
          <a:custGeom>
            <a:avLst/>
            <a:gdLst/>
            <a:ahLst/>
            <a:cxnLst/>
            <a:rect l="l" t="t" r="r" b="b"/>
            <a:pathLst>
              <a:path w="10" h="7">
                <a:moveTo>
                  <a:pt x="5" y="0"/>
                </a:moveTo>
                <a:lnTo>
                  <a:pt x="0" y="7"/>
                </a:lnTo>
                <a:lnTo>
                  <a:pt x="10" y="7"/>
                </a:lnTo>
                <a:close/>
              </a:path>
            </a:pathLst>
          </a:custGeom>
          <a:solidFill>
            <a:srgbClr val="000000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6" name="TextBox 925"/>
          <p:cNvSpPr txBox="1"/>
          <p:nvPr/>
        </p:nvSpPr>
        <p:spPr>
          <a:xfrm>
            <a:off x="3828682" y="4108519"/>
            <a:ext cx="476995" cy="12719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1" i="0">
                <a:solidFill>
                  <a:srgbClr val="000000"/>
                </a:solidFill>
                <a:latin typeface="Times New Roman"/>
              </a:rPr>
              <a:t>1x1 Conv</a:t>
            </a:r>
          </a:p>
        </p:txBody>
      </p:sp>
      <p:sp>
        <p:nvSpPr>
          <p:cNvPr id="927" name="Rectangle 926"/>
          <p:cNvSpPr/>
          <p:nvPr/>
        </p:nvSpPr>
        <p:spPr>
          <a:xfrm>
            <a:off x="3917721" y="4222998"/>
            <a:ext cx="184438" cy="178078"/>
          </a:xfrm>
          <a:prstGeom prst="rect">
            <a:avLst/>
          </a:prstGeom>
          <a:solidFill>
            <a:srgbClr val="6DBD36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28" name="Connector 927"/>
          <p:cNvCxnSpPr/>
          <p:nvPr/>
        </p:nvCxnSpPr>
        <p:spPr>
          <a:xfrm>
            <a:off x="4127599" y="4318397"/>
            <a:ext cx="123383" cy="0"/>
          </a:xfrm>
          <a:prstGeom prst="line">
            <a:avLst/>
          </a:prstGeom>
          <a:ln w="19079">
            <a:solidFill>
              <a:srgbClr val="000000"/>
            </a:solidFill>
          </a:ln>
        </p:spPr>
      </p:cxnSp>
      <p:sp>
        <p:nvSpPr>
          <p:cNvPr id="929" name="Freeform 928"/>
          <p:cNvSpPr/>
          <p:nvPr/>
        </p:nvSpPr>
        <p:spPr>
          <a:xfrm>
            <a:off x="4235094" y="4285966"/>
            <a:ext cx="50872" cy="63590"/>
          </a:xfrm>
          <a:custGeom>
            <a:avLst/>
            <a:gdLst/>
            <a:ahLst/>
            <a:cxnLst/>
            <a:rect l="l" t="t" r="r" b="b"/>
            <a:pathLst>
              <a:path w="8" h="10">
                <a:moveTo>
                  <a:pt x="8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000000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0" name="TextBox 929"/>
          <p:cNvSpPr txBox="1"/>
          <p:nvPr/>
        </p:nvSpPr>
        <p:spPr>
          <a:xfrm>
            <a:off x="4184838" y="4051280"/>
            <a:ext cx="553314" cy="14627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1" b="1" i="0">
                <a:solidFill>
                  <a:srgbClr val="000000"/>
                </a:solidFill>
                <a:latin typeface="Times New Roman"/>
              </a:rPr>
              <a:t>Upsampling</a:t>
            </a:r>
          </a:p>
        </p:txBody>
      </p:sp>
      <p:sp>
        <p:nvSpPr>
          <p:cNvPr id="931" name="Rectangle 930"/>
          <p:cNvSpPr/>
          <p:nvPr/>
        </p:nvSpPr>
        <p:spPr>
          <a:xfrm>
            <a:off x="4286597" y="4229358"/>
            <a:ext cx="82679" cy="82679"/>
          </a:xfrm>
          <a:prstGeom prst="rect">
            <a:avLst/>
          </a:prstGeom>
          <a:solidFill>
            <a:srgbClr val="27CBA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2" name="Rectangle 931"/>
          <p:cNvSpPr/>
          <p:nvPr/>
        </p:nvSpPr>
        <p:spPr>
          <a:xfrm>
            <a:off x="4369276" y="4229358"/>
            <a:ext cx="82679" cy="82679"/>
          </a:xfrm>
          <a:prstGeom prst="rect">
            <a:avLst/>
          </a:prstGeom>
          <a:solidFill>
            <a:srgbClr val="27CBA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3" name="Rectangle 932"/>
          <p:cNvSpPr/>
          <p:nvPr/>
        </p:nvSpPr>
        <p:spPr>
          <a:xfrm>
            <a:off x="4451956" y="4229358"/>
            <a:ext cx="82679" cy="82679"/>
          </a:xfrm>
          <a:prstGeom prst="rect">
            <a:avLst/>
          </a:prstGeom>
          <a:solidFill>
            <a:srgbClr val="27CBA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4" name="Rectangle 933"/>
          <p:cNvSpPr/>
          <p:nvPr/>
        </p:nvSpPr>
        <p:spPr>
          <a:xfrm>
            <a:off x="4534635" y="4229358"/>
            <a:ext cx="82679" cy="82679"/>
          </a:xfrm>
          <a:prstGeom prst="rect">
            <a:avLst/>
          </a:prstGeom>
          <a:solidFill>
            <a:srgbClr val="27CBA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5" name="Rectangle 934"/>
          <p:cNvSpPr/>
          <p:nvPr/>
        </p:nvSpPr>
        <p:spPr>
          <a:xfrm>
            <a:off x="4286597" y="4312037"/>
            <a:ext cx="82679" cy="82679"/>
          </a:xfrm>
          <a:prstGeom prst="rect">
            <a:avLst/>
          </a:prstGeom>
          <a:solidFill>
            <a:srgbClr val="27CBA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6" name="Rectangle 935"/>
          <p:cNvSpPr/>
          <p:nvPr/>
        </p:nvSpPr>
        <p:spPr>
          <a:xfrm>
            <a:off x="4369276" y="4312037"/>
            <a:ext cx="82679" cy="82679"/>
          </a:xfrm>
          <a:prstGeom prst="rect">
            <a:avLst/>
          </a:prstGeom>
          <a:solidFill>
            <a:srgbClr val="27CBA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7" name="Rectangle 936"/>
          <p:cNvSpPr/>
          <p:nvPr/>
        </p:nvSpPr>
        <p:spPr>
          <a:xfrm>
            <a:off x="4451956" y="4312037"/>
            <a:ext cx="82679" cy="82679"/>
          </a:xfrm>
          <a:prstGeom prst="rect">
            <a:avLst/>
          </a:prstGeom>
          <a:solidFill>
            <a:srgbClr val="27CBA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8" name="Rectangle 937"/>
          <p:cNvSpPr/>
          <p:nvPr/>
        </p:nvSpPr>
        <p:spPr>
          <a:xfrm>
            <a:off x="4534635" y="4312037"/>
            <a:ext cx="82679" cy="82679"/>
          </a:xfrm>
          <a:prstGeom prst="rect">
            <a:avLst/>
          </a:prstGeom>
          <a:solidFill>
            <a:srgbClr val="27CBA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9" name="Rectangle 938"/>
          <p:cNvSpPr/>
          <p:nvPr/>
        </p:nvSpPr>
        <p:spPr>
          <a:xfrm>
            <a:off x="4286597" y="4394716"/>
            <a:ext cx="82679" cy="82679"/>
          </a:xfrm>
          <a:prstGeom prst="rect">
            <a:avLst/>
          </a:prstGeom>
          <a:solidFill>
            <a:srgbClr val="27CBA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0" name="Rectangle 939"/>
          <p:cNvSpPr/>
          <p:nvPr/>
        </p:nvSpPr>
        <p:spPr>
          <a:xfrm>
            <a:off x="4369276" y="4394716"/>
            <a:ext cx="82679" cy="82679"/>
          </a:xfrm>
          <a:prstGeom prst="rect">
            <a:avLst/>
          </a:prstGeom>
          <a:solidFill>
            <a:srgbClr val="27CBA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1" name="Rectangle 940"/>
          <p:cNvSpPr/>
          <p:nvPr/>
        </p:nvSpPr>
        <p:spPr>
          <a:xfrm>
            <a:off x="4451956" y="4394716"/>
            <a:ext cx="82679" cy="82679"/>
          </a:xfrm>
          <a:prstGeom prst="rect">
            <a:avLst/>
          </a:prstGeom>
          <a:solidFill>
            <a:srgbClr val="27CBA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2" name="Rectangle 941"/>
          <p:cNvSpPr/>
          <p:nvPr/>
        </p:nvSpPr>
        <p:spPr>
          <a:xfrm>
            <a:off x="4534635" y="4394716"/>
            <a:ext cx="82679" cy="82679"/>
          </a:xfrm>
          <a:prstGeom prst="rect">
            <a:avLst/>
          </a:prstGeom>
          <a:solidFill>
            <a:srgbClr val="27CBA4"/>
          </a:solidFill>
          <a:ln w="95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43" name="Connector 942"/>
          <p:cNvCxnSpPr/>
          <p:nvPr/>
        </p:nvCxnSpPr>
        <p:spPr>
          <a:xfrm>
            <a:off x="4451956" y="4477395"/>
            <a:ext cx="0" cy="375237"/>
          </a:xfrm>
          <a:prstGeom prst="line">
            <a:avLst/>
          </a:prstGeom>
          <a:ln w="15899">
            <a:solidFill>
              <a:srgbClr val="000000"/>
            </a:solidFill>
          </a:ln>
        </p:spPr>
      </p:cxnSp>
      <p:cxnSp>
        <p:nvCxnSpPr>
          <p:cNvPr id="944" name="Connector 943"/>
          <p:cNvCxnSpPr/>
          <p:nvPr/>
        </p:nvCxnSpPr>
        <p:spPr>
          <a:xfrm>
            <a:off x="4451956" y="4852632"/>
            <a:ext cx="174262" cy="0"/>
          </a:xfrm>
          <a:prstGeom prst="line">
            <a:avLst/>
          </a:prstGeom>
          <a:ln w="19079">
            <a:solidFill>
              <a:srgbClr val="000000"/>
            </a:solidFill>
          </a:ln>
        </p:spPr>
      </p:cxnSp>
      <p:sp>
        <p:nvSpPr>
          <p:cNvPr id="945" name="Freeform 944"/>
          <p:cNvSpPr/>
          <p:nvPr/>
        </p:nvSpPr>
        <p:spPr>
          <a:xfrm>
            <a:off x="4610275" y="4820122"/>
            <a:ext cx="50872" cy="63590"/>
          </a:xfrm>
          <a:custGeom>
            <a:avLst/>
            <a:gdLst/>
            <a:ahLst/>
            <a:cxnLst/>
            <a:rect l="l" t="t" r="r" b="b"/>
            <a:pathLst>
              <a:path w="8" h="10">
                <a:moveTo>
                  <a:pt x="8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000000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6" name="Rectangle 945"/>
          <p:cNvSpPr/>
          <p:nvPr/>
        </p:nvSpPr>
        <p:spPr>
          <a:xfrm>
            <a:off x="4636394" y="4572794"/>
            <a:ext cx="190798" cy="559674"/>
          </a:xfrm>
          <a:prstGeom prst="rect">
            <a:avLst/>
          </a:prstGeom>
          <a:solidFill>
            <a:srgbClr val="FFFFFF"/>
          </a:solidFill>
          <a:ln w="1589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7" name="TextBox 946"/>
          <p:cNvSpPr txBox="1"/>
          <p:nvPr/>
        </p:nvSpPr>
        <p:spPr>
          <a:xfrm rot="16200000">
            <a:off x="4661833" y="4610954"/>
            <a:ext cx="139918" cy="4706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2" b="1" i="0">
                <a:solidFill>
                  <a:srgbClr val="000000"/>
                </a:solidFill>
                <a:latin typeface="Times New Roman"/>
              </a:rPr>
              <a:t>Outputs</a:t>
            </a:r>
          </a:p>
        </p:txBody>
      </p:sp>
      <p:sp>
        <p:nvSpPr>
          <p:cNvPr id="948" name="TextBox 947"/>
          <p:cNvSpPr txBox="1"/>
          <p:nvPr/>
        </p:nvSpPr>
        <p:spPr>
          <a:xfrm>
            <a:off x="4242078" y="5176988"/>
            <a:ext cx="642353" cy="11447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1" b="1" i="0">
                <a:solidFill>
                  <a:srgbClr val="000000"/>
                </a:solidFill>
                <a:latin typeface="Times New Roman"/>
              </a:rPr>
              <a:t>(B, 512, H, W)</a:t>
            </a:r>
          </a:p>
        </p:txBody>
      </p:sp>
      <p:sp>
        <p:nvSpPr>
          <p:cNvPr id="949" name="TextBox 948"/>
          <p:cNvSpPr txBox="1"/>
          <p:nvPr/>
        </p:nvSpPr>
        <p:spPr>
          <a:xfrm rot="16200000">
            <a:off x="3777802" y="4782672"/>
            <a:ext cx="508794" cy="47699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1" b="1" i="0">
                <a:solidFill>
                  <a:srgbClr val="000000"/>
                </a:solidFill>
                <a:latin typeface="Times New Roman"/>
              </a:rPr>
              <a:t>(B, 512, H′, W′)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3828682" y="3784162"/>
            <a:ext cx="915830" cy="3497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53" b="1" i="0">
                <a:solidFill>
                  <a:srgbClr val="000000"/>
                </a:solidFill>
                <a:latin typeface="Arial Black"/>
              </a:rPr>
              <a:t>TITAN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171718" y="5380506"/>
            <a:ext cx="4731793" cy="2798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2" b="1" i="0">
                <a:solidFill>
                  <a:srgbClr val="000000"/>
                </a:solidFill>
                <a:latin typeface="Times New Roman"/>
              </a:rPr>
              <a:t>(b) ResNet-18 Based Model Training</a:t>
            </a:r>
          </a:p>
        </p:txBody>
      </p:sp>
      <p:sp>
        <p:nvSpPr>
          <p:cNvPr id="952" name="Rectangle 951"/>
          <p:cNvSpPr/>
          <p:nvPr/>
        </p:nvSpPr>
        <p:spPr>
          <a:xfrm>
            <a:off x="5030710" y="1990660"/>
            <a:ext cx="7097689" cy="3682403"/>
          </a:xfrm>
          <a:prstGeom prst="rect">
            <a:avLst/>
          </a:prstGeom>
          <a:noFill/>
          <a:ln w="25439">
            <a:solidFill>
              <a:srgbClr val="00000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3" name="Rectangle 952"/>
          <p:cNvSpPr/>
          <p:nvPr/>
        </p:nvSpPr>
        <p:spPr>
          <a:xfrm>
            <a:off x="5176988" y="2168738"/>
            <a:ext cx="2556694" cy="1316507"/>
          </a:xfrm>
          <a:prstGeom prst="rect">
            <a:avLst/>
          </a:prstGeom>
          <a:solidFill>
            <a:srgbClr val="F4CFF0"/>
          </a:solidFill>
          <a:ln w="165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4" name="Rectangle 953"/>
          <p:cNvSpPr/>
          <p:nvPr/>
        </p:nvSpPr>
        <p:spPr>
          <a:xfrm>
            <a:off x="5113389" y="2105139"/>
            <a:ext cx="2556694" cy="1316507"/>
          </a:xfrm>
          <a:prstGeom prst="rect">
            <a:avLst/>
          </a:prstGeom>
          <a:solidFill>
            <a:srgbClr val="F4CFF0"/>
          </a:solidFill>
          <a:ln w="178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5" name="TextBox 954"/>
          <p:cNvSpPr txBox="1"/>
          <p:nvPr/>
        </p:nvSpPr>
        <p:spPr>
          <a:xfrm>
            <a:off x="5176988" y="2181458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956" name="Connector 955"/>
          <p:cNvCxnSpPr/>
          <p:nvPr/>
        </p:nvCxnSpPr>
        <p:spPr>
          <a:xfrm>
            <a:off x="5444106" y="2257777"/>
            <a:ext cx="211149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957" name="Hexagon 956"/>
          <p:cNvSpPr/>
          <p:nvPr/>
        </p:nvSpPr>
        <p:spPr>
          <a:xfrm>
            <a:off x="5406092" y="2192111"/>
            <a:ext cx="152345" cy="131332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8" name="Diamond 957"/>
          <p:cNvSpPr/>
          <p:nvPr/>
        </p:nvSpPr>
        <p:spPr>
          <a:xfrm>
            <a:off x="5724420" y="2192111"/>
            <a:ext cx="131332" cy="13133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9" name="Oval 958"/>
          <p:cNvSpPr/>
          <p:nvPr/>
        </p:nvSpPr>
        <p:spPr>
          <a:xfrm>
            <a:off x="6032241" y="2192111"/>
            <a:ext cx="131332" cy="13133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0" name="Hexagon 959"/>
          <p:cNvSpPr/>
          <p:nvPr/>
        </p:nvSpPr>
        <p:spPr>
          <a:xfrm>
            <a:off x="6329555" y="2192111"/>
            <a:ext cx="152345" cy="131332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1" name="Diamond 960"/>
          <p:cNvSpPr/>
          <p:nvPr/>
        </p:nvSpPr>
        <p:spPr>
          <a:xfrm>
            <a:off x="6647883" y="2192111"/>
            <a:ext cx="131332" cy="13133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2" name="Oval 961"/>
          <p:cNvSpPr/>
          <p:nvPr/>
        </p:nvSpPr>
        <p:spPr>
          <a:xfrm>
            <a:off x="6955704" y="2192111"/>
            <a:ext cx="131332" cy="13133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3" name="TextBox 962"/>
          <p:cNvSpPr txBox="1"/>
          <p:nvPr/>
        </p:nvSpPr>
        <p:spPr>
          <a:xfrm>
            <a:off x="5176988" y="2378616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964" name="Connector 963"/>
          <p:cNvCxnSpPr/>
          <p:nvPr/>
        </p:nvCxnSpPr>
        <p:spPr>
          <a:xfrm>
            <a:off x="5444106" y="2454935"/>
            <a:ext cx="211149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965" name="Hexagon 964"/>
          <p:cNvSpPr/>
          <p:nvPr/>
        </p:nvSpPr>
        <p:spPr>
          <a:xfrm>
            <a:off x="5406092" y="2389269"/>
            <a:ext cx="152345" cy="131332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6" name="Diamond 965"/>
          <p:cNvSpPr/>
          <p:nvPr/>
        </p:nvSpPr>
        <p:spPr>
          <a:xfrm>
            <a:off x="5724420" y="2389269"/>
            <a:ext cx="131332" cy="13133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7" name="Oval 966"/>
          <p:cNvSpPr/>
          <p:nvPr/>
        </p:nvSpPr>
        <p:spPr>
          <a:xfrm>
            <a:off x="6032241" y="2389269"/>
            <a:ext cx="131332" cy="13133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8" name="Hexagon 967"/>
          <p:cNvSpPr/>
          <p:nvPr/>
        </p:nvSpPr>
        <p:spPr>
          <a:xfrm>
            <a:off x="6329555" y="2389269"/>
            <a:ext cx="152345" cy="131332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9" name="Diamond 968"/>
          <p:cNvSpPr/>
          <p:nvPr/>
        </p:nvSpPr>
        <p:spPr>
          <a:xfrm>
            <a:off x="6647883" y="2389269"/>
            <a:ext cx="131332" cy="13133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6955704" y="2389269"/>
            <a:ext cx="131332" cy="13133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5176988" y="2575774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972" name="Connector 971"/>
          <p:cNvCxnSpPr/>
          <p:nvPr/>
        </p:nvCxnSpPr>
        <p:spPr>
          <a:xfrm>
            <a:off x="5444106" y="2652093"/>
            <a:ext cx="211149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973" name="Hexagon 972"/>
          <p:cNvSpPr/>
          <p:nvPr/>
        </p:nvSpPr>
        <p:spPr>
          <a:xfrm>
            <a:off x="5406092" y="2586427"/>
            <a:ext cx="152345" cy="131332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4" name="Diamond 973"/>
          <p:cNvSpPr/>
          <p:nvPr/>
        </p:nvSpPr>
        <p:spPr>
          <a:xfrm>
            <a:off x="5724420" y="2586427"/>
            <a:ext cx="131332" cy="13133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5" name="Oval 974"/>
          <p:cNvSpPr/>
          <p:nvPr/>
        </p:nvSpPr>
        <p:spPr>
          <a:xfrm>
            <a:off x="6032241" y="2586427"/>
            <a:ext cx="131332" cy="13133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6" name="Hexagon 975"/>
          <p:cNvSpPr/>
          <p:nvPr/>
        </p:nvSpPr>
        <p:spPr>
          <a:xfrm>
            <a:off x="6329555" y="2586427"/>
            <a:ext cx="152345" cy="131332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7" name="Diamond 976"/>
          <p:cNvSpPr/>
          <p:nvPr/>
        </p:nvSpPr>
        <p:spPr>
          <a:xfrm>
            <a:off x="6647883" y="2586427"/>
            <a:ext cx="131332" cy="13133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8" name="Oval 977"/>
          <p:cNvSpPr/>
          <p:nvPr/>
        </p:nvSpPr>
        <p:spPr>
          <a:xfrm>
            <a:off x="6955704" y="2586427"/>
            <a:ext cx="131332" cy="13133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9" name="TextBox 978"/>
          <p:cNvSpPr txBox="1"/>
          <p:nvPr/>
        </p:nvSpPr>
        <p:spPr>
          <a:xfrm>
            <a:off x="5176988" y="2772932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980" name="Connector 979"/>
          <p:cNvCxnSpPr/>
          <p:nvPr/>
        </p:nvCxnSpPr>
        <p:spPr>
          <a:xfrm>
            <a:off x="5444106" y="2849251"/>
            <a:ext cx="211149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981" name="Hexagon 980"/>
          <p:cNvSpPr/>
          <p:nvPr/>
        </p:nvSpPr>
        <p:spPr>
          <a:xfrm>
            <a:off x="5406092" y="2783585"/>
            <a:ext cx="152345" cy="131332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2" name="Diamond 981"/>
          <p:cNvSpPr/>
          <p:nvPr/>
        </p:nvSpPr>
        <p:spPr>
          <a:xfrm>
            <a:off x="5724420" y="2783585"/>
            <a:ext cx="131332" cy="13133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6032241" y="2783585"/>
            <a:ext cx="131332" cy="13133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4" name="Hexagon 983"/>
          <p:cNvSpPr/>
          <p:nvPr/>
        </p:nvSpPr>
        <p:spPr>
          <a:xfrm>
            <a:off x="6329555" y="2783585"/>
            <a:ext cx="152345" cy="131332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5" name="Diamond 984"/>
          <p:cNvSpPr/>
          <p:nvPr/>
        </p:nvSpPr>
        <p:spPr>
          <a:xfrm>
            <a:off x="6647883" y="2783585"/>
            <a:ext cx="131332" cy="13133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6" name="Oval 985"/>
          <p:cNvSpPr/>
          <p:nvPr/>
        </p:nvSpPr>
        <p:spPr>
          <a:xfrm>
            <a:off x="6955704" y="2783585"/>
            <a:ext cx="131332" cy="13133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7" name="TextBox 986"/>
          <p:cNvSpPr txBox="1"/>
          <p:nvPr/>
        </p:nvSpPr>
        <p:spPr>
          <a:xfrm>
            <a:off x="5176988" y="2970090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988" name="Connector 987"/>
          <p:cNvCxnSpPr/>
          <p:nvPr/>
        </p:nvCxnSpPr>
        <p:spPr>
          <a:xfrm>
            <a:off x="5444106" y="3046409"/>
            <a:ext cx="211149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989" name="Hexagon 988"/>
          <p:cNvSpPr/>
          <p:nvPr/>
        </p:nvSpPr>
        <p:spPr>
          <a:xfrm>
            <a:off x="5406092" y="2980743"/>
            <a:ext cx="152345" cy="131332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0" name="Diamond 989"/>
          <p:cNvSpPr/>
          <p:nvPr/>
        </p:nvSpPr>
        <p:spPr>
          <a:xfrm>
            <a:off x="5724420" y="2980743"/>
            <a:ext cx="131332" cy="13133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1" name="Oval 990"/>
          <p:cNvSpPr/>
          <p:nvPr/>
        </p:nvSpPr>
        <p:spPr>
          <a:xfrm>
            <a:off x="6032241" y="2980743"/>
            <a:ext cx="131332" cy="13133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2" name="Hexagon 991"/>
          <p:cNvSpPr/>
          <p:nvPr/>
        </p:nvSpPr>
        <p:spPr>
          <a:xfrm>
            <a:off x="6329555" y="2980743"/>
            <a:ext cx="152345" cy="131332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3" name="Diamond 992"/>
          <p:cNvSpPr/>
          <p:nvPr/>
        </p:nvSpPr>
        <p:spPr>
          <a:xfrm>
            <a:off x="6647883" y="2980743"/>
            <a:ext cx="131332" cy="13133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4" name="Oval 993"/>
          <p:cNvSpPr/>
          <p:nvPr/>
        </p:nvSpPr>
        <p:spPr>
          <a:xfrm>
            <a:off x="6955704" y="2980743"/>
            <a:ext cx="131332" cy="13133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5" name="TextBox 994"/>
          <p:cNvSpPr txBox="1"/>
          <p:nvPr/>
        </p:nvSpPr>
        <p:spPr>
          <a:xfrm>
            <a:off x="5176988" y="3167248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996" name="Connector 995"/>
          <p:cNvCxnSpPr/>
          <p:nvPr/>
        </p:nvCxnSpPr>
        <p:spPr>
          <a:xfrm>
            <a:off x="5444106" y="3243567"/>
            <a:ext cx="211149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997" name="Hexagon 996"/>
          <p:cNvSpPr/>
          <p:nvPr/>
        </p:nvSpPr>
        <p:spPr>
          <a:xfrm>
            <a:off x="5406092" y="3177901"/>
            <a:ext cx="152345" cy="131332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8" name="Diamond 997"/>
          <p:cNvSpPr/>
          <p:nvPr/>
        </p:nvSpPr>
        <p:spPr>
          <a:xfrm>
            <a:off x="5724420" y="3177901"/>
            <a:ext cx="131332" cy="13133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9" name="Oval 998"/>
          <p:cNvSpPr/>
          <p:nvPr/>
        </p:nvSpPr>
        <p:spPr>
          <a:xfrm>
            <a:off x="6032241" y="3177901"/>
            <a:ext cx="131332" cy="13133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0" name="Hexagon 999"/>
          <p:cNvSpPr/>
          <p:nvPr/>
        </p:nvSpPr>
        <p:spPr>
          <a:xfrm>
            <a:off x="6329555" y="3177901"/>
            <a:ext cx="152345" cy="131332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1" name="Diamond 1000"/>
          <p:cNvSpPr/>
          <p:nvPr/>
        </p:nvSpPr>
        <p:spPr>
          <a:xfrm>
            <a:off x="6647883" y="3177901"/>
            <a:ext cx="131332" cy="131332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2" name="Oval 1001"/>
          <p:cNvSpPr/>
          <p:nvPr/>
        </p:nvSpPr>
        <p:spPr>
          <a:xfrm>
            <a:off x="6955704" y="3177901"/>
            <a:ext cx="131332" cy="131332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3" name="TextBox 1002"/>
          <p:cNvSpPr txBox="1"/>
          <p:nvPr/>
        </p:nvSpPr>
        <p:spPr>
          <a:xfrm>
            <a:off x="5310547" y="2747492"/>
            <a:ext cx="178078" cy="20351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1" b="1" i="0">
                <a:solidFill>
                  <a:srgbClr val="000000"/>
                </a:solidFill>
                <a:latin typeface="Times New Roman"/>
              </a:rPr>
              <a:t>⋮</a:t>
            </a:r>
          </a:p>
        </p:txBody>
      </p:sp>
      <p:sp>
        <p:nvSpPr>
          <p:cNvPr id="1004" name="Rectangle 1003"/>
          <p:cNvSpPr/>
          <p:nvPr/>
        </p:nvSpPr>
        <p:spPr>
          <a:xfrm>
            <a:off x="7116769" y="2168738"/>
            <a:ext cx="82679" cy="572394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5" name="Rectangle 1004"/>
          <p:cNvSpPr/>
          <p:nvPr/>
        </p:nvSpPr>
        <p:spPr>
          <a:xfrm>
            <a:off x="7313927" y="2378616"/>
            <a:ext cx="82679" cy="941270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6" name="Rectangle 1005"/>
          <p:cNvSpPr/>
          <p:nvPr/>
        </p:nvSpPr>
        <p:spPr>
          <a:xfrm>
            <a:off x="7377527" y="2190203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07" name="Connector 1006"/>
          <p:cNvCxnSpPr/>
          <p:nvPr/>
        </p:nvCxnSpPr>
        <p:spPr>
          <a:xfrm flipV="1">
            <a:off x="7415368" y="2230747"/>
            <a:ext cx="59466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08" name="Connector 1007"/>
          <p:cNvCxnSpPr/>
          <p:nvPr/>
        </p:nvCxnSpPr>
        <p:spPr>
          <a:xfrm flipV="1">
            <a:off x="7474834" y="2214530"/>
            <a:ext cx="43247" cy="16217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09" name="Connector 1008"/>
          <p:cNvCxnSpPr/>
          <p:nvPr/>
        </p:nvCxnSpPr>
        <p:spPr>
          <a:xfrm>
            <a:off x="7491052" y="2203718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10" name="Connector 1009"/>
          <p:cNvCxnSpPr/>
          <p:nvPr/>
        </p:nvCxnSpPr>
        <p:spPr>
          <a:xfrm flipH="1">
            <a:off x="7507269" y="2214530"/>
            <a:ext cx="10812" cy="2702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011" name="Freeform 1010"/>
          <p:cNvSpPr/>
          <p:nvPr/>
        </p:nvSpPr>
        <p:spPr>
          <a:xfrm>
            <a:off x="7414594" y="2212932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2" name="Rectangle 1011"/>
          <p:cNvSpPr/>
          <p:nvPr/>
        </p:nvSpPr>
        <p:spPr>
          <a:xfrm>
            <a:off x="7377527" y="2387361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13" name="Connector 1012"/>
          <p:cNvCxnSpPr/>
          <p:nvPr/>
        </p:nvCxnSpPr>
        <p:spPr>
          <a:xfrm flipV="1">
            <a:off x="7415368" y="2427906"/>
            <a:ext cx="59466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14" name="Connector 1013"/>
          <p:cNvCxnSpPr/>
          <p:nvPr/>
        </p:nvCxnSpPr>
        <p:spPr>
          <a:xfrm flipV="1">
            <a:off x="7474834" y="2411688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15" name="Connector 1014"/>
          <p:cNvCxnSpPr/>
          <p:nvPr/>
        </p:nvCxnSpPr>
        <p:spPr>
          <a:xfrm>
            <a:off x="7491052" y="2400876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16" name="Connector 1015"/>
          <p:cNvCxnSpPr/>
          <p:nvPr/>
        </p:nvCxnSpPr>
        <p:spPr>
          <a:xfrm flipH="1">
            <a:off x="7507269" y="2411688"/>
            <a:ext cx="10812" cy="2702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017" name="Freeform 1016"/>
          <p:cNvSpPr/>
          <p:nvPr/>
        </p:nvSpPr>
        <p:spPr>
          <a:xfrm>
            <a:off x="7414594" y="2410061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8" name="Rectangle 1017"/>
          <p:cNvSpPr/>
          <p:nvPr/>
        </p:nvSpPr>
        <p:spPr>
          <a:xfrm>
            <a:off x="7377527" y="2584519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19" name="Connector 1018"/>
          <p:cNvCxnSpPr/>
          <p:nvPr/>
        </p:nvCxnSpPr>
        <p:spPr>
          <a:xfrm flipV="1">
            <a:off x="7415368" y="2625064"/>
            <a:ext cx="59466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20" name="Connector 1019"/>
          <p:cNvCxnSpPr/>
          <p:nvPr/>
        </p:nvCxnSpPr>
        <p:spPr>
          <a:xfrm flipV="1">
            <a:off x="7474834" y="2608846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21" name="Connector 1020"/>
          <p:cNvCxnSpPr/>
          <p:nvPr/>
        </p:nvCxnSpPr>
        <p:spPr>
          <a:xfrm>
            <a:off x="7491052" y="2598034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22" name="Connector 1021"/>
          <p:cNvCxnSpPr/>
          <p:nvPr/>
        </p:nvCxnSpPr>
        <p:spPr>
          <a:xfrm flipH="1">
            <a:off x="7507269" y="2608846"/>
            <a:ext cx="10812" cy="2702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023" name="Freeform 1022"/>
          <p:cNvSpPr/>
          <p:nvPr/>
        </p:nvSpPr>
        <p:spPr>
          <a:xfrm>
            <a:off x="7414594" y="2607190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4" name="Rectangle 1023"/>
          <p:cNvSpPr/>
          <p:nvPr/>
        </p:nvSpPr>
        <p:spPr>
          <a:xfrm>
            <a:off x="7377527" y="2781677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25" name="Connector 1024"/>
          <p:cNvCxnSpPr/>
          <p:nvPr/>
        </p:nvCxnSpPr>
        <p:spPr>
          <a:xfrm flipV="1">
            <a:off x="7415368" y="2822222"/>
            <a:ext cx="59466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26" name="Connector 1025"/>
          <p:cNvCxnSpPr/>
          <p:nvPr/>
        </p:nvCxnSpPr>
        <p:spPr>
          <a:xfrm flipV="1">
            <a:off x="7474834" y="2806004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27" name="Connector 1026"/>
          <p:cNvCxnSpPr/>
          <p:nvPr/>
        </p:nvCxnSpPr>
        <p:spPr>
          <a:xfrm>
            <a:off x="7491052" y="2795192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28" name="Connector 1027"/>
          <p:cNvCxnSpPr/>
          <p:nvPr/>
        </p:nvCxnSpPr>
        <p:spPr>
          <a:xfrm flipH="1">
            <a:off x="7507269" y="2806004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029" name="Freeform 1028"/>
          <p:cNvSpPr/>
          <p:nvPr/>
        </p:nvSpPr>
        <p:spPr>
          <a:xfrm>
            <a:off x="7414594" y="2804319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0" name="Rectangle 1029"/>
          <p:cNvSpPr/>
          <p:nvPr/>
        </p:nvSpPr>
        <p:spPr>
          <a:xfrm>
            <a:off x="7377527" y="2978835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31" name="Connector 1030"/>
          <p:cNvCxnSpPr/>
          <p:nvPr/>
        </p:nvCxnSpPr>
        <p:spPr>
          <a:xfrm flipV="1">
            <a:off x="7415368" y="3019380"/>
            <a:ext cx="59466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32" name="Connector 1031"/>
          <p:cNvCxnSpPr/>
          <p:nvPr/>
        </p:nvCxnSpPr>
        <p:spPr>
          <a:xfrm flipV="1">
            <a:off x="7474834" y="3003162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33" name="Connector 1032"/>
          <p:cNvCxnSpPr/>
          <p:nvPr/>
        </p:nvCxnSpPr>
        <p:spPr>
          <a:xfrm>
            <a:off x="7491052" y="2992350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34" name="Connector 1033"/>
          <p:cNvCxnSpPr/>
          <p:nvPr/>
        </p:nvCxnSpPr>
        <p:spPr>
          <a:xfrm flipH="1">
            <a:off x="7507269" y="3003162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035" name="Freeform 1034"/>
          <p:cNvSpPr/>
          <p:nvPr/>
        </p:nvSpPr>
        <p:spPr>
          <a:xfrm>
            <a:off x="7414594" y="3001448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6" name="Rectangle 1035"/>
          <p:cNvSpPr/>
          <p:nvPr/>
        </p:nvSpPr>
        <p:spPr>
          <a:xfrm>
            <a:off x="7377527" y="3175993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37" name="Connector 1036"/>
          <p:cNvCxnSpPr/>
          <p:nvPr/>
        </p:nvCxnSpPr>
        <p:spPr>
          <a:xfrm flipV="1">
            <a:off x="7415368" y="3216538"/>
            <a:ext cx="59466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38" name="Connector 1037"/>
          <p:cNvCxnSpPr/>
          <p:nvPr/>
        </p:nvCxnSpPr>
        <p:spPr>
          <a:xfrm flipV="1">
            <a:off x="7474834" y="3200320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39" name="Connector 1038"/>
          <p:cNvCxnSpPr/>
          <p:nvPr/>
        </p:nvCxnSpPr>
        <p:spPr>
          <a:xfrm>
            <a:off x="7491052" y="3189508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40" name="Connector 1039"/>
          <p:cNvCxnSpPr/>
          <p:nvPr/>
        </p:nvCxnSpPr>
        <p:spPr>
          <a:xfrm flipH="1">
            <a:off x="7507269" y="3200320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041" name="Freeform 1040"/>
          <p:cNvSpPr/>
          <p:nvPr/>
        </p:nvSpPr>
        <p:spPr>
          <a:xfrm>
            <a:off x="7414594" y="3198577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2" name="Rectangle 1041"/>
          <p:cNvSpPr/>
          <p:nvPr/>
        </p:nvSpPr>
        <p:spPr>
          <a:xfrm>
            <a:off x="7854522" y="2168738"/>
            <a:ext cx="2257777" cy="922190"/>
          </a:xfrm>
          <a:prstGeom prst="rect">
            <a:avLst/>
          </a:prstGeom>
          <a:solidFill>
            <a:srgbClr val="D1EABB"/>
          </a:solidFill>
          <a:ln w="165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3" name="Rectangle 1042"/>
          <p:cNvSpPr/>
          <p:nvPr/>
        </p:nvSpPr>
        <p:spPr>
          <a:xfrm>
            <a:off x="7790923" y="2105139"/>
            <a:ext cx="2257777" cy="922190"/>
          </a:xfrm>
          <a:prstGeom prst="rect">
            <a:avLst/>
          </a:prstGeom>
          <a:solidFill>
            <a:srgbClr val="D1EABB"/>
          </a:solidFill>
          <a:ln w="178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7854522" y="2181458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1045" name="Connector 1044"/>
          <p:cNvCxnSpPr/>
          <p:nvPr/>
        </p:nvCxnSpPr>
        <p:spPr>
          <a:xfrm>
            <a:off x="8121639" y="2257777"/>
            <a:ext cx="1812582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1046" name="Hexagon 1045"/>
          <p:cNvSpPr/>
          <p:nvPr/>
        </p:nvSpPr>
        <p:spPr>
          <a:xfrm>
            <a:off x="8085563" y="2193780"/>
            <a:ext cx="148472" cy="127993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7" name="Diamond 1046"/>
          <p:cNvSpPr/>
          <p:nvPr/>
        </p:nvSpPr>
        <p:spPr>
          <a:xfrm>
            <a:off x="8405849" y="2193780"/>
            <a:ext cx="127993" cy="127993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8" name="Oval 1047"/>
          <p:cNvSpPr/>
          <p:nvPr/>
        </p:nvSpPr>
        <p:spPr>
          <a:xfrm>
            <a:off x="8715896" y="2193780"/>
            <a:ext cx="127993" cy="127993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9" name="Hexagon 1048"/>
          <p:cNvSpPr/>
          <p:nvPr/>
        </p:nvSpPr>
        <p:spPr>
          <a:xfrm>
            <a:off x="9015703" y="2193780"/>
            <a:ext cx="148472" cy="127993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0" name="Diamond 1049"/>
          <p:cNvSpPr/>
          <p:nvPr/>
        </p:nvSpPr>
        <p:spPr>
          <a:xfrm>
            <a:off x="9335990" y="2193780"/>
            <a:ext cx="127993" cy="127993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1" name="TextBox 1050"/>
          <p:cNvSpPr txBox="1"/>
          <p:nvPr/>
        </p:nvSpPr>
        <p:spPr>
          <a:xfrm>
            <a:off x="7854522" y="2378616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1052" name="Connector 1051"/>
          <p:cNvCxnSpPr/>
          <p:nvPr/>
        </p:nvCxnSpPr>
        <p:spPr>
          <a:xfrm>
            <a:off x="8121639" y="2454935"/>
            <a:ext cx="1812582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1053" name="Hexagon 1052"/>
          <p:cNvSpPr/>
          <p:nvPr/>
        </p:nvSpPr>
        <p:spPr>
          <a:xfrm>
            <a:off x="8085563" y="2390938"/>
            <a:ext cx="148472" cy="127993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4" name="Diamond 1053"/>
          <p:cNvSpPr/>
          <p:nvPr/>
        </p:nvSpPr>
        <p:spPr>
          <a:xfrm>
            <a:off x="8405849" y="2390938"/>
            <a:ext cx="127993" cy="127993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5" name="Oval 1054"/>
          <p:cNvSpPr/>
          <p:nvPr/>
        </p:nvSpPr>
        <p:spPr>
          <a:xfrm>
            <a:off x="8715896" y="2390938"/>
            <a:ext cx="127993" cy="127993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6" name="Hexagon 1055"/>
          <p:cNvSpPr/>
          <p:nvPr/>
        </p:nvSpPr>
        <p:spPr>
          <a:xfrm>
            <a:off x="9015703" y="2390938"/>
            <a:ext cx="148472" cy="127993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7" name="Diamond 1056"/>
          <p:cNvSpPr/>
          <p:nvPr/>
        </p:nvSpPr>
        <p:spPr>
          <a:xfrm>
            <a:off x="9335990" y="2390938"/>
            <a:ext cx="127993" cy="127993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8" name="TextBox 1057"/>
          <p:cNvSpPr txBox="1"/>
          <p:nvPr/>
        </p:nvSpPr>
        <p:spPr>
          <a:xfrm>
            <a:off x="7854522" y="2575774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1059" name="Connector 1058"/>
          <p:cNvCxnSpPr/>
          <p:nvPr/>
        </p:nvCxnSpPr>
        <p:spPr>
          <a:xfrm>
            <a:off x="8121639" y="2652093"/>
            <a:ext cx="1812582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1060" name="Hexagon 1059"/>
          <p:cNvSpPr/>
          <p:nvPr/>
        </p:nvSpPr>
        <p:spPr>
          <a:xfrm>
            <a:off x="8085563" y="2588096"/>
            <a:ext cx="148472" cy="127993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1" name="Diamond 1060"/>
          <p:cNvSpPr/>
          <p:nvPr/>
        </p:nvSpPr>
        <p:spPr>
          <a:xfrm>
            <a:off x="8405849" y="2588096"/>
            <a:ext cx="127993" cy="127993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2" name="Oval 1061"/>
          <p:cNvSpPr/>
          <p:nvPr/>
        </p:nvSpPr>
        <p:spPr>
          <a:xfrm>
            <a:off x="8715896" y="2588096"/>
            <a:ext cx="127993" cy="127993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3" name="Hexagon 1062"/>
          <p:cNvSpPr/>
          <p:nvPr/>
        </p:nvSpPr>
        <p:spPr>
          <a:xfrm>
            <a:off x="9015703" y="2588096"/>
            <a:ext cx="148472" cy="127993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4" name="Diamond 1063"/>
          <p:cNvSpPr/>
          <p:nvPr/>
        </p:nvSpPr>
        <p:spPr>
          <a:xfrm>
            <a:off x="9335990" y="2588096"/>
            <a:ext cx="127993" cy="127993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5" name="TextBox 1064"/>
          <p:cNvSpPr txBox="1"/>
          <p:nvPr/>
        </p:nvSpPr>
        <p:spPr>
          <a:xfrm>
            <a:off x="7854522" y="2772932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1066" name="Connector 1065"/>
          <p:cNvCxnSpPr/>
          <p:nvPr/>
        </p:nvCxnSpPr>
        <p:spPr>
          <a:xfrm>
            <a:off x="8121639" y="2849251"/>
            <a:ext cx="1812582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1067" name="Hexagon 1066"/>
          <p:cNvSpPr/>
          <p:nvPr/>
        </p:nvSpPr>
        <p:spPr>
          <a:xfrm>
            <a:off x="8085563" y="2785255"/>
            <a:ext cx="148472" cy="127993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8" name="Diamond 1067"/>
          <p:cNvSpPr/>
          <p:nvPr/>
        </p:nvSpPr>
        <p:spPr>
          <a:xfrm>
            <a:off x="8405849" y="2785255"/>
            <a:ext cx="127993" cy="127993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9" name="Oval 1068"/>
          <p:cNvSpPr/>
          <p:nvPr/>
        </p:nvSpPr>
        <p:spPr>
          <a:xfrm>
            <a:off x="8715896" y="2785255"/>
            <a:ext cx="127993" cy="127993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0" name="Hexagon 1069"/>
          <p:cNvSpPr/>
          <p:nvPr/>
        </p:nvSpPr>
        <p:spPr>
          <a:xfrm>
            <a:off x="9015703" y="2785255"/>
            <a:ext cx="148472" cy="127993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1" name="Diamond 1070"/>
          <p:cNvSpPr/>
          <p:nvPr/>
        </p:nvSpPr>
        <p:spPr>
          <a:xfrm>
            <a:off x="9335990" y="2785255"/>
            <a:ext cx="127993" cy="127993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2" name="Rectangle 1071"/>
          <p:cNvSpPr/>
          <p:nvPr/>
        </p:nvSpPr>
        <p:spPr>
          <a:xfrm>
            <a:off x="9495386" y="2168738"/>
            <a:ext cx="82679" cy="572394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3" name="Rectangle 1072"/>
          <p:cNvSpPr/>
          <p:nvPr/>
        </p:nvSpPr>
        <p:spPr>
          <a:xfrm>
            <a:off x="9692544" y="2378616"/>
            <a:ext cx="82679" cy="546954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4" name="Rectangle 1073"/>
          <p:cNvSpPr/>
          <p:nvPr/>
        </p:nvSpPr>
        <p:spPr>
          <a:xfrm>
            <a:off x="9756143" y="2190203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75" name="Connector 1074"/>
          <p:cNvCxnSpPr/>
          <p:nvPr/>
        </p:nvCxnSpPr>
        <p:spPr>
          <a:xfrm flipV="1">
            <a:off x="9793985" y="2230747"/>
            <a:ext cx="59465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76" name="Connector 1075"/>
          <p:cNvCxnSpPr/>
          <p:nvPr/>
        </p:nvCxnSpPr>
        <p:spPr>
          <a:xfrm flipV="1">
            <a:off x="9853450" y="2214530"/>
            <a:ext cx="43248" cy="16217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77" name="Connector 1076"/>
          <p:cNvCxnSpPr/>
          <p:nvPr/>
        </p:nvCxnSpPr>
        <p:spPr>
          <a:xfrm>
            <a:off x="9869668" y="2203718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78" name="Connector 1077"/>
          <p:cNvCxnSpPr/>
          <p:nvPr/>
        </p:nvCxnSpPr>
        <p:spPr>
          <a:xfrm flipH="1">
            <a:off x="9885886" y="2214530"/>
            <a:ext cx="10812" cy="2702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079" name="Freeform 1078"/>
          <p:cNvSpPr/>
          <p:nvPr/>
        </p:nvSpPr>
        <p:spPr>
          <a:xfrm>
            <a:off x="9792860" y="2212932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0" name="Rectangle 1079"/>
          <p:cNvSpPr/>
          <p:nvPr/>
        </p:nvSpPr>
        <p:spPr>
          <a:xfrm>
            <a:off x="9756143" y="2387361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81" name="Connector 1080"/>
          <p:cNvCxnSpPr/>
          <p:nvPr/>
        </p:nvCxnSpPr>
        <p:spPr>
          <a:xfrm flipV="1">
            <a:off x="9793985" y="2427906"/>
            <a:ext cx="59465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82" name="Connector 1081"/>
          <p:cNvCxnSpPr/>
          <p:nvPr/>
        </p:nvCxnSpPr>
        <p:spPr>
          <a:xfrm flipV="1">
            <a:off x="9853450" y="2411688"/>
            <a:ext cx="43248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83" name="Connector 1082"/>
          <p:cNvCxnSpPr/>
          <p:nvPr/>
        </p:nvCxnSpPr>
        <p:spPr>
          <a:xfrm>
            <a:off x="9869668" y="2400876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84" name="Connector 1083"/>
          <p:cNvCxnSpPr/>
          <p:nvPr/>
        </p:nvCxnSpPr>
        <p:spPr>
          <a:xfrm flipH="1">
            <a:off x="9885886" y="2411688"/>
            <a:ext cx="10812" cy="2702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085" name="Freeform 1084"/>
          <p:cNvSpPr/>
          <p:nvPr/>
        </p:nvSpPr>
        <p:spPr>
          <a:xfrm>
            <a:off x="9792860" y="2410061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6" name="Rectangle 1085"/>
          <p:cNvSpPr/>
          <p:nvPr/>
        </p:nvSpPr>
        <p:spPr>
          <a:xfrm>
            <a:off x="9756143" y="2584519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87" name="Connector 1086"/>
          <p:cNvCxnSpPr/>
          <p:nvPr/>
        </p:nvCxnSpPr>
        <p:spPr>
          <a:xfrm flipV="1">
            <a:off x="9793985" y="2625064"/>
            <a:ext cx="59465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88" name="Connector 1087"/>
          <p:cNvCxnSpPr/>
          <p:nvPr/>
        </p:nvCxnSpPr>
        <p:spPr>
          <a:xfrm flipV="1">
            <a:off x="9853450" y="2608846"/>
            <a:ext cx="43248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89" name="Connector 1088"/>
          <p:cNvCxnSpPr/>
          <p:nvPr/>
        </p:nvCxnSpPr>
        <p:spPr>
          <a:xfrm>
            <a:off x="9869668" y="2598034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90" name="Connector 1089"/>
          <p:cNvCxnSpPr/>
          <p:nvPr/>
        </p:nvCxnSpPr>
        <p:spPr>
          <a:xfrm flipH="1">
            <a:off x="9885886" y="2608846"/>
            <a:ext cx="10812" cy="2702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091" name="Freeform 1090"/>
          <p:cNvSpPr/>
          <p:nvPr/>
        </p:nvSpPr>
        <p:spPr>
          <a:xfrm>
            <a:off x="9792860" y="2607190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2" name="Rectangle 1091"/>
          <p:cNvSpPr/>
          <p:nvPr/>
        </p:nvSpPr>
        <p:spPr>
          <a:xfrm>
            <a:off x="9756143" y="2781677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93" name="Connector 1092"/>
          <p:cNvCxnSpPr/>
          <p:nvPr/>
        </p:nvCxnSpPr>
        <p:spPr>
          <a:xfrm flipV="1">
            <a:off x="9793985" y="2822222"/>
            <a:ext cx="59465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94" name="Connector 1093"/>
          <p:cNvCxnSpPr/>
          <p:nvPr/>
        </p:nvCxnSpPr>
        <p:spPr>
          <a:xfrm flipV="1">
            <a:off x="9853450" y="2806004"/>
            <a:ext cx="43248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95" name="Connector 1094"/>
          <p:cNvCxnSpPr/>
          <p:nvPr/>
        </p:nvCxnSpPr>
        <p:spPr>
          <a:xfrm>
            <a:off x="9869668" y="2795192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096" name="Connector 1095"/>
          <p:cNvCxnSpPr/>
          <p:nvPr/>
        </p:nvCxnSpPr>
        <p:spPr>
          <a:xfrm flipH="1">
            <a:off x="9885886" y="2806004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097" name="Freeform 1096"/>
          <p:cNvSpPr/>
          <p:nvPr/>
        </p:nvSpPr>
        <p:spPr>
          <a:xfrm>
            <a:off x="9792860" y="2804319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8" name="Rectangle 1097"/>
          <p:cNvSpPr/>
          <p:nvPr/>
        </p:nvSpPr>
        <p:spPr>
          <a:xfrm>
            <a:off x="10239498" y="2194178"/>
            <a:ext cx="1698103" cy="693233"/>
          </a:xfrm>
          <a:prstGeom prst="rect">
            <a:avLst/>
          </a:prstGeom>
          <a:solidFill>
            <a:srgbClr val="FFF0C2"/>
          </a:solidFill>
          <a:ln w="165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9" name="Rectangle 1098"/>
          <p:cNvSpPr/>
          <p:nvPr/>
        </p:nvSpPr>
        <p:spPr>
          <a:xfrm>
            <a:off x="10175899" y="2130578"/>
            <a:ext cx="1698103" cy="693233"/>
          </a:xfrm>
          <a:prstGeom prst="rect">
            <a:avLst/>
          </a:prstGeom>
          <a:solidFill>
            <a:srgbClr val="FFF0C2"/>
          </a:solidFill>
          <a:ln w="178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0" name="TextBox 1099"/>
          <p:cNvSpPr txBox="1"/>
          <p:nvPr/>
        </p:nvSpPr>
        <p:spPr>
          <a:xfrm>
            <a:off x="10239498" y="2206898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1101" name="Connector 1100"/>
          <p:cNvCxnSpPr/>
          <p:nvPr/>
        </p:nvCxnSpPr>
        <p:spPr>
          <a:xfrm>
            <a:off x="10506616" y="2283217"/>
            <a:ext cx="1252907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1102" name="Hexagon 1101"/>
          <p:cNvSpPr/>
          <p:nvPr/>
        </p:nvSpPr>
        <p:spPr>
          <a:xfrm>
            <a:off x="10471000" y="2219618"/>
            <a:ext cx="147550" cy="127198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3" name="Diamond 1102"/>
          <p:cNvSpPr/>
          <p:nvPr/>
        </p:nvSpPr>
        <p:spPr>
          <a:xfrm>
            <a:off x="10821433" y="2219618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4" name="Oval 1103"/>
          <p:cNvSpPr/>
          <p:nvPr/>
        </p:nvSpPr>
        <p:spPr>
          <a:xfrm>
            <a:off x="11161689" y="2219618"/>
            <a:ext cx="127198" cy="12719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5" name="TextBox 1104"/>
          <p:cNvSpPr txBox="1"/>
          <p:nvPr/>
        </p:nvSpPr>
        <p:spPr>
          <a:xfrm>
            <a:off x="10239498" y="2388156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1106" name="Connector 1105"/>
          <p:cNvCxnSpPr/>
          <p:nvPr/>
        </p:nvCxnSpPr>
        <p:spPr>
          <a:xfrm>
            <a:off x="10506616" y="2464475"/>
            <a:ext cx="1252907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1107" name="Hexagon 1106"/>
          <p:cNvSpPr/>
          <p:nvPr/>
        </p:nvSpPr>
        <p:spPr>
          <a:xfrm>
            <a:off x="10471000" y="2400876"/>
            <a:ext cx="147550" cy="127198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8" name="Diamond 1107"/>
          <p:cNvSpPr/>
          <p:nvPr/>
        </p:nvSpPr>
        <p:spPr>
          <a:xfrm>
            <a:off x="10821433" y="2400876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9" name="Oval 1108"/>
          <p:cNvSpPr/>
          <p:nvPr/>
        </p:nvSpPr>
        <p:spPr>
          <a:xfrm>
            <a:off x="11161689" y="2400876"/>
            <a:ext cx="127198" cy="12719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0" name="TextBox 1109"/>
          <p:cNvSpPr txBox="1"/>
          <p:nvPr/>
        </p:nvSpPr>
        <p:spPr>
          <a:xfrm>
            <a:off x="10239498" y="2569414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1111" name="Connector 1110"/>
          <p:cNvCxnSpPr/>
          <p:nvPr/>
        </p:nvCxnSpPr>
        <p:spPr>
          <a:xfrm>
            <a:off x="10506616" y="2645733"/>
            <a:ext cx="1252907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1112" name="Hexagon 1111"/>
          <p:cNvSpPr/>
          <p:nvPr/>
        </p:nvSpPr>
        <p:spPr>
          <a:xfrm>
            <a:off x="10471000" y="2582134"/>
            <a:ext cx="147550" cy="127198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3" name="Diamond 1112"/>
          <p:cNvSpPr/>
          <p:nvPr/>
        </p:nvSpPr>
        <p:spPr>
          <a:xfrm>
            <a:off x="10821433" y="2582134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4" name="Oval 1113"/>
          <p:cNvSpPr/>
          <p:nvPr/>
        </p:nvSpPr>
        <p:spPr>
          <a:xfrm>
            <a:off x="11161689" y="2582134"/>
            <a:ext cx="127198" cy="12719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5" name="Rectangle 1114"/>
          <p:cNvSpPr/>
          <p:nvPr/>
        </p:nvSpPr>
        <p:spPr>
          <a:xfrm>
            <a:off x="11346128" y="2200538"/>
            <a:ext cx="82679" cy="346616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6" name="Rectangle 1115"/>
          <p:cNvSpPr/>
          <p:nvPr/>
        </p:nvSpPr>
        <p:spPr>
          <a:xfrm>
            <a:off x="11543286" y="2394516"/>
            <a:ext cx="82679" cy="321176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7" name="Rectangle 1116"/>
          <p:cNvSpPr/>
          <p:nvPr/>
        </p:nvSpPr>
        <p:spPr>
          <a:xfrm>
            <a:off x="11581445" y="2215643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18" name="Connector 1117"/>
          <p:cNvCxnSpPr/>
          <p:nvPr/>
        </p:nvCxnSpPr>
        <p:spPr>
          <a:xfrm flipV="1">
            <a:off x="11619287" y="2256187"/>
            <a:ext cx="59465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119" name="Connector 1118"/>
          <p:cNvCxnSpPr/>
          <p:nvPr/>
        </p:nvCxnSpPr>
        <p:spPr>
          <a:xfrm flipV="1">
            <a:off x="11678752" y="2239969"/>
            <a:ext cx="43248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120" name="Connector 1119"/>
          <p:cNvCxnSpPr/>
          <p:nvPr/>
        </p:nvCxnSpPr>
        <p:spPr>
          <a:xfrm>
            <a:off x="11694970" y="2229158"/>
            <a:ext cx="27030" cy="10811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121" name="Connector 1120"/>
          <p:cNvCxnSpPr/>
          <p:nvPr/>
        </p:nvCxnSpPr>
        <p:spPr>
          <a:xfrm flipH="1">
            <a:off x="11711188" y="2239969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122" name="Freeform 1121"/>
          <p:cNvSpPr/>
          <p:nvPr/>
        </p:nvSpPr>
        <p:spPr>
          <a:xfrm>
            <a:off x="11617893" y="2238368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3" name="Rectangle 1122"/>
          <p:cNvSpPr/>
          <p:nvPr/>
        </p:nvSpPr>
        <p:spPr>
          <a:xfrm>
            <a:off x="11581445" y="2396901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24" name="Connector 1123"/>
          <p:cNvCxnSpPr/>
          <p:nvPr/>
        </p:nvCxnSpPr>
        <p:spPr>
          <a:xfrm flipV="1">
            <a:off x="11619287" y="2437445"/>
            <a:ext cx="59465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125" name="Connector 1124"/>
          <p:cNvCxnSpPr/>
          <p:nvPr/>
        </p:nvCxnSpPr>
        <p:spPr>
          <a:xfrm flipV="1">
            <a:off x="11678752" y="2421228"/>
            <a:ext cx="43248" cy="16217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126" name="Connector 1125"/>
          <p:cNvCxnSpPr/>
          <p:nvPr/>
        </p:nvCxnSpPr>
        <p:spPr>
          <a:xfrm>
            <a:off x="11694970" y="2410416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127" name="Connector 1126"/>
          <p:cNvCxnSpPr/>
          <p:nvPr/>
        </p:nvCxnSpPr>
        <p:spPr>
          <a:xfrm flipH="1">
            <a:off x="11711188" y="2421228"/>
            <a:ext cx="10812" cy="2702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128" name="Freeform 1127"/>
          <p:cNvSpPr/>
          <p:nvPr/>
        </p:nvSpPr>
        <p:spPr>
          <a:xfrm>
            <a:off x="11617893" y="2422779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9" name="Rectangle 1128"/>
          <p:cNvSpPr/>
          <p:nvPr/>
        </p:nvSpPr>
        <p:spPr>
          <a:xfrm>
            <a:off x="11581445" y="2578159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30" name="Connector 1129"/>
          <p:cNvCxnSpPr/>
          <p:nvPr/>
        </p:nvCxnSpPr>
        <p:spPr>
          <a:xfrm flipV="1">
            <a:off x="11619287" y="2618704"/>
            <a:ext cx="59465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131" name="Connector 1130"/>
          <p:cNvCxnSpPr/>
          <p:nvPr/>
        </p:nvCxnSpPr>
        <p:spPr>
          <a:xfrm flipV="1">
            <a:off x="11678752" y="2602486"/>
            <a:ext cx="43248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132" name="Connector 1131"/>
          <p:cNvCxnSpPr/>
          <p:nvPr/>
        </p:nvCxnSpPr>
        <p:spPr>
          <a:xfrm>
            <a:off x="11694970" y="2591674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133" name="Connector 1132"/>
          <p:cNvCxnSpPr/>
          <p:nvPr/>
        </p:nvCxnSpPr>
        <p:spPr>
          <a:xfrm flipH="1">
            <a:off x="11711188" y="2602486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134" name="Freeform 1133"/>
          <p:cNvSpPr/>
          <p:nvPr/>
        </p:nvSpPr>
        <p:spPr>
          <a:xfrm>
            <a:off x="11617893" y="2600831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5" name="TextBox 1134"/>
          <p:cNvSpPr txBox="1"/>
          <p:nvPr/>
        </p:nvSpPr>
        <p:spPr>
          <a:xfrm>
            <a:off x="5138829" y="3421646"/>
            <a:ext cx="1074829" cy="26711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2" b="1" i="0">
                <a:solidFill>
                  <a:srgbClr val="000000"/>
                </a:solidFill>
                <a:latin typeface="Times New Roman"/>
              </a:rPr>
              <a:t>Large Size</a:t>
            </a:r>
          </a:p>
        </p:txBody>
      </p:sp>
      <p:sp>
        <p:nvSpPr>
          <p:cNvPr id="1136" name="Down Arrow 1135"/>
          <p:cNvSpPr/>
          <p:nvPr/>
        </p:nvSpPr>
        <p:spPr>
          <a:xfrm>
            <a:off x="6029220" y="3542485"/>
            <a:ext cx="267117" cy="330716"/>
          </a:xfrm>
          <a:prstGeom prst="downArrow">
            <a:avLst/>
          </a:prstGeom>
          <a:solidFill>
            <a:srgbClr val="000000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7" name="TextBox 1136"/>
          <p:cNvSpPr txBox="1"/>
          <p:nvPr/>
        </p:nvSpPr>
        <p:spPr>
          <a:xfrm>
            <a:off x="6404456" y="3497965"/>
            <a:ext cx="1004870" cy="36887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3" b="1" i="0">
                <a:solidFill>
                  <a:srgbClr val="000000"/>
                </a:solidFill>
                <a:latin typeface="Arial Black"/>
              </a:rPr>
              <a:t>TITAN</a:t>
            </a:r>
          </a:p>
        </p:txBody>
      </p:sp>
      <p:sp>
        <p:nvSpPr>
          <p:cNvPr id="1138" name="TextBox 1137"/>
          <p:cNvSpPr txBox="1"/>
          <p:nvPr/>
        </p:nvSpPr>
        <p:spPr>
          <a:xfrm>
            <a:off x="7803642" y="3046409"/>
            <a:ext cx="801352" cy="26711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2" b="1" i="0">
                <a:solidFill>
                  <a:srgbClr val="000000"/>
                </a:solidFill>
                <a:latin typeface="Times New Roman"/>
              </a:rPr>
              <a:t>Middle Size</a:t>
            </a:r>
          </a:p>
        </p:txBody>
      </p:sp>
      <p:sp>
        <p:nvSpPr>
          <p:cNvPr id="1139" name="Down Arrow 1138"/>
          <p:cNvSpPr/>
          <p:nvPr/>
        </p:nvSpPr>
        <p:spPr>
          <a:xfrm>
            <a:off x="8617714" y="3135449"/>
            <a:ext cx="267117" cy="381596"/>
          </a:xfrm>
          <a:prstGeom prst="downArrow">
            <a:avLst/>
          </a:prstGeom>
          <a:solidFill>
            <a:srgbClr val="000000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0" name="TextBox 1139"/>
          <p:cNvSpPr txBox="1"/>
          <p:nvPr/>
        </p:nvSpPr>
        <p:spPr>
          <a:xfrm>
            <a:off x="8954791" y="3090929"/>
            <a:ext cx="998510" cy="3752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3" b="1" i="0">
                <a:solidFill>
                  <a:srgbClr val="000000"/>
                </a:solidFill>
                <a:latin typeface="Arial Black"/>
              </a:rPr>
              <a:t>TITAN</a:t>
            </a:r>
          </a:p>
        </p:txBody>
      </p:sp>
      <p:sp>
        <p:nvSpPr>
          <p:cNvPr id="1141" name="TextBox 1140"/>
          <p:cNvSpPr txBox="1"/>
          <p:nvPr/>
        </p:nvSpPr>
        <p:spPr>
          <a:xfrm>
            <a:off x="10137739" y="2970090"/>
            <a:ext cx="725032" cy="2734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2" b="1" i="0">
                <a:solidFill>
                  <a:srgbClr val="000000"/>
                </a:solidFill>
                <a:latin typeface="Times New Roman"/>
              </a:rPr>
              <a:t>Small Size</a:t>
            </a:r>
          </a:p>
        </p:txBody>
      </p:sp>
      <p:sp>
        <p:nvSpPr>
          <p:cNvPr id="1142" name="Down Arrow 1141"/>
          <p:cNvSpPr/>
          <p:nvPr/>
        </p:nvSpPr>
        <p:spPr>
          <a:xfrm>
            <a:off x="10875492" y="3001890"/>
            <a:ext cx="267117" cy="413395"/>
          </a:xfrm>
          <a:prstGeom prst="downArrow">
            <a:avLst/>
          </a:prstGeom>
          <a:solidFill>
            <a:srgbClr val="000000"/>
          </a:solidFill>
          <a:ln w="63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3" name="TextBox 1142"/>
          <p:cNvSpPr txBox="1"/>
          <p:nvPr/>
        </p:nvSpPr>
        <p:spPr>
          <a:xfrm>
            <a:off x="11199849" y="2925571"/>
            <a:ext cx="884031" cy="36887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3" b="1" i="0">
                <a:solidFill>
                  <a:srgbClr val="000000"/>
                </a:solidFill>
                <a:latin typeface="Arial Black"/>
              </a:rPr>
              <a:t>TITAN</a:t>
            </a:r>
          </a:p>
        </p:txBody>
      </p:sp>
      <p:sp>
        <p:nvSpPr>
          <p:cNvPr id="1144" name="Rectangle 1143"/>
          <p:cNvSpPr/>
          <p:nvPr/>
        </p:nvSpPr>
        <p:spPr>
          <a:xfrm>
            <a:off x="5183348" y="3924081"/>
            <a:ext cx="2550334" cy="1246547"/>
          </a:xfrm>
          <a:prstGeom prst="rect">
            <a:avLst/>
          </a:prstGeom>
          <a:solidFill>
            <a:srgbClr val="F4CFF0"/>
          </a:solidFill>
          <a:ln w="165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5" name="Rectangle 1144"/>
          <p:cNvSpPr/>
          <p:nvPr/>
        </p:nvSpPr>
        <p:spPr>
          <a:xfrm>
            <a:off x="5119749" y="3860481"/>
            <a:ext cx="2550334" cy="1246547"/>
          </a:xfrm>
          <a:prstGeom prst="rect">
            <a:avLst/>
          </a:prstGeom>
          <a:solidFill>
            <a:srgbClr val="F4CFF0"/>
          </a:solidFill>
          <a:ln w="178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6" name="TextBox 1145"/>
          <p:cNvSpPr txBox="1"/>
          <p:nvPr/>
        </p:nvSpPr>
        <p:spPr>
          <a:xfrm>
            <a:off x="5183348" y="3936801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1147" name="Connector 1146"/>
          <p:cNvCxnSpPr/>
          <p:nvPr/>
        </p:nvCxnSpPr>
        <p:spPr>
          <a:xfrm>
            <a:off x="5450466" y="4013120"/>
            <a:ext cx="210513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1148" name="Hexagon 1147"/>
          <p:cNvSpPr/>
          <p:nvPr/>
        </p:nvSpPr>
        <p:spPr>
          <a:xfrm>
            <a:off x="5414850" y="3949521"/>
            <a:ext cx="147550" cy="127198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9" name="Diamond 1148"/>
          <p:cNvSpPr/>
          <p:nvPr/>
        </p:nvSpPr>
        <p:spPr>
          <a:xfrm>
            <a:off x="5731575" y="3949521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0" name="Oval 1149"/>
          <p:cNvSpPr/>
          <p:nvPr/>
        </p:nvSpPr>
        <p:spPr>
          <a:xfrm>
            <a:off x="6038124" y="3949521"/>
            <a:ext cx="127198" cy="12719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1" name="Hexagon 1150"/>
          <p:cNvSpPr/>
          <p:nvPr/>
        </p:nvSpPr>
        <p:spPr>
          <a:xfrm>
            <a:off x="6334497" y="3949521"/>
            <a:ext cx="147550" cy="127198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2" name="Diamond 1151"/>
          <p:cNvSpPr/>
          <p:nvPr/>
        </p:nvSpPr>
        <p:spPr>
          <a:xfrm>
            <a:off x="6651222" y="3949521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3" name="Oval 1152"/>
          <p:cNvSpPr/>
          <p:nvPr/>
        </p:nvSpPr>
        <p:spPr>
          <a:xfrm>
            <a:off x="6957771" y="3949521"/>
            <a:ext cx="127198" cy="127198"/>
          </a:xfrm>
          <a:prstGeom prst="ellipse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4" name="TextBox 1153"/>
          <p:cNvSpPr txBox="1"/>
          <p:nvPr/>
        </p:nvSpPr>
        <p:spPr>
          <a:xfrm>
            <a:off x="5183348" y="4119967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1155" name="Connector 1154"/>
          <p:cNvCxnSpPr/>
          <p:nvPr/>
        </p:nvCxnSpPr>
        <p:spPr>
          <a:xfrm>
            <a:off x="5450466" y="4196286"/>
            <a:ext cx="210513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1156" name="Hexagon 1155"/>
          <p:cNvSpPr/>
          <p:nvPr/>
        </p:nvSpPr>
        <p:spPr>
          <a:xfrm>
            <a:off x="5414850" y="4132687"/>
            <a:ext cx="147550" cy="127198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7" name="Diamond 1156"/>
          <p:cNvSpPr/>
          <p:nvPr/>
        </p:nvSpPr>
        <p:spPr>
          <a:xfrm>
            <a:off x="5731575" y="4132687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8" name="Oval 1157"/>
          <p:cNvSpPr/>
          <p:nvPr/>
        </p:nvSpPr>
        <p:spPr>
          <a:xfrm>
            <a:off x="6038124" y="4132687"/>
            <a:ext cx="127198" cy="127198"/>
          </a:xfrm>
          <a:prstGeom prst="ellipse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9" name="Hexagon 1158"/>
          <p:cNvSpPr/>
          <p:nvPr/>
        </p:nvSpPr>
        <p:spPr>
          <a:xfrm>
            <a:off x="6334497" y="4132687"/>
            <a:ext cx="147550" cy="127198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0" name="Diamond 1159"/>
          <p:cNvSpPr/>
          <p:nvPr/>
        </p:nvSpPr>
        <p:spPr>
          <a:xfrm>
            <a:off x="6651222" y="4132687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1" name="Oval 1160"/>
          <p:cNvSpPr/>
          <p:nvPr/>
        </p:nvSpPr>
        <p:spPr>
          <a:xfrm>
            <a:off x="6957771" y="4132687"/>
            <a:ext cx="127198" cy="12719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2" name="TextBox 1161"/>
          <p:cNvSpPr txBox="1"/>
          <p:nvPr/>
        </p:nvSpPr>
        <p:spPr>
          <a:xfrm>
            <a:off x="5183348" y="4303133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1163" name="Connector 1162"/>
          <p:cNvCxnSpPr/>
          <p:nvPr/>
        </p:nvCxnSpPr>
        <p:spPr>
          <a:xfrm>
            <a:off x="5450466" y="4379452"/>
            <a:ext cx="210513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1164" name="Hexagon 1163"/>
          <p:cNvSpPr/>
          <p:nvPr/>
        </p:nvSpPr>
        <p:spPr>
          <a:xfrm>
            <a:off x="5414850" y="4315853"/>
            <a:ext cx="147550" cy="127198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5" name="Diamond 1164"/>
          <p:cNvSpPr/>
          <p:nvPr/>
        </p:nvSpPr>
        <p:spPr>
          <a:xfrm>
            <a:off x="5731575" y="4315853"/>
            <a:ext cx="127198" cy="127198"/>
          </a:xfrm>
          <a:prstGeom prst="diamond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6" name="Oval 1165"/>
          <p:cNvSpPr/>
          <p:nvPr/>
        </p:nvSpPr>
        <p:spPr>
          <a:xfrm>
            <a:off x="6038124" y="4315853"/>
            <a:ext cx="127198" cy="12719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7" name="Hexagon 1166"/>
          <p:cNvSpPr/>
          <p:nvPr/>
        </p:nvSpPr>
        <p:spPr>
          <a:xfrm>
            <a:off x="6334497" y="4315853"/>
            <a:ext cx="147550" cy="127198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8" name="Diamond 1167"/>
          <p:cNvSpPr/>
          <p:nvPr/>
        </p:nvSpPr>
        <p:spPr>
          <a:xfrm>
            <a:off x="6651222" y="4315853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9" name="Oval 1168"/>
          <p:cNvSpPr/>
          <p:nvPr/>
        </p:nvSpPr>
        <p:spPr>
          <a:xfrm>
            <a:off x="6957771" y="4315853"/>
            <a:ext cx="127198" cy="12719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0" name="TextBox 1169"/>
          <p:cNvSpPr txBox="1"/>
          <p:nvPr/>
        </p:nvSpPr>
        <p:spPr>
          <a:xfrm>
            <a:off x="5183348" y="4486299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1171" name="Connector 1170"/>
          <p:cNvCxnSpPr/>
          <p:nvPr/>
        </p:nvCxnSpPr>
        <p:spPr>
          <a:xfrm>
            <a:off x="5450466" y="4562618"/>
            <a:ext cx="210513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1172" name="Hexagon 1171"/>
          <p:cNvSpPr/>
          <p:nvPr/>
        </p:nvSpPr>
        <p:spPr>
          <a:xfrm>
            <a:off x="5414850" y="4499019"/>
            <a:ext cx="147550" cy="127198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3" name="Diamond 1172"/>
          <p:cNvSpPr/>
          <p:nvPr/>
        </p:nvSpPr>
        <p:spPr>
          <a:xfrm>
            <a:off x="5731575" y="4499019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4" name="Oval 1173"/>
          <p:cNvSpPr/>
          <p:nvPr/>
        </p:nvSpPr>
        <p:spPr>
          <a:xfrm>
            <a:off x="6038124" y="4499019"/>
            <a:ext cx="127198" cy="12719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5" name="Hexagon 1174"/>
          <p:cNvSpPr/>
          <p:nvPr/>
        </p:nvSpPr>
        <p:spPr>
          <a:xfrm>
            <a:off x="6334497" y="4499019"/>
            <a:ext cx="147550" cy="127198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6" name="Diamond 1175"/>
          <p:cNvSpPr/>
          <p:nvPr/>
        </p:nvSpPr>
        <p:spPr>
          <a:xfrm>
            <a:off x="6651222" y="4499019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7" name="Oval 1176"/>
          <p:cNvSpPr/>
          <p:nvPr/>
        </p:nvSpPr>
        <p:spPr>
          <a:xfrm>
            <a:off x="6957771" y="4499019"/>
            <a:ext cx="127198" cy="127198"/>
          </a:xfrm>
          <a:prstGeom prst="ellipse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8" name="TextBox 1177"/>
          <p:cNvSpPr txBox="1"/>
          <p:nvPr/>
        </p:nvSpPr>
        <p:spPr>
          <a:xfrm>
            <a:off x="5183348" y="4669465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1179" name="Connector 1178"/>
          <p:cNvCxnSpPr/>
          <p:nvPr/>
        </p:nvCxnSpPr>
        <p:spPr>
          <a:xfrm>
            <a:off x="5450466" y="4745785"/>
            <a:ext cx="210513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1180" name="Hexagon 1179"/>
          <p:cNvSpPr/>
          <p:nvPr/>
        </p:nvSpPr>
        <p:spPr>
          <a:xfrm>
            <a:off x="5414850" y="4682185"/>
            <a:ext cx="147550" cy="127198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1" name="Diamond 1180"/>
          <p:cNvSpPr/>
          <p:nvPr/>
        </p:nvSpPr>
        <p:spPr>
          <a:xfrm>
            <a:off x="5731575" y="4682185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2" name="Oval 1181"/>
          <p:cNvSpPr/>
          <p:nvPr/>
        </p:nvSpPr>
        <p:spPr>
          <a:xfrm>
            <a:off x="6038124" y="4682185"/>
            <a:ext cx="127198" cy="127198"/>
          </a:xfrm>
          <a:prstGeom prst="ellipse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3" name="Hexagon 1182"/>
          <p:cNvSpPr/>
          <p:nvPr/>
        </p:nvSpPr>
        <p:spPr>
          <a:xfrm>
            <a:off x="6334497" y="4682185"/>
            <a:ext cx="147550" cy="127198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4" name="Diamond 1183"/>
          <p:cNvSpPr/>
          <p:nvPr/>
        </p:nvSpPr>
        <p:spPr>
          <a:xfrm>
            <a:off x="6651222" y="4682185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5" name="Oval 1184"/>
          <p:cNvSpPr/>
          <p:nvPr/>
        </p:nvSpPr>
        <p:spPr>
          <a:xfrm>
            <a:off x="6957771" y="4682185"/>
            <a:ext cx="127198" cy="12719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6" name="TextBox 1185"/>
          <p:cNvSpPr txBox="1"/>
          <p:nvPr/>
        </p:nvSpPr>
        <p:spPr>
          <a:xfrm>
            <a:off x="5183348" y="4852632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1187" name="Connector 1186"/>
          <p:cNvCxnSpPr/>
          <p:nvPr/>
        </p:nvCxnSpPr>
        <p:spPr>
          <a:xfrm>
            <a:off x="5450466" y="4928951"/>
            <a:ext cx="2105139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1188" name="Hexagon 1187"/>
          <p:cNvSpPr/>
          <p:nvPr/>
        </p:nvSpPr>
        <p:spPr>
          <a:xfrm>
            <a:off x="5414850" y="4865351"/>
            <a:ext cx="147550" cy="127198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9" name="Diamond 1188"/>
          <p:cNvSpPr/>
          <p:nvPr/>
        </p:nvSpPr>
        <p:spPr>
          <a:xfrm>
            <a:off x="5731575" y="4865351"/>
            <a:ext cx="127198" cy="127198"/>
          </a:xfrm>
          <a:prstGeom prst="diamond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0" name="Oval 1189"/>
          <p:cNvSpPr/>
          <p:nvPr/>
        </p:nvSpPr>
        <p:spPr>
          <a:xfrm>
            <a:off x="6038124" y="4865351"/>
            <a:ext cx="127198" cy="12719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1" name="Hexagon 1190"/>
          <p:cNvSpPr/>
          <p:nvPr/>
        </p:nvSpPr>
        <p:spPr>
          <a:xfrm>
            <a:off x="6334497" y="4865351"/>
            <a:ext cx="147550" cy="127198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2" name="Diamond 1191"/>
          <p:cNvSpPr/>
          <p:nvPr/>
        </p:nvSpPr>
        <p:spPr>
          <a:xfrm>
            <a:off x="6651222" y="4865351"/>
            <a:ext cx="127198" cy="127198"/>
          </a:xfrm>
          <a:prstGeom prst="diamond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3" name="Oval 1192"/>
          <p:cNvSpPr/>
          <p:nvPr/>
        </p:nvSpPr>
        <p:spPr>
          <a:xfrm>
            <a:off x="6957771" y="4865351"/>
            <a:ext cx="127198" cy="12719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4" name="TextBox 1193"/>
          <p:cNvSpPr txBox="1"/>
          <p:nvPr/>
        </p:nvSpPr>
        <p:spPr>
          <a:xfrm>
            <a:off x="5316907" y="4460859"/>
            <a:ext cx="178078" cy="20351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1" b="1" i="0">
                <a:solidFill>
                  <a:srgbClr val="000000"/>
                </a:solidFill>
                <a:latin typeface="Times New Roman"/>
              </a:rPr>
              <a:t>⋮</a:t>
            </a:r>
          </a:p>
        </p:txBody>
      </p:sp>
      <p:sp>
        <p:nvSpPr>
          <p:cNvPr id="1195" name="Rectangle 1194"/>
          <p:cNvSpPr/>
          <p:nvPr/>
        </p:nvSpPr>
        <p:spPr>
          <a:xfrm>
            <a:off x="7116769" y="3924081"/>
            <a:ext cx="82679" cy="544410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6" name="Rectangle 1195"/>
          <p:cNvSpPr/>
          <p:nvPr/>
        </p:nvSpPr>
        <p:spPr>
          <a:xfrm>
            <a:off x="7313927" y="4119967"/>
            <a:ext cx="82679" cy="885303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7" name="Rectangle 1196"/>
          <p:cNvSpPr/>
          <p:nvPr/>
        </p:nvSpPr>
        <p:spPr>
          <a:xfrm>
            <a:off x="7377527" y="3945546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98" name="Connector 1197"/>
          <p:cNvCxnSpPr/>
          <p:nvPr/>
        </p:nvCxnSpPr>
        <p:spPr>
          <a:xfrm flipV="1">
            <a:off x="7415368" y="3986090"/>
            <a:ext cx="59466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199" name="Connector 1198"/>
          <p:cNvCxnSpPr/>
          <p:nvPr/>
        </p:nvCxnSpPr>
        <p:spPr>
          <a:xfrm flipV="1">
            <a:off x="7474834" y="3969872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00" name="Connector 1199"/>
          <p:cNvCxnSpPr/>
          <p:nvPr/>
        </p:nvCxnSpPr>
        <p:spPr>
          <a:xfrm>
            <a:off x="7491052" y="3959060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01" name="Connector 1200"/>
          <p:cNvCxnSpPr/>
          <p:nvPr/>
        </p:nvCxnSpPr>
        <p:spPr>
          <a:xfrm flipH="1">
            <a:off x="7507269" y="3969872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202" name="Freeform 1201"/>
          <p:cNvSpPr/>
          <p:nvPr/>
        </p:nvSpPr>
        <p:spPr>
          <a:xfrm>
            <a:off x="7414594" y="3968016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3" name="Rectangle 1202"/>
          <p:cNvSpPr/>
          <p:nvPr/>
        </p:nvSpPr>
        <p:spPr>
          <a:xfrm>
            <a:off x="7377527" y="4128712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04" name="Connector 1203"/>
          <p:cNvCxnSpPr/>
          <p:nvPr/>
        </p:nvCxnSpPr>
        <p:spPr>
          <a:xfrm flipV="1">
            <a:off x="7415368" y="4169256"/>
            <a:ext cx="59466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05" name="Connector 1204"/>
          <p:cNvCxnSpPr/>
          <p:nvPr/>
        </p:nvCxnSpPr>
        <p:spPr>
          <a:xfrm flipV="1">
            <a:off x="7474834" y="4153039"/>
            <a:ext cx="43247" cy="16217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06" name="Connector 1205"/>
          <p:cNvCxnSpPr/>
          <p:nvPr/>
        </p:nvCxnSpPr>
        <p:spPr>
          <a:xfrm>
            <a:off x="7491052" y="4142227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07" name="Connector 1206"/>
          <p:cNvCxnSpPr/>
          <p:nvPr/>
        </p:nvCxnSpPr>
        <p:spPr>
          <a:xfrm flipH="1">
            <a:off x="7507269" y="4153039"/>
            <a:ext cx="10812" cy="2702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208" name="Freeform 1207"/>
          <p:cNvSpPr/>
          <p:nvPr/>
        </p:nvSpPr>
        <p:spPr>
          <a:xfrm>
            <a:off x="7414594" y="4152427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9" name="Rectangle 1208"/>
          <p:cNvSpPr/>
          <p:nvPr/>
        </p:nvSpPr>
        <p:spPr>
          <a:xfrm>
            <a:off x="7377527" y="4311878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10" name="Connector 1209"/>
          <p:cNvCxnSpPr/>
          <p:nvPr/>
        </p:nvCxnSpPr>
        <p:spPr>
          <a:xfrm flipV="1">
            <a:off x="7415368" y="4352423"/>
            <a:ext cx="59466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11" name="Connector 1210"/>
          <p:cNvCxnSpPr/>
          <p:nvPr/>
        </p:nvCxnSpPr>
        <p:spPr>
          <a:xfrm flipV="1">
            <a:off x="7474834" y="4336205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12" name="Connector 1211"/>
          <p:cNvCxnSpPr/>
          <p:nvPr/>
        </p:nvCxnSpPr>
        <p:spPr>
          <a:xfrm>
            <a:off x="7491052" y="4325393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13" name="Connector 1212"/>
          <p:cNvCxnSpPr/>
          <p:nvPr/>
        </p:nvCxnSpPr>
        <p:spPr>
          <a:xfrm flipH="1">
            <a:off x="7507269" y="4336205"/>
            <a:ext cx="10812" cy="27029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214" name="Freeform 1213"/>
          <p:cNvSpPr/>
          <p:nvPr/>
        </p:nvSpPr>
        <p:spPr>
          <a:xfrm>
            <a:off x="7414594" y="4336838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5" name="Rectangle 1214"/>
          <p:cNvSpPr/>
          <p:nvPr/>
        </p:nvSpPr>
        <p:spPr>
          <a:xfrm>
            <a:off x="7377527" y="4495044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16" name="Connector 1215"/>
          <p:cNvCxnSpPr/>
          <p:nvPr/>
        </p:nvCxnSpPr>
        <p:spPr>
          <a:xfrm flipV="1">
            <a:off x="7415368" y="4535589"/>
            <a:ext cx="59466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17" name="Connector 1216"/>
          <p:cNvCxnSpPr/>
          <p:nvPr/>
        </p:nvCxnSpPr>
        <p:spPr>
          <a:xfrm flipV="1">
            <a:off x="7474834" y="4519371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18" name="Connector 1217"/>
          <p:cNvCxnSpPr/>
          <p:nvPr/>
        </p:nvCxnSpPr>
        <p:spPr>
          <a:xfrm>
            <a:off x="7491052" y="4508559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19" name="Connector 1218"/>
          <p:cNvCxnSpPr/>
          <p:nvPr/>
        </p:nvCxnSpPr>
        <p:spPr>
          <a:xfrm flipH="1">
            <a:off x="7507269" y="4519371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220" name="Freeform 1219"/>
          <p:cNvSpPr/>
          <p:nvPr/>
        </p:nvSpPr>
        <p:spPr>
          <a:xfrm>
            <a:off x="7414594" y="4521249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0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1" name="Rectangle 1220"/>
          <p:cNvSpPr/>
          <p:nvPr/>
        </p:nvSpPr>
        <p:spPr>
          <a:xfrm>
            <a:off x="7377527" y="4678210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22" name="Connector 1221"/>
          <p:cNvCxnSpPr/>
          <p:nvPr/>
        </p:nvCxnSpPr>
        <p:spPr>
          <a:xfrm flipV="1">
            <a:off x="7415368" y="4718755"/>
            <a:ext cx="59466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23" name="Connector 1222"/>
          <p:cNvCxnSpPr/>
          <p:nvPr/>
        </p:nvCxnSpPr>
        <p:spPr>
          <a:xfrm flipV="1">
            <a:off x="7474834" y="4702537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24" name="Connector 1223"/>
          <p:cNvCxnSpPr/>
          <p:nvPr/>
        </p:nvCxnSpPr>
        <p:spPr>
          <a:xfrm>
            <a:off x="7491052" y="4691725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25" name="Connector 1224"/>
          <p:cNvCxnSpPr/>
          <p:nvPr/>
        </p:nvCxnSpPr>
        <p:spPr>
          <a:xfrm flipH="1">
            <a:off x="7507269" y="4702537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226" name="Freeform 1225"/>
          <p:cNvSpPr/>
          <p:nvPr/>
        </p:nvSpPr>
        <p:spPr>
          <a:xfrm>
            <a:off x="7414594" y="4699301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7" name="Rectangle 1226"/>
          <p:cNvSpPr/>
          <p:nvPr/>
        </p:nvSpPr>
        <p:spPr>
          <a:xfrm>
            <a:off x="7377527" y="4861377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28" name="Connector 1227"/>
          <p:cNvCxnSpPr/>
          <p:nvPr/>
        </p:nvCxnSpPr>
        <p:spPr>
          <a:xfrm flipV="1">
            <a:off x="7415368" y="4901921"/>
            <a:ext cx="59466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29" name="Connector 1228"/>
          <p:cNvCxnSpPr/>
          <p:nvPr/>
        </p:nvCxnSpPr>
        <p:spPr>
          <a:xfrm flipV="1">
            <a:off x="7474834" y="4885703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30" name="Connector 1229"/>
          <p:cNvCxnSpPr/>
          <p:nvPr/>
        </p:nvCxnSpPr>
        <p:spPr>
          <a:xfrm>
            <a:off x="7491052" y="4874891"/>
            <a:ext cx="27029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31" name="Connector 1230"/>
          <p:cNvCxnSpPr/>
          <p:nvPr/>
        </p:nvCxnSpPr>
        <p:spPr>
          <a:xfrm flipH="1">
            <a:off x="7507269" y="4885703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232" name="Freeform 1231"/>
          <p:cNvSpPr/>
          <p:nvPr/>
        </p:nvSpPr>
        <p:spPr>
          <a:xfrm>
            <a:off x="7414594" y="4883712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3" name="Rectangle 1232"/>
          <p:cNvSpPr/>
          <p:nvPr/>
        </p:nvSpPr>
        <p:spPr>
          <a:xfrm>
            <a:off x="7911761" y="3618804"/>
            <a:ext cx="2270497" cy="928550"/>
          </a:xfrm>
          <a:prstGeom prst="rect">
            <a:avLst/>
          </a:prstGeom>
          <a:solidFill>
            <a:srgbClr val="D1EABB"/>
          </a:solidFill>
          <a:ln w="165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4" name="Rectangle 1233"/>
          <p:cNvSpPr/>
          <p:nvPr/>
        </p:nvSpPr>
        <p:spPr>
          <a:xfrm>
            <a:off x="7848162" y="3555204"/>
            <a:ext cx="2270497" cy="928550"/>
          </a:xfrm>
          <a:prstGeom prst="rect">
            <a:avLst/>
          </a:prstGeom>
          <a:solidFill>
            <a:srgbClr val="D1EABB"/>
          </a:solidFill>
          <a:ln w="178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5" name="TextBox 1234"/>
          <p:cNvSpPr txBox="1"/>
          <p:nvPr/>
        </p:nvSpPr>
        <p:spPr>
          <a:xfrm>
            <a:off x="7911761" y="3631524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1236" name="Connector 1235"/>
          <p:cNvCxnSpPr/>
          <p:nvPr/>
        </p:nvCxnSpPr>
        <p:spPr>
          <a:xfrm>
            <a:off x="8178879" y="3707843"/>
            <a:ext cx="1825302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1237" name="Hexagon 1236"/>
          <p:cNvSpPr/>
          <p:nvPr/>
        </p:nvSpPr>
        <p:spPr>
          <a:xfrm>
            <a:off x="8142157" y="3643290"/>
            <a:ext cx="149763" cy="129106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8" name="Diamond 1237"/>
          <p:cNvSpPr/>
          <p:nvPr/>
        </p:nvSpPr>
        <p:spPr>
          <a:xfrm>
            <a:off x="8465712" y="3643290"/>
            <a:ext cx="129106" cy="129106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9" name="Oval 1238"/>
          <p:cNvSpPr/>
          <p:nvPr/>
        </p:nvSpPr>
        <p:spPr>
          <a:xfrm>
            <a:off x="8778939" y="3643290"/>
            <a:ext cx="129106" cy="129106"/>
          </a:xfrm>
          <a:prstGeom prst="ellipse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0" name="Hexagon 1239"/>
          <p:cNvSpPr/>
          <p:nvPr/>
        </p:nvSpPr>
        <p:spPr>
          <a:xfrm>
            <a:off x="9081837" y="3643290"/>
            <a:ext cx="149763" cy="129106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1" name="Diamond 1240"/>
          <p:cNvSpPr/>
          <p:nvPr/>
        </p:nvSpPr>
        <p:spPr>
          <a:xfrm>
            <a:off x="9405393" y="3643290"/>
            <a:ext cx="129106" cy="129106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2" name="TextBox 1241"/>
          <p:cNvSpPr txBox="1"/>
          <p:nvPr/>
        </p:nvSpPr>
        <p:spPr>
          <a:xfrm>
            <a:off x="7911761" y="3830802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1243" name="Connector 1242"/>
          <p:cNvCxnSpPr/>
          <p:nvPr/>
        </p:nvCxnSpPr>
        <p:spPr>
          <a:xfrm>
            <a:off x="8178879" y="3907121"/>
            <a:ext cx="1825302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1244" name="Hexagon 1243"/>
          <p:cNvSpPr/>
          <p:nvPr/>
        </p:nvSpPr>
        <p:spPr>
          <a:xfrm>
            <a:off x="8142157" y="3842568"/>
            <a:ext cx="149763" cy="129106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5" name="Diamond 1244"/>
          <p:cNvSpPr/>
          <p:nvPr/>
        </p:nvSpPr>
        <p:spPr>
          <a:xfrm>
            <a:off x="8465712" y="3842568"/>
            <a:ext cx="129106" cy="129106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6" name="Oval 1245"/>
          <p:cNvSpPr/>
          <p:nvPr/>
        </p:nvSpPr>
        <p:spPr>
          <a:xfrm>
            <a:off x="8778939" y="3842568"/>
            <a:ext cx="129106" cy="129106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7" name="Hexagon 1246"/>
          <p:cNvSpPr/>
          <p:nvPr/>
        </p:nvSpPr>
        <p:spPr>
          <a:xfrm>
            <a:off x="9081837" y="3842568"/>
            <a:ext cx="149763" cy="129106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8" name="Diamond 1247"/>
          <p:cNvSpPr/>
          <p:nvPr/>
        </p:nvSpPr>
        <p:spPr>
          <a:xfrm>
            <a:off x="9405393" y="3842568"/>
            <a:ext cx="129106" cy="129106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9" name="TextBox 1248"/>
          <p:cNvSpPr txBox="1"/>
          <p:nvPr/>
        </p:nvSpPr>
        <p:spPr>
          <a:xfrm>
            <a:off x="7911761" y="4030080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1250" name="Connector 1249"/>
          <p:cNvCxnSpPr/>
          <p:nvPr/>
        </p:nvCxnSpPr>
        <p:spPr>
          <a:xfrm>
            <a:off x="8178879" y="4106399"/>
            <a:ext cx="1825302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1251" name="Hexagon 1250"/>
          <p:cNvSpPr/>
          <p:nvPr/>
        </p:nvSpPr>
        <p:spPr>
          <a:xfrm>
            <a:off x="8142157" y="4041846"/>
            <a:ext cx="149763" cy="129106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2" name="Diamond 1251"/>
          <p:cNvSpPr/>
          <p:nvPr/>
        </p:nvSpPr>
        <p:spPr>
          <a:xfrm>
            <a:off x="8465712" y="4041846"/>
            <a:ext cx="129106" cy="129106"/>
          </a:xfrm>
          <a:prstGeom prst="diamond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3" name="Oval 1252"/>
          <p:cNvSpPr/>
          <p:nvPr/>
        </p:nvSpPr>
        <p:spPr>
          <a:xfrm>
            <a:off x="8778939" y="4041846"/>
            <a:ext cx="129106" cy="129106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4" name="Hexagon 1253"/>
          <p:cNvSpPr/>
          <p:nvPr/>
        </p:nvSpPr>
        <p:spPr>
          <a:xfrm>
            <a:off x="9081837" y="4041846"/>
            <a:ext cx="149763" cy="129106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5" name="Diamond 1254"/>
          <p:cNvSpPr/>
          <p:nvPr/>
        </p:nvSpPr>
        <p:spPr>
          <a:xfrm>
            <a:off x="9405393" y="4041846"/>
            <a:ext cx="129106" cy="129106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6" name="TextBox 1255"/>
          <p:cNvSpPr txBox="1"/>
          <p:nvPr/>
        </p:nvSpPr>
        <p:spPr>
          <a:xfrm>
            <a:off x="7911761" y="4229358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1257" name="Connector 1256"/>
          <p:cNvCxnSpPr/>
          <p:nvPr/>
        </p:nvCxnSpPr>
        <p:spPr>
          <a:xfrm>
            <a:off x="8178879" y="4305677"/>
            <a:ext cx="1825302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1258" name="Hexagon 1257"/>
          <p:cNvSpPr/>
          <p:nvPr/>
        </p:nvSpPr>
        <p:spPr>
          <a:xfrm>
            <a:off x="8142157" y="4241124"/>
            <a:ext cx="149763" cy="129106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9" name="Diamond 1258"/>
          <p:cNvSpPr/>
          <p:nvPr/>
        </p:nvSpPr>
        <p:spPr>
          <a:xfrm>
            <a:off x="8465712" y="4241124"/>
            <a:ext cx="129106" cy="129106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0" name="Oval 1259"/>
          <p:cNvSpPr/>
          <p:nvPr/>
        </p:nvSpPr>
        <p:spPr>
          <a:xfrm>
            <a:off x="8778939" y="4241124"/>
            <a:ext cx="129106" cy="129106"/>
          </a:xfrm>
          <a:prstGeom prst="ellipse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1" name="Hexagon 1260"/>
          <p:cNvSpPr/>
          <p:nvPr/>
        </p:nvSpPr>
        <p:spPr>
          <a:xfrm>
            <a:off x="9081837" y="4241124"/>
            <a:ext cx="149763" cy="129106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2" name="Diamond 1261"/>
          <p:cNvSpPr/>
          <p:nvPr/>
        </p:nvSpPr>
        <p:spPr>
          <a:xfrm>
            <a:off x="9405393" y="4241124"/>
            <a:ext cx="129106" cy="129106"/>
          </a:xfrm>
          <a:prstGeom prst="diamond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3" name="Rectangle 1262"/>
          <p:cNvSpPr/>
          <p:nvPr/>
        </p:nvSpPr>
        <p:spPr>
          <a:xfrm>
            <a:off x="9565345" y="3618804"/>
            <a:ext cx="82679" cy="576634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4" name="Rectangle 1263"/>
          <p:cNvSpPr/>
          <p:nvPr/>
        </p:nvSpPr>
        <p:spPr>
          <a:xfrm>
            <a:off x="9762503" y="3830802"/>
            <a:ext cx="82679" cy="551194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5" name="Rectangle 1264"/>
          <p:cNvSpPr/>
          <p:nvPr/>
        </p:nvSpPr>
        <p:spPr>
          <a:xfrm>
            <a:off x="9826103" y="3640269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66" name="Connector 1265"/>
          <p:cNvCxnSpPr/>
          <p:nvPr/>
        </p:nvCxnSpPr>
        <p:spPr>
          <a:xfrm flipV="1">
            <a:off x="9863944" y="3680813"/>
            <a:ext cx="59466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67" name="Connector 1266"/>
          <p:cNvCxnSpPr/>
          <p:nvPr/>
        </p:nvCxnSpPr>
        <p:spPr>
          <a:xfrm flipV="1">
            <a:off x="9923410" y="3664595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68" name="Connector 1267"/>
          <p:cNvCxnSpPr/>
          <p:nvPr/>
        </p:nvCxnSpPr>
        <p:spPr>
          <a:xfrm>
            <a:off x="9939627" y="3653783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69" name="Connector 1268"/>
          <p:cNvCxnSpPr/>
          <p:nvPr/>
        </p:nvCxnSpPr>
        <p:spPr>
          <a:xfrm flipH="1">
            <a:off x="9955845" y="3664595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270" name="Freeform 1269"/>
          <p:cNvSpPr/>
          <p:nvPr/>
        </p:nvSpPr>
        <p:spPr>
          <a:xfrm>
            <a:off x="9862809" y="3662784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1" name="Rectangle 1270"/>
          <p:cNvSpPr/>
          <p:nvPr/>
        </p:nvSpPr>
        <p:spPr>
          <a:xfrm>
            <a:off x="9826103" y="3839547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72" name="Connector 1271"/>
          <p:cNvCxnSpPr/>
          <p:nvPr/>
        </p:nvCxnSpPr>
        <p:spPr>
          <a:xfrm flipV="1">
            <a:off x="9863944" y="3880091"/>
            <a:ext cx="59466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73" name="Connector 1272"/>
          <p:cNvCxnSpPr/>
          <p:nvPr/>
        </p:nvCxnSpPr>
        <p:spPr>
          <a:xfrm flipV="1">
            <a:off x="9923410" y="3863873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74" name="Connector 1273"/>
          <p:cNvCxnSpPr/>
          <p:nvPr/>
        </p:nvCxnSpPr>
        <p:spPr>
          <a:xfrm>
            <a:off x="9939627" y="3853061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75" name="Connector 1274"/>
          <p:cNvCxnSpPr/>
          <p:nvPr/>
        </p:nvCxnSpPr>
        <p:spPr>
          <a:xfrm flipH="1">
            <a:off x="9955845" y="3863873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276" name="Freeform 1275"/>
          <p:cNvSpPr/>
          <p:nvPr/>
        </p:nvSpPr>
        <p:spPr>
          <a:xfrm>
            <a:off x="9862809" y="3866272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0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7" name="Rectangle 1276"/>
          <p:cNvSpPr/>
          <p:nvPr/>
        </p:nvSpPr>
        <p:spPr>
          <a:xfrm>
            <a:off x="9826103" y="4038825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78" name="Connector 1277"/>
          <p:cNvCxnSpPr/>
          <p:nvPr/>
        </p:nvCxnSpPr>
        <p:spPr>
          <a:xfrm flipV="1">
            <a:off x="9863944" y="4079369"/>
            <a:ext cx="59466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79" name="Connector 1278"/>
          <p:cNvCxnSpPr/>
          <p:nvPr/>
        </p:nvCxnSpPr>
        <p:spPr>
          <a:xfrm flipV="1">
            <a:off x="9923410" y="4063151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80" name="Connector 1279"/>
          <p:cNvCxnSpPr/>
          <p:nvPr/>
        </p:nvCxnSpPr>
        <p:spPr>
          <a:xfrm>
            <a:off x="9939627" y="4052340"/>
            <a:ext cx="27030" cy="10811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81" name="Connector 1280"/>
          <p:cNvCxnSpPr/>
          <p:nvPr/>
        </p:nvCxnSpPr>
        <p:spPr>
          <a:xfrm flipH="1">
            <a:off x="9955845" y="4063151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282" name="Freeform 1281"/>
          <p:cNvSpPr/>
          <p:nvPr/>
        </p:nvSpPr>
        <p:spPr>
          <a:xfrm>
            <a:off x="9862809" y="4063401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3" name="Rectangle 1282"/>
          <p:cNvSpPr/>
          <p:nvPr/>
        </p:nvSpPr>
        <p:spPr>
          <a:xfrm>
            <a:off x="9826103" y="4238103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84" name="Connector 1283"/>
          <p:cNvCxnSpPr/>
          <p:nvPr/>
        </p:nvCxnSpPr>
        <p:spPr>
          <a:xfrm flipV="1">
            <a:off x="9863944" y="4278647"/>
            <a:ext cx="59466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85" name="Connector 1284"/>
          <p:cNvCxnSpPr/>
          <p:nvPr/>
        </p:nvCxnSpPr>
        <p:spPr>
          <a:xfrm flipV="1">
            <a:off x="9923410" y="4262429"/>
            <a:ext cx="43247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86" name="Connector 1285"/>
          <p:cNvCxnSpPr/>
          <p:nvPr/>
        </p:nvCxnSpPr>
        <p:spPr>
          <a:xfrm>
            <a:off x="9939627" y="4251618"/>
            <a:ext cx="27030" cy="10811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287" name="Connector 1286"/>
          <p:cNvCxnSpPr/>
          <p:nvPr/>
        </p:nvCxnSpPr>
        <p:spPr>
          <a:xfrm flipH="1">
            <a:off x="9955845" y="4262429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288" name="Freeform 1287"/>
          <p:cNvSpPr/>
          <p:nvPr/>
        </p:nvSpPr>
        <p:spPr>
          <a:xfrm>
            <a:off x="9862809" y="4260530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9" name="Rectangle 1288"/>
          <p:cNvSpPr/>
          <p:nvPr/>
        </p:nvSpPr>
        <p:spPr>
          <a:xfrm>
            <a:off x="10379417" y="3542485"/>
            <a:ext cx="1691743" cy="699593"/>
          </a:xfrm>
          <a:prstGeom prst="rect">
            <a:avLst/>
          </a:prstGeom>
          <a:solidFill>
            <a:srgbClr val="FFF0C2"/>
          </a:solidFill>
          <a:ln w="165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0" name="Rectangle 1289"/>
          <p:cNvSpPr/>
          <p:nvPr/>
        </p:nvSpPr>
        <p:spPr>
          <a:xfrm>
            <a:off x="10315818" y="3478885"/>
            <a:ext cx="1691743" cy="699593"/>
          </a:xfrm>
          <a:prstGeom prst="rect">
            <a:avLst/>
          </a:prstGeom>
          <a:solidFill>
            <a:srgbClr val="FFF0C2"/>
          </a:solidFill>
          <a:ln w="178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1" name="TextBox 1290"/>
          <p:cNvSpPr txBox="1"/>
          <p:nvPr/>
        </p:nvSpPr>
        <p:spPr>
          <a:xfrm>
            <a:off x="10379417" y="3555204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1292" name="Connector 1291"/>
          <p:cNvCxnSpPr/>
          <p:nvPr/>
        </p:nvCxnSpPr>
        <p:spPr>
          <a:xfrm>
            <a:off x="10646534" y="3631524"/>
            <a:ext cx="1246548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1293" name="Hexagon 1292"/>
          <p:cNvSpPr/>
          <p:nvPr/>
        </p:nvSpPr>
        <p:spPr>
          <a:xfrm>
            <a:off x="10610919" y="3567924"/>
            <a:ext cx="147550" cy="127198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4" name="Diamond 1293"/>
          <p:cNvSpPr/>
          <p:nvPr/>
        </p:nvSpPr>
        <p:spPr>
          <a:xfrm>
            <a:off x="10958171" y="3567924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5" name="Oval 1294"/>
          <p:cNvSpPr/>
          <p:nvPr/>
        </p:nvSpPr>
        <p:spPr>
          <a:xfrm>
            <a:off x="11295248" y="3567924"/>
            <a:ext cx="127198" cy="127198"/>
          </a:xfrm>
          <a:prstGeom prst="ellipse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6" name="TextBox 1295"/>
          <p:cNvSpPr txBox="1"/>
          <p:nvPr/>
        </p:nvSpPr>
        <p:spPr>
          <a:xfrm>
            <a:off x="10379417" y="3739643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1297" name="Connector 1296"/>
          <p:cNvCxnSpPr/>
          <p:nvPr/>
        </p:nvCxnSpPr>
        <p:spPr>
          <a:xfrm>
            <a:off x="10646534" y="3815962"/>
            <a:ext cx="1246548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1298" name="Hexagon 1297"/>
          <p:cNvSpPr/>
          <p:nvPr/>
        </p:nvSpPr>
        <p:spPr>
          <a:xfrm>
            <a:off x="10610919" y="3752362"/>
            <a:ext cx="147550" cy="127198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9" name="Diamond 1298"/>
          <p:cNvSpPr/>
          <p:nvPr/>
        </p:nvSpPr>
        <p:spPr>
          <a:xfrm>
            <a:off x="10958171" y="3752362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0" name="Oval 1299"/>
          <p:cNvSpPr/>
          <p:nvPr/>
        </p:nvSpPr>
        <p:spPr>
          <a:xfrm>
            <a:off x="11295248" y="3752362"/>
            <a:ext cx="127198" cy="127198"/>
          </a:xfrm>
          <a:prstGeom prst="ellipse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1" name="TextBox 1300"/>
          <p:cNvSpPr txBox="1"/>
          <p:nvPr/>
        </p:nvSpPr>
        <p:spPr>
          <a:xfrm>
            <a:off x="10379417" y="3924081"/>
            <a:ext cx="273477" cy="1526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0" i="0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cxnSp>
        <p:nvCxnSpPr>
          <p:cNvPr id="1302" name="Connector 1301"/>
          <p:cNvCxnSpPr/>
          <p:nvPr/>
        </p:nvCxnSpPr>
        <p:spPr>
          <a:xfrm>
            <a:off x="10646534" y="4000400"/>
            <a:ext cx="1246548" cy="0"/>
          </a:xfrm>
          <a:prstGeom prst="line">
            <a:avLst/>
          </a:prstGeom>
          <a:ln w="10811">
            <a:solidFill>
              <a:srgbClr val="000000"/>
            </a:solidFill>
          </a:ln>
        </p:spPr>
      </p:cxnSp>
      <p:sp>
        <p:nvSpPr>
          <p:cNvPr id="1303" name="Hexagon 1302"/>
          <p:cNvSpPr/>
          <p:nvPr/>
        </p:nvSpPr>
        <p:spPr>
          <a:xfrm>
            <a:off x="10610919" y="3936801"/>
            <a:ext cx="147550" cy="127198"/>
          </a:xfrm>
          <a:prstGeom prst="hexagon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4" name="Diamond 1303"/>
          <p:cNvSpPr/>
          <p:nvPr/>
        </p:nvSpPr>
        <p:spPr>
          <a:xfrm>
            <a:off x="10958171" y="3936801"/>
            <a:ext cx="127198" cy="127198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5" name="Oval 1304"/>
          <p:cNvSpPr/>
          <p:nvPr/>
        </p:nvSpPr>
        <p:spPr>
          <a:xfrm>
            <a:off x="11295248" y="3936801"/>
            <a:ext cx="127198" cy="127198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6" name="Rectangle 1305"/>
          <p:cNvSpPr/>
          <p:nvPr/>
        </p:nvSpPr>
        <p:spPr>
          <a:xfrm>
            <a:off x="11479686" y="3548844"/>
            <a:ext cx="82679" cy="349796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7" name="Rectangle 1306"/>
          <p:cNvSpPr/>
          <p:nvPr/>
        </p:nvSpPr>
        <p:spPr>
          <a:xfrm>
            <a:off x="11676844" y="3746003"/>
            <a:ext cx="82679" cy="324356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8" name="Rectangle 1307"/>
          <p:cNvSpPr/>
          <p:nvPr/>
        </p:nvSpPr>
        <p:spPr>
          <a:xfrm>
            <a:off x="11715004" y="3563949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09" name="Connector 1308"/>
          <p:cNvCxnSpPr/>
          <p:nvPr/>
        </p:nvCxnSpPr>
        <p:spPr>
          <a:xfrm flipV="1">
            <a:off x="11752846" y="3604494"/>
            <a:ext cx="59465" cy="59465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310" name="Connector 1309"/>
          <p:cNvCxnSpPr/>
          <p:nvPr/>
        </p:nvCxnSpPr>
        <p:spPr>
          <a:xfrm flipV="1">
            <a:off x="11812311" y="3588276"/>
            <a:ext cx="43248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311" name="Connector 1310"/>
          <p:cNvCxnSpPr/>
          <p:nvPr/>
        </p:nvCxnSpPr>
        <p:spPr>
          <a:xfrm>
            <a:off x="11828529" y="3577464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312" name="Connector 1311"/>
          <p:cNvCxnSpPr/>
          <p:nvPr/>
        </p:nvCxnSpPr>
        <p:spPr>
          <a:xfrm flipH="1">
            <a:off x="11844747" y="3588276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313" name="Freeform 1312"/>
          <p:cNvSpPr/>
          <p:nvPr/>
        </p:nvSpPr>
        <p:spPr>
          <a:xfrm>
            <a:off x="11751432" y="3586476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4" name="Rectangle 1313"/>
          <p:cNvSpPr/>
          <p:nvPr/>
        </p:nvSpPr>
        <p:spPr>
          <a:xfrm>
            <a:off x="11715004" y="3748388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15" name="Connector 1314"/>
          <p:cNvCxnSpPr/>
          <p:nvPr/>
        </p:nvCxnSpPr>
        <p:spPr>
          <a:xfrm flipV="1">
            <a:off x="11752846" y="3788932"/>
            <a:ext cx="59465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316" name="Connector 1315"/>
          <p:cNvCxnSpPr/>
          <p:nvPr/>
        </p:nvCxnSpPr>
        <p:spPr>
          <a:xfrm flipV="1">
            <a:off x="11812311" y="3772714"/>
            <a:ext cx="43248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317" name="Connector 1316"/>
          <p:cNvCxnSpPr/>
          <p:nvPr/>
        </p:nvCxnSpPr>
        <p:spPr>
          <a:xfrm>
            <a:off x="11828529" y="3761902"/>
            <a:ext cx="27030" cy="10812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318" name="Connector 1317"/>
          <p:cNvCxnSpPr/>
          <p:nvPr/>
        </p:nvCxnSpPr>
        <p:spPr>
          <a:xfrm flipH="1">
            <a:off x="11844747" y="3772714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319" name="Freeform 1318"/>
          <p:cNvSpPr/>
          <p:nvPr/>
        </p:nvSpPr>
        <p:spPr>
          <a:xfrm>
            <a:off x="11751432" y="3770887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0" name="Rectangle 1319"/>
          <p:cNvSpPr/>
          <p:nvPr/>
        </p:nvSpPr>
        <p:spPr>
          <a:xfrm>
            <a:off x="11715004" y="3932826"/>
            <a:ext cx="183802" cy="135148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21" name="Connector 1320"/>
          <p:cNvCxnSpPr/>
          <p:nvPr/>
        </p:nvCxnSpPr>
        <p:spPr>
          <a:xfrm flipV="1">
            <a:off x="11752846" y="3973370"/>
            <a:ext cx="59465" cy="59466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322" name="Connector 1321"/>
          <p:cNvCxnSpPr/>
          <p:nvPr/>
        </p:nvCxnSpPr>
        <p:spPr>
          <a:xfrm flipV="1">
            <a:off x="11812311" y="3957152"/>
            <a:ext cx="43248" cy="16218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323" name="Connector 1322"/>
          <p:cNvCxnSpPr/>
          <p:nvPr/>
        </p:nvCxnSpPr>
        <p:spPr>
          <a:xfrm>
            <a:off x="11828529" y="3946341"/>
            <a:ext cx="27030" cy="10811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cxnSp>
        <p:nvCxnSpPr>
          <p:cNvPr id="1324" name="Connector 1323"/>
          <p:cNvCxnSpPr/>
          <p:nvPr/>
        </p:nvCxnSpPr>
        <p:spPr>
          <a:xfrm flipH="1">
            <a:off x="11844747" y="3957152"/>
            <a:ext cx="10812" cy="27030"/>
          </a:xfrm>
          <a:prstGeom prst="line">
            <a:avLst/>
          </a:prstGeom>
          <a:ln w="12719">
            <a:solidFill>
              <a:srgbClr val="000000"/>
            </a:solidFill>
          </a:ln>
        </p:spPr>
      </p:cxnSp>
      <p:sp>
        <p:nvSpPr>
          <p:cNvPr id="1325" name="Freeform 1324"/>
          <p:cNvSpPr/>
          <p:nvPr/>
        </p:nvSpPr>
        <p:spPr>
          <a:xfrm>
            <a:off x="11751432" y="3955298"/>
            <a:ext cx="69949" cy="69949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2" y="5"/>
                </a:lnTo>
                <a:lnTo>
                  <a:pt x="6" y="1"/>
                </a:lnTo>
                <a:lnTo>
                  <a:pt x="11" y="0"/>
                </a:lnTo>
              </a:path>
            </a:pathLst>
          </a:custGeom>
          <a:noFill/>
          <a:ln w="826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6" name="TextBox 1325"/>
          <p:cNvSpPr txBox="1"/>
          <p:nvPr/>
        </p:nvSpPr>
        <p:spPr>
          <a:xfrm>
            <a:off x="5094309" y="5335987"/>
            <a:ext cx="3116369" cy="29891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2" b="1" i="0">
                <a:solidFill>
                  <a:srgbClr val="000000"/>
                </a:solidFill>
                <a:latin typeface="Times New Roman"/>
              </a:rPr>
              <a:t>(c) Applications in VQEs</a:t>
            </a:r>
          </a:p>
        </p:txBody>
      </p:sp>
      <p:sp>
        <p:nvSpPr>
          <p:cNvPr id="1327" name="Rectangle 1326"/>
          <p:cNvSpPr/>
          <p:nvPr/>
        </p:nvSpPr>
        <p:spPr>
          <a:xfrm>
            <a:off x="8280638" y="4789032"/>
            <a:ext cx="3796882" cy="826791"/>
          </a:xfrm>
          <a:prstGeom prst="rect">
            <a:avLst/>
          </a:prstGeom>
          <a:solidFill>
            <a:srgbClr val="FFFFFF"/>
          </a:solidFill>
          <a:ln w="1907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8" name="Hexagon 1327"/>
          <p:cNvSpPr/>
          <p:nvPr/>
        </p:nvSpPr>
        <p:spPr>
          <a:xfrm>
            <a:off x="8395117" y="4941671"/>
            <a:ext cx="254397" cy="203517"/>
          </a:xfrm>
          <a:prstGeom prst="hexagon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9" name="TextBox 1328"/>
          <p:cNvSpPr txBox="1"/>
          <p:nvPr/>
        </p:nvSpPr>
        <p:spPr>
          <a:xfrm>
            <a:off x="8713114" y="4916231"/>
            <a:ext cx="922190" cy="2225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1" b="1" i="0">
                <a:solidFill>
                  <a:srgbClr val="000000"/>
                </a:solidFill>
                <a:latin typeface="Times New Roman"/>
              </a:rPr>
              <a:t>Rotation X</a:t>
            </a:r>
          </a:p>
        </p:txBody>
      </p:sp>
      <p:sp>
        <p:nvSpPr>
          <p:cNvPr id="1330" name="Diamond 1329"/>
          <p:cNvSpPr/>
          <p:nvPr/>
        </p:nvSpPr>
        <p:spPr>
          <a:xfrm>
            <a:off x="8414196" y="5183348"/>
            <a:ext cx="216237" cy="216237"/>
          </a:xfrm>
          <a:prstGeom prst="diamond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1" name="TextBox 1330"/>
          <p:cNvSpPr txBox="1"/>
          <p:nvPr/>
        </p:nvSpPr>
        <p:spPr>
          <a:xfrm>
            <a:off x="8713114" y="5164269"/>
            <a:ext cx="922190" cy="2225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1" b="1" i="0">
                <a:solidFill>
                  <a:srgbClr val="000000"/>
                </a:solidFill>
                <a:latin typeface="Times New Roman"/>
              </a:rPr>
              <a:t>Rotation Y</a:t>
            </a:r>
          </a:p>
        </p:txBody>
      </p:sp>
      <p:sp>
        <p:nvSpPr>
          <p:cNvPr id="1332" name="Oval 1331"/>
          <p:cNvSpPr/>
          <p:nvPr/>
        </p:nvSpPr>
        <p:spPr>
          <a:xfrm>
            <a:off x="8414196" y="5399586"/>
            <a:ext cx="216237" cy="216237"/>
          </a:xfrm>
          <a:prstGeom prst="ellipse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3" name="TextBox 1332"/>
          <p:cNvSpPr txBox="1"/>
          <p:nvPr/>
        </p:nvSpPr>
        <p:spPr>
          <a:xfrm>
            <a:off x="8713114" y="5374146"/>
            <a:ext cx="922190" cy="2225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1" b="1" i="0">
                <a:solidFill>
                  <a:srgbClr val="000000"/>
                </a:solidFill>
                <a:latin typeface="Times New Roman"/>
              </a:rPr>
              <a:t>Rotation Z</a:t>
            </a:r>
          </a:p>
        </p:txBody>
      </p:sp>
      <p:sp>
        <p:nvSpPr>
          <p:cNvPr id="1334" name="Rectangle 1333"/>
          <p:cNvSpPr/>
          <p:nvPr/>
        </p:nvSpPr>
        <p:spPr>
          <a:xfrm>
            <a:off x="9686184" y="4916231"/>
            <a:ext cx="228957" cy="228957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5" name="TextBox 1334"/>
          <p:cNvSpPr txBox="1"/>
          <p:nvPr/>
        </p:nvSpPr>
        <p:spPr>
          <a:xfrm>
            <a:off x="10004181" y="4909871"/>
            <a:ext cx="985790" cy="2416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1" b="1" i="0">
                <a:solidFill>
                  <a:srgbClr val="000000"/>
                </a:solidFill>
                <a:latin typeface="Times New Roman"/>
              </a:rPr>
              <a:t>Active Params</a:t>
            </a:r>
          </a:p>
        </p:txBody>
      </p:sp>
      <p:sp>
        <p:nvSpPr>
          <p:cNvPr id="1336" name="Rectangle 1335"/>
          <p:cNvSpPr/>
          <p:nvPr/>
        </p:nvSpPr>
        <p:spPr>
          <a:xfrm>
            <a:off x="9686184" y="5176988"/>
            <a:ext cx="228957" cy="228957"/>
          </a:xfrm>
          <a:prstGeom prst="rect">
            <a:avLst/>
          </a:prstGeom>
          <a:solidFill>
            <a:srgbClr val="D1EABB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7" name="TextBox 1336"/>
          <p:cNvSpPr txBox="1"/>
          <p:nvPr/>
        </p:nvSpPr>
        <p:spPr>
          <a:xfrm>
            <a:off x="10004181" y="5170628"/>
            <a:ext cx="953990" cy="2416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1" b="1" i="0">
                <a:solidFill>
                  <a:srgbClr val="5C9C33"/>
                </a:solidFill>
                <a:latin typeface="Times New Roman"/>
              </a:rPr>
              <a:t>Mid-size Ansatz</a:t>
            </a:r>
          </a:p>
        </p:txBody>
      </p:sp>
      <p:sp>
        <p:nvSpPr>
          <p:cNvPr id="1338" name="Rectangle 1337"/>
          <p:cNvSpPr/>
          <p:nvPr/>
        </p:nvSpPr>
        <p:spPr>
          <a:xfrm>
            <a:off x="9686184" y="5431386"/>
            <a:ext cx="228957" cy="178078"/>
          </a:xfrm>
          <a:prstGeom prst="rect">
            <a:avLst/>
          </a:prstGeom>
          <a:solidFill>
            <a:srgbClr val="FFF0C2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9" name="TextBox 1338"/>
          <p:cNvSpPr txBox="1"/>
          <p:nvPr/>
        </p:nvSpPr>
        <p:spPr>
          <a:xfrm>
            <a:off x="10004181" y="5399586"/>
            <a:ext cx="953990" cy="2225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 i="0">
                <a:solidFill>
                  <a:srgbClr val="F08A3C"/>
                </a:solidFill>
                <a:latin typeface="Times New Roman"/>
              </a:rPr>
              <a:t>Small-size Ansatz</a:t>
            </a:r>
          </a:p>
        </p:txBody>
      </p:sp>
      <p:sp>
        <p:nvSpPr>
          <p:cNvPr id="1340" name="Rectangle 1339"/>
          <p:cNvSpPr/>
          <p:nvPr/>
        </p:nvSpPr>
        <p:spPr>
          <a:xfrm>
            <a:off x="11009051" y="4916231"/>
            <a:ext cx="228957" cy="228957"/>
          </a:xfrm>
          <a:prstGeom prst="rect">
            <a:avLst/>
          </a:prstGeom>
          <a:solidFill>
            <a:srgbClr val="8546D8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1" name="TextBox 1340"/>
          <p:cNvSpPr txBox="1"/>
          <p:nvPr/>
        </p:nvSpPr>
        <p:spPr>
          <a:xfrm>
            <a:off x="11295248" y="4909871"/>
            <a:ext cx="756832" cy="2416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 i="0">
                <a:solidFill>
                  <a:srgbClr val="000000"/>
                </a:solidFill>
                <a:latin typeface="Times New Roman"/>
              </a:rPr>
              <a:t>Frozen Params</a:t>
            </a:r>
          </a:p>
        </p:txBody>
      </p:sp>
      <p:sp>
        <p:nvSpPr>
          <p:cNvPr id="1342" name="Rectangle 1341"/>
          <p:cNvSpPr/>
          <p:nvPr/>
        </p:nvSpPr>
        <p:spPr>
          <a:xfrm>
            <a:off x="11085370" y="5196068"/>
            <a:ext cx="82679" cy="286197"/>
          </a:xfrm>
          <a:prstGeom prst="rect">
            <a:avLst/>
          </a:prstGeom>
          <a:solidFill>
            <a:srgbClr val="FFFFFF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3" name="TextBox 1342"/>
          <p:cNvSpPr txBox="1"/>
          <p:nvPr/>
        </p:nvSpPr>
        <p:spPr>
          <a:xfrm>
            <a:off x="11346128" y="5221508"/>
            <a:ext cx="585114" cy="2225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1" b="1" i="0">
                <a:solidFill>
                  <a:srgbClr val="000000"/>
                </a:solidFill>
                <a:latin typeface="Times New Roman"/>
              </a:rPr>
              <a:t>C-NOT</a:t>
            </a:r>
          </a:p>
        </p:txBody>
      </p:sp>
      <p:sp>
        <p:nvSpPr>
          <p:cNvPr id="1344" name="Rectangle 1343"/>
          <p:cNvSpPr/>
          <p:nvPr/>
        </p:nvSpPr>
        <p:spPr>
          <a:xfrm>
            <a:off x="11009051" y="5450466"/>
            <a:ext cx="228957" cy="165358"/>
          </a:xfrm>
          <a:prstGeom prst="rect">
            <a:avLst/>
          </a:prstGeom>
          <a:solidFill>
            <a:srgbClr val="F4CFF0"/>
          </a:solidFill>
          <a:ln w="12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5" name="TextBox 1344"/>
          <p:cNvSpPr txBox="1"/>
          <p:nvPr/>
        </p:nvSpPr>
        <p:spPr>
          <a:xfrm>
            <a:off x="11295248" y="5405946"/>
            <a:ext cx="763192" cy="23531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1" b="1" i="0">
                <a:solidFill>
                  <a:srgbClr val="E55BD9"/>
                </a:solidFill>
                <a:latin typeface="Times New Roman"/>
              </a:rPr>
              <a:t>Large-size Ansatz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TITAN A Trajectory-Informed Technique for Adaptive Parameter Freezing in Large-Scale VQ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57366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