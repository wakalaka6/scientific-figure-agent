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15999" cy="71897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3715999" cy="71897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Hybrid panel"/>
          <p:cNvSpPr/>
          <p:nvPr/>
        </p:nvSpPr>
        <p:spPr>
          <a:xfrm>
            <a:off x="2464650" y="80210"/>
            <a:ext cx="7568956" cy="4360535"/>
          </a:xfrm>
          <a:prstGeom prst="roundRect">
            <a:avLst>
              <a:gd name="adj" fmla="val 9197"/>
            </a:avLst>
          </a:prstGeom>
          <a:solidFill>
            <a:srgbClr val="FFF1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eature panel"/>
          <p:cNvSpPr/>
          <p:nvPr/>
        </p:nvSpPr>
        <p:spPr>
          <a:xfrm>
            <a:off x="10099234" y="65626"/>
            <a:ext cx="3616765" cy="4338660"/>
          </a:xfrm>
          <a:prstGeom prst="roundRect">
            <a:avLst>
              <a:gd name="adj" fmla="val 10483"/>
            </a:avLst>
          </a:prstGeom>
          <a:solidFill>
            <a:srgbClr val="E2F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lay dashed group"/>
          <p:cNvSpPr/>
          <p:nvPr/>
        </p:nvSpPr>
        <p:spPr>
          <a:xfrm>
            <a:off x="2617779" y="561473"/>
            <a:ext cx="4426162" cy="3689684"/>
          </a:xfrm>
          <a:prstGeom prst="roundRect">
            <a:avLst>
              <a:gd name="adj" fmla="val 7707"/>
            </a:avLst>
          </a:prstGeom>
          <a:noFill/>
          <a:ln w="21875">
            <a:solidFill>
              <a:srgbClr val="19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finement dashed group"/>
          <p:cNvSpPr/>
          <p:nvPr/>
        </p:nvSpPr>
        <p:spPr>
          <a:xfrm>
            <a:off x="7065818" y="554181"/>
            <a:ext cx="2785492" cy="3675100"/>
          </a:xfrm>
          <a:prstGeom prst="roundRect">
            <a:avLst>
              <a:gd name="adj" fmla="val 9685"/>
            </a:avLst>
          </a:prstGeom>
          <a:noFill/>
          <a:ln w="21875">
            <a:solidFill>
              <a:srgbClr val="19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ndidate dashed group"/>
          <p:cNvSpPr/>
          <p:nvPr/>
        </p:nvSpPr>
        <p:spPr>
          <a:xfrm>
            <a:off x="11769071" y="546889"/>
            <a:ext cx="1611502" cy="2224019"/>
          </a:xfrm>
          <a:prstGeom prst="roundRect">
            <a:avLst>
              <a:gd name="adj" fmla="val 12669"/>
            </a:avLst>
          </a:prstGeom>
          <a:noFill/>
          <a:ln w="21875">
            <a:solidFill>
              <a:srgbClr val="19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int-cloud panel 1"/>
          <p:cNvSpPr/>
          <p:nvPr/>
        </p:nvSpPr>
        <p:spPr>
          <a:xfrm>
            <a:off x="7291" y="5140765"/>
            <a:ext cx="2836535" cy="203443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21875">
            <a:solidFill>
              <a:srgbClr val="19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int-cloud panel 2"/>
          <p:cNvSpPr/>
          <p:nvPr/>
        </p:nvSpPr>
        <p:spPr>
          <a:xfrm>
            <a:off x="3857397" y="5140765"/>
            <a:ext cx="2851119" cy="203443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21875">
            <a:solidFill>
              <a:srgbClr val="19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int-cloud panel 3"/>
          <p:cNvSpPr/>
          <p:nvPr/>
        </p:nvSpPr>
        <p:spPr>
          <a:xfrm>
            <a:off x="7000191" y="5140765"/>
            <a:ext cx="2872995" cy="203443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21875">
            <a:solidFill>
              <a:srgbClr val="19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int-cloud panel 4"/>
          <p:cNvSpPr/>
          <p:nvPr/>
        </p:nvSpPr>
        <p:spPr>
          <a:xfrm>
            <a:off x="10456535" y="5140765"/>
            <a:ext cx="2872995" cy="203443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21875">
            <a:solidFill>
              <a:srgbClr val="19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Input to DynamicCrafter_1"/>
          <p:cNvCxnSpPr/>
          <p:nvPr/>
        </p:nvCxnSpPr>
        <p:spPr>
          <a:xfrm>
            <a:off x="2384440" y="2333397"/>
            <a:ext cx="2289646" cy="0"/>
          </a:xfrm>
          <a:prstGeom prst="line">
            <a:avLst/>
          </a:prstGeom>
          <a:ln w="29167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3" name="DynamicCrafter to video_1"/>
          <p:cNvCxnSpPr/>
          <p:nvPr/>
        </p:nvCxnSpPr>
        <p:spPr>
          <a:xfrm>
            <a:off x="4411578" y="2311521"/>
            <a:ext cx="262508" cy="0"/>
          </a:xfrm>
          <a:prstGeom prst="line">
            <a:avLst/>
          </a:prstGeom>
          <a:ln w="29167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4" name="Video to relay 1_1"/>
          <p:cNvCxnSpPr/>
          <p:nvPr/>
        </p:nvCxnSpPr>
        <p:spPr>
          <a:xfrm>
            <a:off x="5425148" y="918775"/>
            <a:ext cx="211464" cy="131253"/>
          </a:xfrm>
          <a:prstGeom prst="line">
            <a:avLst/>
          </a:prstGeom>
          <a:ln w="14583">
            <a:solidFill>
              <a:srgbClr val="000000"/>
            </a:solidFill>
            <a:prstDash val="dash"/>
          </a:ln>
          <a:effectLst/>
        </p:spPr>
      </p:cxnSp>
      <p:cxnSp>
        <p:nvCxnSpPr>
          <p:cNvPr id="15" name="Video to relay 1_2"/>
          <p:cNvCxnSpPr/>
          <p:nvPr/>
        </p:nvCxnSpPr>
        <p:spPr>
          <a:xfrm>
            <a:off x="5636612" y="1050028"/>
            <a:ext cx="167713" cy="80211"/>
          </a:xfrm>
          <a:prstGeom prst="line">
            <a:avLst/>
          </a:prstGeom>
          <a:ln w="14583">
            <a:solidFill>
              <a:srgbClr val="000000"/>
            </a:solidFill>
            <a:prstDash val="dash"/>
            <a:tailEnd type="triangle" w="sm" len="sm"/>
          </a:ln>
          <a:effectLst/>
        </p:spPr>
      </p:cxnSp>
      <p:cxnSp>
        <p:nvCxnSpPr>
          <p:cNvPr id="16" name="Video to relay 2_1"/>
          <p:cNvCxnSpPr/>
          <p:nvPr/>
        </p:nvCxnSpPr>
        <p:spPr>
          <a:xfrm>
            <a:off x="5425148" y="1429205"/>
            <a:ext cx="189588" cy="102086"/>
          </a:xfrm>
          <a:prstGeom prst="line">
            <a:avLst/>
          </a:prstGeom>
          <a:ln w="14583">
            <a:solidFill>
              <a:srgbClr val="000000"/>
            </a:solidFill>
            <a:prstDash val="dash"/>
          </a:ln>
          <a:effectLst/>
        </p:spPr>
      </p:cxnSp>
      <p:cxnSp>
        <p:nvCxnSpPr>
          <p:cNvPr id="17" name="Video to relay 2_2"/>
          <p:cNvCxnSpPr/>
          <p:nvPr/>
        </p:nvCxnSpPr>
        <p:spPr>
          <a:xfrm>
            <a:off x="5614736" y="1531291"/>
            <a:ext cx="196881" cy="364594"/>
          </a:xfrm>
          <a:prstGeom prst="line">
            <a:avLst/>
          </a:prstGeom>
          <a:ln w="14583">
            <a:solidFill>
              <a:srgbClr val="000000"/>
            </a:solidFill>
            <a:prstDash val="dash"/>
            <a:tailEnd type="triangle" w="sm" len="sm"/>
          </a:ln>
          <a:effectLst/>
        </p:spPr>
      </p:cxnSp>
      <p:cxnSp>
        <p:nvCxnSpPr>
          <p:cNvPr id="18" name="Video to relay 3_1"/>
          <p:cNvCxnSpPr/>
          <p:nvPr/>
        </p:nvCxnSpPr>
        <p:spPr>
          <a:xfrm flipV="1">
            <a:off x="5425148" y="2902162"/>
            <a:ext cx="196880" cy="233340"/>
          </a:xfrm>
          <a:prstGeom prst="line">
            <a:avLst/>
          </a:prstGeom>
          <a:ln w="14583">
            <a:solidFill>
              <a:srgbClr val="000000"/>
            </a:solidFill>
            <a:prstDash val="dash"/>
          </a:ln>
          <a:effectLst/>
        </p:spPr>
      </p:cxnSp>
      <p:cxnSp>
        <p:nvCxnSpPr>
          <p:cNvPr id="19" name="Video to relay 3_2"/>
          <p:cNvCxnSpPr/>
          <p:nvPr/>
        </p:nvCxnSpPr>
        <p:spPr>
          <a:xfrm flipV="1">
            <a:off x="5622028" y="2661531"/>
            <a:ext cx="189589" cy="240631"/>
          </a:xfrm>
          <a:prstGeom prst="line">
            <a:avLst/>
          </a:prstGeom>
          <a:ln w="14583">
            <a:solidFill>
              <a:srgbClr val="000000"/>
            </a:solidFill>
            <a:prstDash val="dash"/>
            <a:tailEnd type="triangle" w="sm" len="sm"/>
          </a:ln>
          <a:effectLst/>
        </p:spPr>
      </p:cxnSp>
      <p:cxnSp>
        <p:nvCxnSpPr>
          <p:cNvPr id="20" name="Video to relay 4_1"/>
          <p:cNvCxnSpPr/>
          <p:nvPr/>
        </p:nvCxnSpPr>
        <p:spPr>
          <a:xfrm flipV="1">
            <a:off x="5425148" y="3602181"/>
            <a:ext cx="189588" cy="21876"/>
          </a:xfrm>
          <a:prstGeom prst="line">
            <a:avLst/>
          </a:prstGeom>
          <a:ln w="14583">
            <a:solidFill>
              <a:srgbClr val="000000"/>
            </a:solidFill>
            <a:prstDash val="dash"/>
          </a:ln>
          <a:effectLst/>
        </p:spPr>
      </p:cxnSp>
      <p:cxnSp>
        <p:nvCxnSpPr>
          <p:cNvPr id="21" name="Video to relay 4_2"/>
          <p:cNvCxnSpPr/>
          <p:nvPr/>
        </p:nvCxnSpPr>
        <p:spPr>
          <a:xfrm flipV="1">
            <a:off x="5614736" y="3463636"/>
            <a:ext cx="196881" cy="138545"/>
          </a:xfrm>
          <a:prstGeom prst="line">
            <a:avLst/>
          </a:prstGeom>
          <a:ln w="14583">
            <a:solidFill>
              <a:srgbClr val="000000"/>
            </a:solidFill>
            <a:prstDash val="dash"/>
            <a:tailEnd type="triangle" w="sm" len="sm"/>
          </a:ln>
          <a:effectLst/>
        </p:spPr>
      </p:cxnSp>
      <p:cxnSp>
        <p:nvCxnSpPr>
          <p:cNvPr id="22" name="Relay to ViewCrafter_1"/>
          <p:cNvCxnSpPr/>
          <p:nvPr/>
        </p:nvCxnSpPr>
        <p:spPr>
          <a:xfrm>
            <a:off x="6744976" y="2275062"/>
            <a:ext cx="437512" cy="0"/>
          </a:xfrm>
          <a:prstGeom prst="line">
            <a:avLst/>
          </a:prstGeom>
          <a:ln w="29167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3" name="ViewCrafter to hybrid video_1"/>
          <p:cNvCxnSpPr/>
          <p:nvPr/>
        </p:nvCxnSpPr>
        <p:spPr>
          <a:xfrm>
            <a:off x="8604401" y="2275062"/>
            <a:ext cx="204173" cy="0"/>
          </a:xfrm>
          <a:prstGeom prst="line">
            <a:avLst/>
          </a:prstGeom>
          <a:ln w="29167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4" name="Hybrid to selector_1"/>
          <p:cNvCxnSpPr/>
          <p:nvPr/>
        </p:nvCxnSpPr>
        <p:spPr>
          <a:xfrm>
            <a:off x="9566928" y="2275062"/>
            <a:ext cx="714603" cy="0"/>
          </a:xfrm>
          <a:prstGeom prst="line">
            <a:avLst/>
          </a:prstGeom>
          <a:ln w="29167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5" name="Input pair to left pose model_1"/>
          <p:cNvCxnSpPr/>
          <p:nvPr/>
        </p:nvCxnSpPr>
        <p:spPr>
          <a:xfrm>
            <a:off x="1414622" y="3565722"/>
            <a:ext cx="0" cy="984402"/>
          </a:xfrm>
          <a:prstGeom prst="line">
            <a:avLst/>
          </a:prstGeom>
          <a:ln w="2187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6" name="Video clip to middle pose model_1"/>
          <p:cNvCxnSpPr/>
          <p:nvPr/>
        </p:nvCxnSpPr>
        <p:spPr>
          <a:xfrm>
            <a:off x="5133473" y="4433454"/>
            <a:ext cx="29168" cy="65627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cxnSp>
        <p:nvCxnSpPr>
          <p:cNvPr id="27" name="Video clip to middle pose model_2"/>
          <p:cNvCxnSpPr/>
          <p:nvPr/>
        </p:nvCxnSpPr>
        <p:spPr>
          <a:xfrm>
            <a:off x="5162641" y="4499081"/>
            <a:ext cx="116670" cy="51043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cxnSp>
        <p:nvCxnSpPr>
          <p:cNvPr id="28" name="Hybrid video to middle pose model_1"/>
          <p:cNvCxnSpPr/>
          <p:nvPr/>
        </p:nvCxnSpPr>
        <p:spPr>
          <a:xfrm flipH="1">
            <a:off x="8881492" y="4433454"/>
            <a:ext cx="94795" cy="72919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cxnSp>
        <p:nvCxnSpPr>
          <p:cNvPr id="29" name="Hybrid video to middle pose model_2"/>
          <p:cNvCxnSpPr/>
          <p:nvPr/>
        </p:nvCxnSpPr>
        <p:spPr>
          <a:xfrm flipH="1">
            <a:off x="8713779" y="4506373"/>
            <a:ext cx="167713" cy="43751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cxnSp>
        <p:nvCxnSpPr>
          <p:cNvPr id="30" name="Top-k to right pose model_1"/>
          <p:cNvCxnSpPr/>
          <p:nvPr/>
        </p:nvCxnSpPr>
        <p:spPr>
          <a:xfrm>
            <a:off x="11878449" y="4134488"/>
            <a:ext cx="0" cy="415636"/>
          </a:xfrm>
          <a:prstGeom prst="line">
            <a:avLst/>
          </a:prstGeom>
          <a:ln w="2187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1" name="Left pose output_1"/>
          <p:cNvCxnSpPr/>
          <p:nvPr/>
        </p:nvCxnSpPr>
        <p:spPr>
          <a:xfrm>
            <a:off x="1414622" y="4987636"/>
            <a:ext cx="0" cy="153129"/>
          </a:xfrm>
          <a:prstGeom prst="line">
            <a:avLst/>
          </a:prstGeom>
          <a:ln w="2187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2" name="Middle pose output A_1"/>
          <p:cNvCxnSpPr/>
          <p:nvPr/>
        </p:nvCxnSpPr>
        <p:spPr>
          <a:xfrm>
            <a:off x="5279311" y="4987636"/>
            <a:ext cx="0" cy="153129"/>
          </a:xfrm>
          <a:prstGeom prst="line">
            <a:avLst/>
          </a:prstGeom>
          <a:ln w="2187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3" name="Middle pose output B_1"/>
          <p:cNvCxnSpPr/>
          <p:nvPr/>
        </p:nvCxnSpPr>
        <p:spPr>
          <a:xfrm>
            <a:off x="8443980" y="4987636"/>
            <a:ext cx="0" cy="153129"/>
          </a:xfrm>
          <a:prstGeom prst="line">
            <a:avLst/>
          </a:prstGeom>
          <a:ln w="2187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4" name="Right pose output_1"/>
          <p:cNvCxnSpPr/>
          <p:nvPr/>
        </p:nvCxnSpPr>
        <p:spPr>
          <a:xfrm>
            <a:off x="11878449" y="4987636"/>
            <a:ext cx="0" cy="153129"/>
          </a:xfrm>
          <a:prstGeom prst="line">
            <a:avLst/>
          </a:prstGeom>
          <a:ln w="2187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5" name="Result transition 1_1"/>
          <p:cNvCxnSpPr/>
          <p:nvPr/>
        </p:nvCxnSpPr>
        <p:spPr>
          <a:xfrm>
            <a:off x="2843827" y="6154334"/>
            <a:ext cx="1006278" cy="0"/>
          </a:xfrm>
          <a:prstGeom prst="line">
            <a:avLst/>
          </a:prstGeom>
          <a:ln w="29167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6" name="Result transition 2_1"/>
          <p:cNvCxnSpPr/>
          <p:nvPr/>
        </p:nvCxnSpPr>
        <p:spPr>
          <a:xfrm>
            <a:off x="6708516" y="6154334"/>
            <a:ext cx="291675" cy="0"/>
          </a:xfrm>
          <a:prstGeom prst="line">
            <a:avLst/>
          </a:prstGeom>
          <a:ln w="29167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7" name="Result transition 3_1"/>
          <p:cNvCxnSpPr/>
          <p:nvPr/>
        </p:nvCxnSpPr>
        <p:spPr>
          <a:xfrm>
            <a:off x="9873186" y="6154334"/>
            <a:ext cx="583349" cy="0"/>
          </a:xfrm>
          <a:prstGeom prst="line">
            <a:avLst/>
          </a:prstGeom>
          <a:ln w="29167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38" name="Input title"/>
          <p:cNvSpPr txBox="1"/>
          <p:nvPr/>
        </p:nvSpPr>
        <p:spPr>
          <a:xfrm>
            <a:off x="415636" y="663559"/>
            <a:ext cx="2034430" cy="3645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2" b="1" i="0">
                <a:solidFill>
                  <a:srgbClr val="000000"/>
                </a:solidFill>
                <a:latin typeface="Liberation Serif"/>
              </a:rPr>
              <a:t>Input Image Pair</a:t>
            </a:r>
          </a:p>
        </p:txBody>
      </p:sp>
      <p:sp>
        <p:nvSpPr>
          <p:cNvPr id="39" name="Hybrid title"/>
          <p:cNvSpPr txBox="1"/>
          <p:nvPr/>
        </p:nvSpPr>
        <p:spPr>
          <a:xfrm>
            <a:off x="3762602" y="102086"/>
            <a:ext cx="4987636" cy="35730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9" b="1" i="0">
                <a:solidFill>
                  <a:srgbClr val="7B5700"/>
                </a:solidFill>
                <a:latin typeface="Liberation Serif"/>
              </a:rPr>
              <a:t>Hybrid Video Generation</a:t>
            </a:r>
          </a:p>
        </p:txBody>
      </p:sp>
      <p:sp>
        <p:nvSpPr>
          <p:cNvPr id="40" name="Feature title"/>
          <p:cNvSpPr txBox="1"/>
          <p:nvPr/>
        </p:nvSpPr>
        <p:spPr>
          <a:xfrm>
            <a:off x="10332574" y="102086"/>
            <a:ext cx="3128210" cy="35730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2" b="1" i="0">
                <a:solidFill>
                  <a:srgbClr val="2F4D25"/>
                </a:solidFill>
                <a:latin typeface="Liberation Serif"/>
              </a:rPr>
              <a:t>Feature Matching Selector</a:t>
            </a:r>
          </a:p>
        </p:txBody>
      </p:sp>
      <p:sp>
        <p:nvSpPr>
          <p:cNvPr id="41" name="Relay heading"/>
          <p:cNvSpPr txBox="1"/>
          <p:nvPr/>
        </p:nvSpPr>
        <p:spPr>
          <a:xfrm>
            <a:off x="2785492" y="918775"/>
            <a:ext cx="1633377" cy="59064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00000"/>
                </a:solidFill>
                <a:latin typeface="Liberation Serif"/>
              </a:rPr>
              <a:t>Robust Relay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00000"/>
                </a:solidFill>
                <a:latin typeface="Liberation Serif"/>
              </a:rPr>
              <a:t>Frame Generation</a:t>
            </a:r>
          </a:p>
        </p:txBody>
      </p:sp>
      <p:sp>
        <p:nvSpPr>
          <p:cNvPr id="42" name="Refinement heading"/>
          <p:cNvSpPr txBox="1"/>
          <p:nvPr/>
        </p:nvSpPr>
        <p:spPr>
          <a:xfrm>
            <a:off x="7218947" y="926066"/>
            <a:ext cx="1560459" cy="5833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2" b="1" i="0">
                <a:solidFill>
                  <a:srgbClr val="000000"/>
                </a:solidFill>
                <a:latin typeface="Liberation Serif"/>
              </a:rPr>
              <a:t>Pose-Guided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2" b="1" i="0">
                <a:solidFill>
                  <a:srgbClr val="000000"/>
                </a:solidFill>
                <a:latin typeface="Liberation Serif"/>
              </a:rPr>
              <a:t>Video Refinement</a:t>
            </a:r>
          </a:p>
        </p:txBody>
      </p:sp>
      <p:pic>
        <p:nvPicPr>
          <p:cNvPr id="43" name="Input start image" descr="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71" y="1122947"/>
            <a:ext cx="1895885" cy="1203157"/>
          </a:xfrm>
          <a:prstGeom prst="rect">
            <a:avLst/>
          </a:prstGeom>
        </p:spPr>
      </p:pic>
      <p:sp>
        <p:nvSpPr>
          <p:cNvPr id="44" name="Start frame blue border"/>
          <p:cNvSpPr/>
          <p:nvPr/>
        </p:nvSpPr>
        <p:spPr>
          <a:xfrm>
            <a:off x="459387" y="1108363"/>
            <a:ext cx="1925052" cy="1225033"/>
          </a:xfrm>
          <a:prstGeom prst="rect">
            <a:avLst/>
          </a:prstGeom>
          <a:noFill/>
          <a:ln w="29167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5" name="Input end image" descr="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71" y="2377148"/>
            <a:ext cx="1895885" cy="1181282"/>
          </a:xfrm>
          <a:prstGeom prst="rect">
            <a:avLst/>
          </a:prstGeom>
        </p:spPr>
      </p:pic>
      <p:sp>
        <p:nvSpPr>
          <p:cNvPr id="46" name="End frame yellow border"/>
          <p:cNvSpPr/>
          <p:nvPr/>
        </p:nvSpPr>
        <p:spPr>
          <a:xfrm>
            <a:off x="459387" y="2355272"/>
            <a:ext cx="1925052" cy="1210449"/>
          </a:xfrm>
          <a:prstGeom prst="rect">
            <a:avLst/>
          </a:prstGeom>
          <a:noFill/>
          <a:ln w="29167">
            <a:solidFill>
              <a:srgbClr val="FFF3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DynamicCrafter module"/>
          <p:cNvSpPr/>
          <p:nvPr/>
        </p:nvSpPr>
        <p:spPr>
          <a:xfrm>
            <a:off x="2697990" y="1895885"/>
            <a:ext cx="1728172" cy="765645"/>
          </a:xfrm>
          <a:prstGeom prst="roundRect">
            <a:avLst>
              <a:gd name="adj" fmla="val 17142"/>
            </a:avLst>
          </a:prstGeom>
          <a:solidFill>
            <a:srgbClr val="D4DF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DynamicCrafter label"/>
          <p:cNvSpPr txBox="1"/>
          <p:nvPr/>
        </p:nvSpPr>
        <p:spPr>
          <a:xfrm>
            <a:off x="2785492" y="2041722"/>
            <a:ext cx="1509416" cy="44480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2" b="1" i="0">
                <a:solidFill>
                  <a:srgbClr val="000000"/>
                </a:solidFill>
                <a:latin typeface="Liberation Serif"/>
              </a:rPr>
              <a:t>DynamicCrafter</a:t>
            </a:r>
          </a:p>
        </p:txBody>
      </p:sp>
      <p:sp>
        <p:nvSpPr>
          <p:cNvPr id="49" name="DynamicCrafter frozen icon"/>
          <p:cNvSpPr txBox="1"/>
          <p:nvPr/>
        </p:nvSpPr>
        <p:spPr>
          <a:xfrm>
            <a:off x="4105320" y="1925052"/>
            <a:ext cx="226047" cy="2552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5" b="1" i="0">
                <a:solidFill>
                  <a:srgbClr val="000000"/>
                </a:solidFill>
                <a:latin typeface="DejaVu Sans"/>
              </a:rPr>
              <a:t>❄</a:t>
            </a:r>
          </a:p>
        </p:txBody>
      </p:sp>
      <p:sp>
        <p:nvSpPr>
          <p:cNvPr id="50" name="ViewCrafter module"/>
          <p:cNvSpPr/>
          <p:nvPr/>
        </p:nvSpPr>
        <p:spPr>
          <a:xfrm>
            <a:off x="7182488" y="1874009"/>
            <a:ext cx="1421913" cy="758354"/>
          </a:xfrm>
          <a:prstGeom prst="roundRect">
            <a:avLst>
              <a:gd name="adj" fmla="val 17307"/>
            </a:avLst>
          </a:prstGeom>
          <a:solidFill>
            <a:srgbClr val="D4DF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ViewCrafter label"/>
          <p:cNvSpPr txBox="1"/>
          <p:nvPr/>
        </p:nvSpPr>
        <p:spPr>
          <a:xfrm>
            <a:off x="7291866" y="2027138"/>
            <a:ext cx="1210449" cy="4302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2" b="1" i="0">
                <a:solidFill>
                  <a:srgbClr val="000000"/>
                </a:solidFill>
                <a:latin typeface="Liberation Serif"/>
              </a:rPr>
              <a:t>ViewCrafter</a:t>
            </a:r>
          </a:p>
        </p:txBody>
      </p:sp>
      <p:sp>
        <p:nvSpPr>
          <p:cNvPr id="52" name="ViewCrafter frozen icon"/>
          <p:cNvSpPr txBox="1"/>
          <p:nvPr/>
        </p:nvSpPr>
        <p:spPr>
          <a:xfrm>
            <a:off x="8290851" y="1895885"/>
            <a:ext cx="226047" cy="26250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7" b="1" i="0">
                <a:solidFill>
                  <a:srgbClr val="000000"/>
                </a:solidFill>
                <a:latin typeface="DejaVu Sans"/>
              </a:rPr>
              <a:t>❄</a:t>
            </a:r>
          </a:p>
        </p:txBody>
      </p:sp>
      <p:sp>
        <p:nvSpPr>
          <p:cNvPr id="53" name="Start legend box"/>
          <p:cNvSpPr/>
          <p:nvPr/>
        </p:nvSpPr>
        <p:spPr>
          <a:xfrm>
            <a:off x="2763617" y="3062583"/>
            <a:ext cx="605224" cy="371885"/>
          </a:xfrm>
          <a:prstGeom prst="rect">
            <a:avLst/>
          </a:prstGeom>
          <a:noFill/>
          <a:ln w="29167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tart frame legend"/>
          <p:cNvSpPr txBox="1"/>
          <p:nvPr/>
        </p:nvSpPr>
        <p:spPr>
          <a:xfrm>
            <a:off x="3441760" y="3069875"/>
            <a:ext cx="1028153" cy="3645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000000"/>
                </a:solidFill>
                <a:latin typeface="Liberation Serif"/>
              </a:rPr>
              <a:t>: Start Frame</a:t>
            </a:r>
          </a:p>
        </p:txBody>
      </p:sp>
      <p:sp>
        <p:nvSpPr>
          <p:cNvPr id="55" name="End legend box"/>
          <p:cNvSpPr/>
          <p:nvPr/>
        </p:nvSpPr>
        <p:spPr>
          <a:xfrm>
            <a:off x="2763617" y="3463636"/>
            <a:ext cx="605224" cy="371885"/>
          </a:xfrm>
          <a:prstGeom prst="rect">
            <a:avLst/>
          </a:prstGeom>
          <a:noFill/>
          <a:ln w="29167">
            <a:solidFill>
              <a:srgbClr val="FFF3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nd frame legend"/>
          <p:cNvSpPr txBox="1"/>
          <p:nvPr/>
        </p:nvSpPr>
        <p:spPr>
          <a:xfrm>
            <a:off x="3441760" y="3470928"/>
            <a:ext cx="1028153" cy="3645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000000"/>
                </a:solidFill>
                <a:latin typeface="Liberation Serif"/>
              </a:rPr>
              <a:t>: End Frame</a:t>
            </a:r>
          </a:p>
        </p:txBody>
      </p:sp>
      <p:sp>
        <p:nvSpPr>
          <p:cNvPr id="57" name="Frozen legend icon"/>
          <p:cNvSpPr txBox="1"/>
          <p:nvPr/>
        </p:nvSpPr>
        <p:spPr>
          <a:xfrm>
            <a:off x="7218947" y="3390717"/>
            <a:ext cx="247923" cy="35000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00000"/>
                </a:solidFill>
                <a:latin typeface="DejaVu Sans"/>
              </a:rPr>
              <a:t>❄</a:t>
            </a:r>
          </a:p>
        </p:txBody>
      </p:sp>
      <p:sp>
        <p:nvSpPr>
          <p:cNvPr id="58" name="Frozen legend"/>
          <p:cNvSpPr txBox="1"/>
          <p:nvPr/>
        </p:nvSpPr>
        <p:spPr>
          <a:xfrm>
            <a:off x="7466870" y="3405301"/>
            <a:ext cx="1232325" cy="32084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000000"/>
                </a:solidFill>
                <a:latin typeface="Liberation Serif"/>
              </a:rPr>
              <a:t>: Frozen Network</a:t>
            </a:r>
          </a:p>
        </p:txBody>
      </p:sp>
      <p:sp>
        <p:nvSpPr>
          <p:cNvPr id="59" name="Video Clip"/>
          <p:cNvSpPr/>
          <p:nvPr/>
        </p:nvSpPr>
        <p:spPr>
          <a:xfrm>
            <a:off x="4688669" y="685435"/>
            <a:ext cx="751062" cy="3201129"/>
          </a:xfrm>
          <a:prstGeom prst="rect">
            <a:avLst/>
          </a:prstGeom>
          <a:solidFill>
            <a:srgbClr val="171717"/>
          </a:solidFill>
          <a:ln w="1093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ilm perforation"/>
          <p:cNvSpPr/>
          <p:nvPr/>
        </p:nvSpPr>
        <p:spPr>
          <a:xfrm>
            <a:off x="4703253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Film perforation"/>
          <p:cNvSpPr/>
          <p:nvPr/>
        </p:nvSpPr>
        <p:spPr>
          <a:xfrm>
            <a:off x="4703253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Film perforation"/>
          <p:cNvSpPr/>
          <p:nvPr/>
        </p:nvSpPr>
        <p:spPr>
          <a:xfrm>
            <a:off x="4763411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Film perforation"/>
          <p:cNvSpPr/>
          <p:nvPr/>
        </p:nvSpPr>
        <p:spPr>
          <a:xfrm>
            <a:off x="4763411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Film perforation"/>
          <p:cNvSpPr/>
          <p:nvPr/>
        </p:nvSpPr>
        <p:spPr>
          <a:xfrm>
            <a:off x="4823569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Film perforation"/>
          <p:cNvSpPr/>
          <p:nvPr/>
        </p:nvSpPr>
        <p:spPr>
          <a:xfrm>
            <a:off x="4823569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Film perforation"/>
          <p:cNvSpPr/>
          <p:nvPr/>
        </p:nvSpPr>
        <p:spPr>
          <a:xfrm>
            <a:off x="4883727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Film perforation"/>
          <p:cNvSpPr/>
          <p:nvPr/>
        </p:nvSpPr>
        <p:spPr>
          <a:xfrm>
            <a:off x="4883727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Film perforation"/>
          <p:cNvSpPr/>
          <p:nvPr/>
        </p:nvSpPr>
        <p:spPr>
          <a:xfrm>
            <a:off x="4943885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Film perforation"/>
          <p:cNvSpPr/>
          <p:nvPr/>
        </p:nvSpPr>
        <p:spPr>
          <a:xfrm>
            <a:off x="4943885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Film perforation"/>
          <p:cNvSpPr/>
          <p:nvPr/>
        </p:nvSpPr>
        <p:spPr>
          <a:xfrm>
            <a:off x="5004043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ilm perforation"/>
          <p:cNvSpPr/>
          <p:nvPr/>
        </p:nvSpPr>
        <p:spPr>
          <a:xfrm>
            <a:off x="5004043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Film perforation"/>
          <p:cNvSpPr/>
          <p:nvPr/>
        </p:nvSpPr>
        <p:spPr>
          <a:xfrm>
            <a:off x="5064200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Film perforation"/>
          <p:cNvSpPr/>
          <p:nvPr/>
        </p:nvSpPr>
        <p:spPr>
          <a:xfrm>
            <a:off x="5064200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ilm perforation"/>
          <p:cNvSpPr/>
          <p:nvPr/>
        </p:nvSpPr>
        <p:spPr>
          <a:xfrm>
            <a:off x="5124358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Film perforation"/>
          <p:cNvSpPr/>
          <p:nvPr/>
        </p:nvSpPr>
        <p:spPr>
          <a:xfrm>
            <a:off x="5124358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Film perforation"/>
          <p:cNvSpPr/>
          <p:nvPr/>
        </p:nvSpPr>
        <p:spPr>
          <a:xfrm>
            <a:off x="5184516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Film perforation"/>
          <p:cNvSpPr/>
          <p:nvPr/>
        </p:nvSpPr>
        <p:spPr>
          <a:xfrm>
            <a:off x="5184516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lm perforation"/>
          <p:cNvSpPr/>
          <p:nvPr/>
        </p:nvSpPr>
        <p:spPr>
          <a:xfrm>
            <a:off x="5244674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Film perforation"/>
          <p:cNvSpPr/>
          <p:nvPr/>
        </p:nvSpPr>
        <p:spPr>
          <a:xfrm>
            <a:off x="5244674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Film perforation"/>
          <p:cNvSpPr/>
          <p:nvPr/>
        </p:nvSpPr>
        <p:spPr>
          <a:xfrm>
            <a:off x="5304832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ilm perforation"/>
          <p:cNvSpPr/>
          <p:nvPr/>
        </p:nvSpPr>
        <p:spPr>
          <a:xfrm>
            <a:off x="5304832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Film perforation"/>
          <p:cNvSpPr/>
          <p:nvPr/>
        </p:nvSpPr>
        <p:spPr>
          <a:xfrm>
            <a:off x="5364990" y="692727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Film perforation"/>
          <p:cNvSpPr/>
          <p:nvPr/>
        </p:nvSpPr>
        <p:spPr>
          <a:xfrm>
            <a:off x="5364990" y="109898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4" name="Video Clip frame 1" descr="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837" y="736478"/>
            <a:ext cx="692727" cy="355218"/>
          </a:xfrm>
          <a:prstGeom prst="rect">
            <a:avLst/>
          </a:prstGeom>
        </p:spPr>
      </p:pic>
      <p:sp>
        <p:nvSpPr>
          <p:cNvPr id="85" name="Selected frame border"/>
          <p:cNvSpPr/>
          <p:nvPr/>
        </p:nvSpPr>
        <p:spPr>
          <a:xfrm>
            <a:off x="4710545" y="729186"/>
            <a:ext cx="707311" cy="369801"/>
          </a:xfrm>
          <a:prstGeom prst="rect">
            <a:avLst/>
          </a:prstGeom>
          <a:noFill/>
          <a:ln w="21875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ilm perforation"/>
          <p:cNvSpPr/>
          <p:nvPr/>
        </p:nvSpPr>
        <p:spPr>
          <a:xfrm>
            <a:off x="4703253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ilm perforation"/>
          <p:cNvSpPr/>
          <p:nvPr/>
        </p:nvSpPr>
        <p:spPr>
          <a:xfrm>
            <a:off x="4703253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ilm perforation"/>
          <p:cNvSpPr/>
          <p:nvPr/>
        </p:nvSpPr>
        <p:spPr>
          <a:xfrm>
            <a:off x="4763411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ilm perforation"/>
          <p:cNvSpPr/>
          <p:nvPr/>
        </p:nvSpPr>
        <p:spPr>
          <a:xfrm>
            <a:off x="4763411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Film perforation"/>
          <p:cNvSpPr/>
          <p:nvPr/>
        </p:nvSpPr>
        <p:spPr>
          <a:xfrm>
            <a:off x="4823569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Film perforation"/>
          <p:cNvSpPr/>
          <p:nvPr/>
        </p:nvSpPr>
        <p:spPr>
          <a:xfrm>
            <a:off x="4823569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Film perforation"/>
          <p:cNvSpPr/>
          <p:nvPr/>
        </p:nvSpPr>
        <p:spPr>
          <a:xfrm>
            <a:off x="4883727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Film perforation"/>
          <p:cNvSpPr/>
          <p:nvPr/>
        </p:nvSpPr>
        <p:spPr>
          <a:xfrm>
            <a:off x="4883727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Film perforation"/>
          <p:cNvSpPr/>
          <p:nvPr/>
        </p:nvSpPr>
        <p:spPr>
          <a:xfrm>
            <a:off x="4943885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Film perforation"/>
          <p:cNvSpPr/>
          <p:nvPr/>
        </p:nvSpPr>
        <p:spPr>
          <a:xfrm>
            <a:off x="4943885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Film perforation"/>
          <p:cNvSpPr/>
          <p:nvPr/>
        </p:nvSpPr>
        <p:spPr>
          <a:xfrm>
            <a:off x="5004043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ilm perforation"/>
          <p:cNvSpPr/>
          <p:nvPr/>
        </p:nvSpPr>
        <p:spPr>
          <a:xfrm>
            <a:off x="5004043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ilm perforation"/>
          <p:cNvSpPr/>
          <p:nvPr/>
        </p:nvSpPr>
        <p:spPr>
          <a:xfrm>
            <a:off x="5064200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Film perforation"/>
          <p:cNvSpPr/>
          <p:nvPr/>
        </p:nvSpPr>
        <p:spPr>
          <a:xfrm>
            <a:off x="5064200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ilm perforation"/>
          <p:cNvSpPr/>
          <p:nvPr/>
        </p:nvSpPr>
        <p:spPr>
          <a:xfrm>
            <a:off x="5124358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ilm perforation"/>
          <p:cNvSpPr/>
          <p:nvPr/>
        </p:nvSpPr>
        <p:spPr>
          <a:xfrm>
            <a:off x="5124358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ilm perforation"/>
          <p:cNvSpPr/>
          <p:nvPr/>
        </p:nvSpPr>
        <p:spPr>
          <a:xfrm>
            <a:off x="5184516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ilm perforation"/>
          <p:cNvSpPr/>
          <p:nvPr/>
        </p:nvSpPr>
        <p:spPr>
          <a:xfrm>
            <a:off x="5184516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ilm perforation"/>
          <p:cNvSpPr/>
          <p:nvPr/>
        </p:nvSpPr>
        <p:spPr>
          <a:xfrm>
            <a:off x="5244674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Film perforation"/>
          <p:cNvSpPr/>
          <p:nvPr/>
        </p:nvSpPr>
        <p:spPr>
          <a:xfrm>
            <a:off x="5244674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Film perforation"/>
          <p:cNvSpPr/>
          <p:nvPr/>
        </p:nvSpPr>
        <p:spPr>
          <a:xfrm>
            <a:off x="5304832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Film perforation"/>
          <p:cNvSpPr/>
          <p:nvPr/>
        </p:nvSpPr>
        <p:spPr>
          <a:xfrm>
            <a:off x="5304832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Film perforation"/>
          <p:cNvSpPr/>
          <p:nvPr/>
        </p:nvSpPr>
        <p:spPr>
          <a:xfrm>
            <a:off x="5364990" y="1150031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Film perforation"/>
          <p:cNvSpPr/>
          <p:nvPr/>
        </p:nvSpPr>
        <p:spPr>
          <a:xfrm>
            <a:off x="5364990" y="155629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0" name="Video Clip frame 2" descr="v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837" y="1193782"/>
            <a:ext cx="692727" cy="355218"/>
          </a:xfrm>
          <a:prstGeom prst="rect">
            <a:avLst/>
          </a:prstGeom>
        </p:spPr>
      </p:pic>
      <p:sp>
        <p:nvSpPr>
          <p:cNvPr id="111" name="Film perforation"/>
          <p:cNvSpPr/>
          <p:nvPr/>
        </p:nvSpPr>
        <p:spPr>
          <a:xfrm>
            <a:off x="4703253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Film perforation"/>
          <p:cNvSpPr/>
          <p:nvPr/>
        </p:nvSpPr>
        <p:spPr>
          <a:xfrm>
            <a:off x="4703253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Film perforation"/>
          <p:cNvSpPr/>
          <p:nvPr/>
        </p:nvSpPr>
        <p:spPr>
          <a:xfrm>
            <a:off x="4763411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Film perforation"/>
          <p:cNvSpPr/>
          <p:nvPr/>
        </p:nvSpPr>
        <p:spPr>
          <a:xfrm>
            <a:off x="4763411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Film perforation"/>
          <p:cNvSpPr/>
          <p:nvPr/>
        </p:nvSpPr>
        <p:spPr>
          <a:xfrm>
            <a:off x="4823569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ilm perforation"/>
          <p:cNvSpPr/>
          <p:nvPr/>
        </p:nvSpPr>
        <p:spPr>
          <a:xfrm>
            <a:off x="4823569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ilm perforation"/>
          <p:cNvSpPr/>
          <p:nvPr/>
        </p:nvSpPr>
        <p:spPr>
          <a:xfrm>
            <a:off x="4883727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ilm perforation"/>
          <p:cNvSpPr/>
          <p:nvPr/>
        </p:nvSpPr>
        <p:spPr>
          <a:xfrm>
            <a:off x="4883727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ilm perforation"/>
          <p:cNvSpPr/>
          <p:nvPr/>
        </p:nvSpPr>
        <p:spPr>
          <a:xfrm>
            <a:off x="4943885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Film perforation"/>
          <p:cNvSpPr/>
          <p:nvPr/>
        </p:nvSpPr>
        <p:spPr>
          <a:xfrm>
            <a:off x="4943885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Film perforation"/>
          <p:cNvSpPr/>
          <p:nvPr/>
        </p:nvSpPr>
        <p:spPr>
          <a:xfrm>
            <a:off x="5004043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Film perforation"/>
          <p:cNvSpPr/>
          <p:nvPr/>
        </p:nvSpPr>
        <p:spPr>
          <a:xfrm>
            <a:off x="5004043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Film perforation"/>
          <p:cNvSpPr/>
          <p:nvPr/>
        </p:nvSpPr>
        <p:spPr>
          <a:xfrm>
            <a:off x="5064200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Film perforation"/>
          <p:cNvSpPr/>
          <p:nvPr/>
        </p:nvSpPr>
        <p:spPr>
          <a:xfrm>
            <a:off x="5064200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Film perforation"/>
          <p:cNvSpPr/>
          <p:nvPr/>
        </p:nvSpPr>
        <p:spPr>
          <a:xfrm>
            <a:off x="5124358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Film perforation"/>
          <p:cNvSpPr/>
          <p:nvPr/>
        </p:nvSpPr>
        <p:spPr>
          <a:xfrm>
            <a:off x="5124358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Film perforation"/>
          <p:cNvSpPr/>
          <p:nvPr/>
        </p:nvSpPr>
        <p:spPr>
          <a:xfrm>
            <a:off x="5184516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Film perforation"/>
          <p:cNvSpPr/>
          <p:nvPr/>
        </p:nvSpPr>
        <p:spPr>
          <a:xfrm>
            <a:off x="5184516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Film perforation"/>
          <p:cNvSpPr/>
          <p:nvPr/>
        </p:nvSpPr>
        <p:spPr>
          <a:xfrm>
            <a:off x="5244674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Film perforation"/>
          <p:cNvSpPr/>
          <p:nvPr/>
        </p:nvSpPr>
        <p:spPr>
          <a:xfrm>
            <a:off x="5244674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Film perforation"/>
          <p:cNvSpPr/>
          <p:nvPr/>
        </p:nvSpPr>
        <p:spPr>
          <a:xfrm>
            <a:off x="5304832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Film perforation"/>
          <p:cNvSpPr/>
          <p:nvPr/>
        </p:nvSpPr>
        <p:spPr>
          <a:xfrm>
            <a:off x="5304832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Film perforation"/>
          <p:cNvSpPr/>
          <p:nvPr/>
        </p:nvSpPr>
        <p:spPr>
          <a:xfrm>
            <a:off x="5364990" y="160733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Film perforation"/>
          <p:cNvSpPr/>
          <p:nvPr/>
        </p:nvSpPr>
        <p:spPr>
          <a:xfrm>
            <a:off x="5364990" y="2013596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5" name="Video Clip frame 3" descr="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837" y="1651086"/>
            <a:ext cx="692727" cy="355218"/>
          </a:xfrm>
          <a:prstGeom prst="rect">
            <a:avLst/>
          </a:prstGeom>
        </p:spPr>
      </p:pic>
      <p:sp>
        <p:nvSpPr>
          <p:cNvPr id="136" name="Film perforation"/>
          <p:cNvSpPr/>
          <p:nvPr/>
        </p:nvSpPr>
        <p:spPr>
          <a:xfrm>
            <a:off x="4703253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Film perforation"/>
          <p:cNvSpPr/>
          <p:nvPr/>
        </p:nvSpPr>
        <p:spPr>
          <a:xfrm>
            <a:off x="4703253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Film perforation"/>
          <p:cNvSpPr/>
          <p:nvPr/>
        </p:nvSpPr>
        <p:spPr>
          <a:xfrm>
            <a:off x="4763411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Film perforation"/>
          <p:cNvSpPr/>
          <p:nvPr/>
        </p:nvSpPr>
        <p:spPr>
          <a:xfrm>
            <a:off x="4763411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Film perforation"/>
          <p:cNvSpPr/>
          <p:nvPr/>
        </p:nvSpPr>
        <p:spPr>
          <a:xfrm>
            <a:off x="4823569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Film perforation"/>
          <p:cNvSpPr/>
          <p:nvPr/>
        </p:nvSpPr>
        <p:spPr>
          <a:xfrm>
            <a:off x="4823569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ilm perforation"/>
          <p:cNvSpPr/>
          <p:nvPr/>
        </p:nvSpPr>
        <p:spPr>
          <a:xfrm>
            <a:off x="4883727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Film perforation"/>
          <p:cNvSpPr/>
          <p:nvPr/>
        </p:nvSpPr>
        <p:spPr>
          <a:xfrm>
            <a:off x="4883727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Film perforation"/>
          <p:cNvSpPr/>
          <p:nvPr/>
        </p:nvSpPr>
        <p:spPr>
          <a:xfrm>
            <a:off x="4943885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Film perforation"/>
          <p:cNvSpPr/>
          <p:nvPr/>
        </p:nvSpPr>
        <p:spPr>
          <a:xfrm>
            <a:off x="4943885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Film perforation"/>
          <p:cNvSpPr/>
          <p:nvPr/>
        </p:nvSpPr>
        <p:spPr>
          <a:xfrm>
            <a:off x="5004043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Film perforation"/>
          <p:cNvSpPr/>
          <p:nvPr/>
        </p:nvSpPr>
        <p:spPr>
          <a:xfrm>
            <a:off x="5004043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Film perforation"/>
          <p:cNvSpPr/>
          <p:nvPr/>
        </p:nvSpPr>
        <p:spPr>
          <a:xfrm>
            <a:off x="5064200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Film perforation"/>
          <p:cNvSpPr/>
          <p:nvPr/>
        </p:nvSpPr>
        <p:spPr>
          <a:xfrm>
            <a:off x="5064200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Film perforation"/>
          <p:cNvSpPr/>
          <p:nvPr/>
        </p:nvSpPr>
        <p:spPr>
          <a:xfrm>
            <a:off x="5124358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Film perforation"/>
          <p:cNvSpPr/>
          <p:nvPr/>
        </p:nvSpPr>
        <p:spPr>
          <a:xfrm>
            <a:off x="5124358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Film perforation"/>
          <p:cNvSpPr/>
          <p:nvPr/>
        </p:nvSpPr>
        <p:spPr>
          <a:xfrm>
            <a:off x="5184516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Film perforation"/>
          <p:cNvSpPr/>
          <p:nvPr/>
        </p:nvSpPr>
        <p:spPr>
          <a:xfrm>
            <a:off x="5184516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Film perforation"/>
          <p:cNvSpPr/>
          <p:nvPr/>
        </p:nvSpPr>
        <p:spPr>
          <a:xfrm>
            <a:off x="5244674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Film perforation"/>
          <p:cNvSpPr/>
          <p:nvPr/>
        </p:nvSpPr>
        <p:spPr>
          <a:xfrm>
            <a:off x="5244674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Film perforation"/>
          <p:cNvSpPr/>
          <p:nvPr/>
        </p:nvSpPr>
        <p:spPr>
          <a:xfrm>
            <a:off x="5304832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Film perforation"/>
          <p:cNvSpPr/>
          <p:nvPr/>
        </p:nvSpPr>
        <p:spPr>
          <a:xfrm>
            <a:off x="5304832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Film perforation"/>
          <p:cNvSpPr/>
          <p:nvPr/>
        </p:nvSpPr>
        <p:spPr>
          <a:xfrm>
            <a:off x="5364990" y="206463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Film perforation"/>
          <p:cNvSpPr/>
          <p:nvPr/>
        </p:nvSpPr>
        <p:spPr>
          <a:xfrm>
            <a:off x="5364990" y="2470900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Ellipsis slot"/>
          <p:cNvSpPr/>
          <p:nvPr/>
        </p:nvSpPr>
        <p:spPr>
          <a:xfrm>
            <a:off x="4710545" y="2108390"/>
            <a:ext cx="707311" cy="355218"/>
          </a:xfrm>
          <a:prstGeom prst="rect">
            <a:avLst/>
          </a:prstGeom>
          <a:solidFill>
            <a:srgbClr val="FFF1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Ellipsis"/>
          <p:cNvSpPr txBox="1"/>
          <p:nvPr/>
        </p:nvSpPr>
        <p:spPr>
          <a:xfrm>
            <a:off x="4710545" y="2108390"/>
            <a:ext cx="707311" cy="35521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0000"/>
                </a:solidFill>
                <a:latin typeface="Liberation Serif"/>
              </a:rPr>
              <a:t>…</a:t>
            </a:r>
          </a:p>
        </p:txBody>
      </p:sp>
      <p:sp>
        <p:nvSpPr>
          <p:cNvPr id="162" name="Film perforation"/>
          <p:cNvSpPr/>
          <p:nvPr/>
        </p:nvSpPr>
        <p:spPr>
          <a:xfrm>
            <a:off x="4703253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Film perforation"/>
          <p:cNvSpPr/>
          <p:nvPr/>
        </p:nvSpPr>
        <p:spPr>
          <a:xfrm>
            <a:off x="4703253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Film perforation"/>
          <p:cNvSpPr/>
          <p:nvPr/>
        </p:nvSpPr>
        <p:spPr>
          <a:xfrm>
            <a:off x="4763411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Film perforation"/>
          <p:cNvSpPr/>
          <p:nvPr/>
        </p:nvSpPr>
        <p:spPr>
          <a:xfrm>
            <a:off x="4763411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Film perforation"/>
          <p:cNvSpPr/>
          <p:nvPr/>
        </p:nvSpPr>
        <p:spPr>
          <a:xfrm>
            <a:off x="4823569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Film perforation"/>
          <p:cNvSpPr/>
          <p:nvPr/>
        </p:nvSpPr>
        <p:spPr>
          <a:xfrm>
            <a:off x="4823569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Film perforation"/>
          <p:cNvSpPr/>
          <p:nvPr/>
        </p:nvSpPr>
        <p:spPr>
          <a:xfrm>
            <a:off x="4883727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Film perforation"/>
          <p:cNvSpPr/>
          <p:nvPr/>
        </p:nvSpPr>
        <p:spPr>
          <a:xfrm>
            <a:off x="4883727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ilm perforation"/>
          <p:cNvSpPr/>
          <p:nvPr/>
        </p:nvSpPr>
        <p:spPr>
          <a:xfrm>
            <a:off x="4943885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ilm perforation"/>
          <p:cNvSpPr/>
          <p:nvPr/>
        </p:nvSpPr>
        <p:spPr>
          <a:xfrm>
            <a:off x="4943885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Film perforation"/>
          <p:cNvSpPr/>
          <p:nvPr/>
        </p:nvSpPr>
        <p:spPr>
          <a:xfrm>
            <a:off x="5004043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Film perforation"/>
          <p:cNvSpPr/>
          <p:nvPr/>
        </p:nvSpPr>
        <p:spPr>
          <a:xfrm>
            <a:off x="5004043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Film perforation"/>
          <p:cNvSpPr/>
          <p:nvPr/>
        </p:nvSpPr>
        <p:spPr>
          <a:xfrm>
            <a:off x="5064200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Film perforation"/>
          <p:cNvSpPr/>
          <p:nvPr/>
        </p:nvSpPr>
        <p:spPr>
          <a:xfrm>
            <a:off x="5064200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ilm perforation"/>
          <p:cNvSpPr/>
          <p:nvPr/>
        </p:nvSpPr>
        <p:spPr>
          <a:xfrm>
            <a:off x="5124358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ilm perforation"/>
          <p:cNvSpPr/>
          <p:nvPr/>
        </p:nvSpPr>
        <p:spPr>
          <a:xfrm>
            <a:off x="5124358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Film perforation"/>
          <p:cNvSpPr/>
          <p:nvPr/>
        </p:nvSpPr>
        <p:spPr>
          <a:xfrm>
            <a:off x="5184516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Film perforation"/>
          <p:cNvSpPr/>
          <p:nvPr/>
        </p:nvSpPr>
        <p:spPr>
          <a:xfrm>
            <a:off x="5184516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Film perforation"/>
          <p:cNvSpPr/>
          <p:nvPr/>
        </p:nvSpPr>
        <p:spPr>
          <a:xfrm>
            <a:off x="5244674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Film perforation"/>
          <p:cNvSpPr/>
          <p:nvPr/>
        </p:nvSpPr>
        <p:spPr>
          <a:xfrm>
            <a:off x="5244674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Film perforation"/>
          <p:cNvSpPr/>
          <p:nvPr/>
        </p:nvSpPr>
        <p:spPr>
          <a:xfrm>
            <a:off x="5304832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Film perforation"/>
          <p:cNvSpPr/>
          <p:nvPr/>
        </p:nvSpPr>
        <p:spPr>
          <a:xfrm>
            <a:off x="5304832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Film perforation"/>
          <p:cNvSpPr/>
          <p:nvPr/>
        </p:nvSpPr>
        <p:spPr>
          <a:xfrm>
            <a:off x="5364990" y="252194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Film perforation"/>
          <p:cNvSpPr/>
          <p:nvPr/>
        </p:nvSpPr>
        <p:spPr>
          <a:xfrm>
            <a:off x="5364990" y="2928205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6" name="Video Clip frame 5" descr="v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7837" y="2565695"/>
            <a:ext cx="692727" cy="355218"/>
          </a:xfrm>
          <a:prstGeom prst="rect">
            <a:avLst/>
          </a:prstGeom>
        </p:spPr>
      </p:pic>
      <p:sp>
        <p:nvSpPr>
          <p:cNvPr id="187" name="Film perforation"/>
          <p:cNvSpPr/>
          <p:nvPr/>
        </p:nvSpPr>
        <p:spPr>
          <a:xfrm>
            <a:off x="4703253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Film perforation"/>
          <p:cNvSpPr/>
          <p:nvPr/>
        </p:nvSpPr>
        <p:spPr>
          <a:xfrm>
            <a:off x="4703253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Film perforation"/>
          <p:cNvSpPr/>
          <p:nvPr/>
        </p:nvSpPr>
        <p:spPr>
          <a:xfrm>
            <a:off x="4763411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Film perforation"/>
          <p:cNvSpPr/>
          <p:nvPr/>
        </p:nvSpPr>
        <p:spPr>
          <a:xfrm>
            <a:off x="4763411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Film perforation"/>
          <p:cNvSpPr/>
          <p:nvPr/>
        </p:nvSpPr>
        <p:spPr>
          <a:xfrm>
            <a:off x="4823569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Film perforation"/>
          <p:cNvSpPr/>
          <p:nvPr/>
        </p:nvSpPr>
        <p:spPr>
          <a:xfrm>
            <a:off x="4823569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Film perforation"/>
          <p:cNvSpPr/>
          <p:nvPr/>
        </p:nvSpPr>
        <p:spPr>
          <a:xfrm>
            <a:off x="4883727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Film perforation"/>
          <p:cNvSpPr/>
          <p:nvPr/>
        </p:nvSpPr>
        <p:spPr>
          <a:xfrm>
            <a:off x="4883727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Film perforation"/>
          <p:cNvSpPr/>
          <p:nvPr/>
        </p:nvSpPr>
        <p:spPr>
          <a:xfrm>
            <a:off x="4943885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Film perforation"/>
          <p:cNvSpPr/>
          <p:nvPr/>
        </p:nvSpPr>
        <p:spPr>
          <a:xfrm>
            <a:off x="4943885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Film perforation"/>
          <p:cNvSpPr/>
          <p:nvPr/>
        </p:nvSpPr>
        <p:spPr>
          <a:xfrm>
            <a:off x="5004043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Film perforation"/>
          <p:cNvSpPr/>
          <p:nvPr/>
        </p:nvSpPr>
        <p:spPr>
          <a:xfrm>
            <a:off x="5004043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Film perforation"/>
          <p:cNvSpPr/>
          <p:nvPr/>
        </p:nvSpPr>
        <p:spPr>
          <a:xfrm>
            <a:off x="5064200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Film perforation"/>
          <p:cNvSpPr/>
          <p:nvPr/>
        </p:nvSpPr>
        <p:spPr>
          <a:xfrm>
            <a:off x="5064200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Film perforation"/>
          <p:cNvSpPr/>
          <p:nvPr/>
        </p:nvSpPr>
        <p:spPr>
          <a:xfrm>
            <a:off x="5124358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Film perforation"/>
          <p:cNvSpPr/>
          <p:nvPr/>
        </p:nvSpPr>
        <p:spPr>
          <a:xfrm>
            <a:off x="5124358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Film perforation"/>
          <p:cNvSpPr/>
          <p:nvPr/>
        </p:nvSpPr>
        <p:spPr>
          <a:xfrm>
            <a:off x="5184516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Film perforation"/>
          <p:cNvSpPr/>
          <p:nvPr/>
        </p:nvSpPr>
        <p:spPr>
          <a:xfrm>
            <a:off x="5184516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Film perforation"/>
          <p:cNvSpPr/>
          <p:nvPr/>
        </p:nvSpPr>
        <p:spPr>
          <a:xfrm>
            <a:off x="5244674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Film perforation"/>
          <p:cNvSpPr/>
          <p:nvPr/>
        </p:nvSpPr>
        <p:spPr>
          <a:xfrm>
            <a:off x="5244674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Film perforation"/>
          <p:cNvSpPr/>
          <p:nvPr/>
        </p:nvSpPr>
        <p:spPr>
          <a:xfrm>
            <a:off x="5304832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Film perforation"/>
          <p:cNvSpPr/>
          <p:nvPr/>
        </p:nvSpPr>
        <p:spPr>
          <a:xfrm>
            <a:off x="5304832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Film perforation"/>
          <p:cNvSpPr/>
          <p:nvPr/>
        </p:nvSpPr>
        <p:spPr>
          <a:xfrm>
            <a:off x="5364990" y="2979248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Film perforation"/>
          <p:cNvSpPr/>
          <p:nvPr/>
        </p:nvSpPr>
        <p:spPr>
          <a:xfrm>
            <a:off x="5364990" y="3385509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1" name="Video Clip frame 6" descr="v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7837" y="3022999"/>
            <a:ext cx="692727" cy="355218"/>
          </a:xfrm>
          <a:prstGeom prst="rect">
            <a:avLst/>
          </a:prstGeom>
        </p:spPr>
      </p:pic>
      <p:sp>
        <p:nvSpPr>
          <p:cNvPr id="212" name="Film perforation"/>
          <p:cNvSpPr/>
          <p:nvPr/>
        </p:nvSpPr>
        <p:spPr>
          <a:xfrm>
            <a:off x="4703253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Film perforation"/>
          <p:cNvSpPr/>
          <p:nvPr/>
        </p:nvSpPr>
        <p:spPr>
          <a:xfrm>
            <a:off x="4703253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Film perforation"/>
          <p:cNvSpPr/>
          <p:nvPr/>
        </p:nvSpPr>
        <p:spPr>
          <a:xfrm>
            <a:off x="4763411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Film perforation"/>
          <p:cNvSpPr/>
          <p:nvPr/>
        </p:nvSpPr>
        <p:spPr>
          <a:xfrm>
            <a:off x="4763411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Film perforation"/>
          <p:cNvSpPr/>
          <p:nvPr/>
        </p:nvSpPr>
        <p:spPr>
          <a:xfrm>
            <a:off x="4823569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Film perforation"/>
          <p:cNvSpPr/>
          <p:nvPr/>
        </p:nvSpPr>
        <p:spPr>
          <a:xfrm>
            <a:off x="4823569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Film perforation"/>
          <p:cNvSpPr/>
          <p:nvPr/>
        </p:nvSpPr>
        <p:spPr>
          <a:xfrm>
            <a:off x="4883727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Film perforation"/>
          <p:cNvSpPr/>
          <p:nvPr/>
        </p:nvSpPr>
        <p:spPr>
          <a:xfrm>
            <a:off x="4883727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Film perforation"/>
          <p:cNvSpPr/>
          <p:nvPr/>
        </p:nvSpPr>
        <p:spPr>
          <a:xfrm>
            <a:off x="4943885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Film perforation"/>
          <p:cNvSpPr/>
          <p:nvPr/>
        </p:nvSpPr>
        <p:spPr>
          <a:xfrm>
            <a:off x="4943885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Film perforation"/>
          <p:cNvSpPr/>
          <p:nvPr/>
        </p:nvSpPr>
        <p:spPr>
          <a:xfrm>
            <a:off x="5004043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Film perforation"/>
          <p:cNvSpPr/>
          <p:nvPr/>
        </p:nvSpPr>
        <p:spPr>
          <a:xfrm>
            <a:off x="5004043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Film perforation"/>
          <p:cNvSpPr/>
          <p:nvPr/>
        </p:nvSpPr>
        <p:spPr>
          <a:xfrm>
            <a:off x="5064200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Film perforation"/>
          <p:cNvSpPr/>
          <p:nvPr/>
        </p:nvSpPr>
        <p:spPr>
          <a:xfrm>
            <a:off x="5064200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Film perforation"/>
          <p:cNvSpPr/>
          <p:nvPr/>
        </p:nvSpPr>
        <p:spPr>
          <a:xfrm>
            <a:off x="5124358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Film perforation"/>
          <p:cNvSpPr/>
          <p:nvPr/>
        </p:nvSpPr>
        <p:spPr>
          <a:xfrm>
            <a:off x="5124358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Film perforation"/>
          <p:cNvSpPr/>
          <p:nvPr/>
        </p:nvSpPr>
        <p:spPr>
          <a:xfrm>
            <a:off x="5184516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Film perforation"/>
          <p:cNvSpPr/>
          <p:nvPr/>
        </p:nvSpPr>
        <p:spPr>
          <a:xfrm>
            <a:off x="5184516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Film perforation"/>
          <p:cNvSpPr/>
          <p:nvPr/>
        </p:nvSpPr>
        <p:spPr>
          <a:xfrm>
            <a:off x="5244674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Film perforation"/>
          <p:cNvSpPr/>
          <p:nvPr/>
        </p:nvSpPr>
        <p:spPr>
          <a:xfrm>
            <a:off x="5244674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Film perforation"/>
          <p:cNvSpPr/>
          <p:nvPr/>
        </p:nvSpPr>
        <p:spPr>
          <a:xfrm>
            <a:off x="5304832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Film perforation"/>
          <p:cNvSpPr/>
          <p:nvPr/>
        </p:nvSpPr>
        <p:spPr>
          <a:xfrm>
            <a:off x="5304832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Film perforation"/>
          <p:cNvSpPr/>
          <p:nvPr/>
        </p:nvSpPr>
        <p:spPr>
          <a:xfrm>
            <a:off x="5364990" y="3436552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Film perforation"/>
          <p:cNvSpPr/>
          <p:nvPr/>
        </p:nvSpPr>
        <p:spPr>
          <a:xfrm>
            <a:off x="5364990" y="3842813"/>
            <a:ext cx="45574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6" name="Video Clip frame 7" descr="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837" y="3480303"/>
            <a:ext cx="692727" cy="355218"/>
          </a:xfrm>
          <a:prstGeom prst="rect">
            <a:avLst/>
          </a:prstGeom>
        </p:spPr>
      </p:pic>
      <p:sp>
        <p:nvSpPr>
          <p:cNvPr id="237" name="Selected frame border"/>
          <p:cNvSpPr/>
          <p:nvPr/>
        </p:nvSpPr>
        <p:spPr>
          <a:xfrm>
            <a:off x="4710545" y="3473011"/>
            <a:ext cx="707311" cy="369801"/>
          </a:xfrm>
          <a:prstGeom prst="rect">
            <a:avLst/>
          </a:prstGeom>
          <a:noFill/>
          <a:ln w="21875">
            <a:solidFill>
              <a:srgbClr val="FFF3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lay Frame"/>
          <p:cNvSpPr/>
          <p:nvPr/>
        </p:nvSpPr>
        <p:spPr>
          <a:xfrm>
            <a:off x="5804325" y="685435"/>
            <a:ext cx="947942" cy="3193837"/>
          </a:xfrm>
          <a:prstGeom prst="rect">
            <a:avLst/>
          </a:prstGeom>
          <a:solidFill>
            <a:srgbClr val="171717"/>
          </a:solidFill>
          <a:ln w="1093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Film perforation"/>
          <p:cNvSpPr/>
          <p:nvPr/>
        </p:nvSpPr>
        <p:spPr>
          <a:xfrm>
            <a:off x="5818909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Film perforation"/>
          <p:cNvSpPr/>
          <p:nvPr/>
        </p:nvSpPr>
        <p:spPr>
          <a:xfrm>
            <a:off x="5818909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Film perforation"/>
          <p:cNvSpPr/>
          <p:nvPr/>
        </p:nvSpPr>
        <p:spPr>
          <a:xfrm>
            <a:off x="5895473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Film perforation"/>
          <p:cNvSpPr/>
          <p:nvPr/>
        </p:nvSpPr>
        <p:spPr>
          <a:xfrm>
            <a:off x="5895473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Film perforation"/>
          <p:cNvSpPr/>
          <p:nvPr/>
        </p:nvSpPr>
        <p:spPr>
          <a:xfrm>
            <a:off x="5972038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Film perforation"/>
          <p:cNvSpPr/>
          <p:nvPr/>
        </p:nvSpPr>
        <p:spPr>
          <a:xfrm>
            <a:off x="5972038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Film perforation"/>
          <p:cNvSpPr/>
          <p:nvPr/>
        </p:nvSpPr>
        <p:spPr>
          <a:xfrm>
            <a:off x="6048602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Film perforation"/>
          <p:cNvSpPr/>
          <p:nvPr/>
        </p:nvSpPr>
        <p:spPr>
          <a:xfrm>
            <a:off x="6048602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Film perforation"/>
          <p:cNvSpPr/>
          <p:nvPr/>
        </p:nvSpPr>
        <p:spPr>
          <a:xfrm>
            <a:off x="6125167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Film perforation"/>
          <p:cNvSpPr/>
          <p:nvPr/>
        </p:nvSpPr>
        <p:spPr>
          <a:xfrm>
            <a:off x="6125167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ilm perforation"/>
          <p:cNvSpPr/>
          <p:nvPr/>
        </p:nvSpPr>
        <p:spPr>
          <a:xfrm>
            <a:off x="6201732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ilm perforation"/>
          <p:cNvSpPr/>
          <p:nvPr/>
        </p:nvSpPr>
        <p:spPr>
          <a:xfrm>
            <a:off x="6201732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ilm perforation"/>
          <p:cNvSpPr/>
          <p:nvPr/>
        </p:nvSpPr>
        <p:spPr>
          <a:xfrm>
            <a:off x="6278296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ilm perforation"/>
          <p:cNvSpPr/>
          <p:nvPr/>
        </p:nvSpPr>
        <p:spPr>
          <a:xfrm>
            <a:off x="6278296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ilm perforation"/>
          <p:cNvSpPr/>
          <p:nvPr/>
        </p:nvSpPr>
        <p:spPr>
          <a:xfrm>
            <a:off x="6354861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Film perforation"/>
          <p:cNvSpPr/>
          <p:nvPr/>
        </p:nvSpPr>
        <p:spPr>
          <a:xfrm>
            <a:off x="6354861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Film perforation"/>
          <p:cNvSpPr/>
          <p:nvPr/>
        </p:nvSpPr>
        <p:spPr>
          <a:xfrm>
            <a:off x="6431425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Film perforation"/>
          <p:cNvSpPr/>
          <p:nvPr/>
        </p:nvSpPr>
        <p:spPr>
          <a:xfrm>
            <a:off x="6431425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Film perforation"/>
          <p:cNvSpPr/>
          <p:nvPr/>
        </p:nvSpPr>
        <p:spPr>
          <a:xfrm>
            <a:off x="6507990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ilm perforation"/>
          <p:cNvSpPr/>
          <p:nvPr/>
        </p:nvSpPr>
        <p:spPr>
          <a:xfrm>
            <a:off x="6507990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Film perforation"/>
          <p:cNvSpPr/>
          <p:nvPr/>
        </p:nvSpPr>
        <p:spPr>
          <a:xfrm>
            <a:off x="6584555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Film perforation"/>
          <p:cNvSpPr/>
          <p:nvPr/>
        </p:nvSpPr>
        <p:spPr>
          <a:xfrm>
            <a:off x="6584555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Film perforation"/>
          <p:cNvSpPr/>
          <p:nvPr/>
        </p:nvSpPr>
        <p:spPr>
          <a:xfrm>
            <a:off x="6661119" y="692727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Film perforation"/>
          <p:cNvSpPr/>
          <p:nvPr/>
        </p:nvSpPr>
        <p:spPr>
          <a:xfrm>
            <a:off x="6661119" y="1440143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3" name="Relay Frame frame 1" descr="r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3492" y="736478"/>
            <a:ext cx="889607" cy="696373"/>
          </a:xfrm>
          <a:prstGeom prst="rect">
            <a:avLst/>
          </a:prstGeom>
        </p:spPr>
      </p:pic>
      <p:sp>
        <p:nvSpPr>
          <p:cNvPr id="264" name="Selected frame border"/>
          <p:cNvSpPr/>
          <p:nvPr/>
        </p:nvSpPr>
        <p:spPr>
          <a:xfrm>
            <a:off x="5826200" y="729186"/>
            <a:ext cx="904191" cy="710956"/>
          </a:xfrm>
          <a:prstGeom prst="rect">
            <a:avLst/>
          </a:prstGeom>
          <a:noFill/>
          <a:ln w="21875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Film perforation"/>
          <p:cNvSpPr/>
          <p:nvPr/>
        </p:nvSpPr>
        <p:spPr>
          <a:xfrm>
            <a:off x="5818909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Film perforation"/>
          <p:cNvSpPr/>
          <p:nvPr/>
        </p:nvSpPr>
        <p:spPr>
          <a:xfrm>
            <a:off x="5818909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Film perforation"/>
          <p:cNvSpPr/>
          <p:nvPr/>
        </p:nvSpPr>
        <p:spPr>
          <a:xfrm>
            <a:off x="5895473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Film perforation"/>
          <p:cNvSpPr/>
          <p:nvPr/>
        </p:nvSpPr>
        <p:spPr>
          <a:xfrm>
            <a:off x="5895473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Film perforation"/>
          <p:cNvSpPr/>
          <p:nvPr/>
        </p:nvSpPr>
        <p:spPr>
          <a:xfrm>
            <a:off x="5972038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Film perforation"/>
          <p:cNvSpPr/>
          <p:nvPr/>
        </p:nvSpPr>
        <p:spPr>
          <a:xfrm>
            <a:off x="5972038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Film perforation"/>
          <p:cNvSpPr/>
          <p:nvPr/>
        </p:nvSpPr>
        <p:spPr>
          <a:xfrm>
            <a:off x="6048602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Film perforation"/>
          <p:cNvSpPr/>
          <p:nvPr/>
        </p:nvSpPr>
        <p:spPr>
          <a:xfrm>
            <a:off x="6048602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Film perforation"/>
          <p:cNvSpPr/>
          <p:nvPr/>
        </p:nvSpPr>
        <p:spPr>
          <a:xfrm>
            <a:off x="6125167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Film perforation"/>
          <p:cNvSpPr/>
          <p:nvPr/>
        </p:nvSpPr>
        <p:spPr>
          <a:xfrm>
            <a:off x="6125167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Film perforation"/>
          <p:cNvSpPr/>
          <p:nvPr/>
        </p:nvSpPr>
        <p:spPr>
          <a:xfrm>
            <a:off x="6201732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Film perforation"/>
          <p:cNvSpPr/>
          <p:nvPr/>
        </p:nvSpPr>
        <p:spPr>
          <a:xfrm>
            <a:off x="6201732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Film perforation"/>
          <p:cNvSpPr/>
          <p:nvPr/>
        </p:nvSpPr>
        <p:spPr>
          <a:xfrm>
            <a:off x="6278296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Film perforation"/>
          <p:cNvSpPr/>
          <p:nvPr/>
        </p:nvSpPr>
        <p:spPr>
          <a:xfrm>
            <a:off x="6278296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Film perforation"/>
          <p:cNvSpPr/>
          <p:nvPr/>
        </p:nvSpPr>
        <p:spPr>
          <a:xfrm>
            <a:off x="6354861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Film perforation"/>
          <p:cNvSpPr/>
          <p:nvPr/>
        </p:nvSpPr>
        <p:spPr>
          <a:xfrm>
            <a:off x="6354861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Film perforation"/>
          <p:cNvSpPr/>
          <p:nvPr/>
        </p:nvSpPr>
        <p:spPr>
          <a:xfrm>
            <a:off x="6431425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ilm perforation"/>
          <p:cNvSpPr/>
          <p:nvPr/>
        </p:nvSpPr>
        <p:spPr>
          <a:xfrm>
            <a:off x="6431425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ilm perforation"/>
          <p:cNvSpPr/>
          <p:nvPr/>
        </p:nvSpPr>
        <p:spPr>
          <a:xfrm>
            <a:off x="6507990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ilm perforation"/>
          <p:cNvSpPr/>
          <p:nvPr/>
        </p:nvSpPr>
        <p:spPr>
          <a:xfrm>
            <a:off x="6507990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ilm perforation"/>
          <p:cNvSpPr/>
          <p:nvPr/>
        </p:nvSpPr>
        <p:spPr>
          <a:xfrm>
            <a:off x="6584555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ilm perforation"/>
          <p:cNvSpPr/>
          <p:nvPr/>
        </p:nvSpPr>
        <p:spPr>
          <a:xfrm>
            <a:off x="6584555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Film perforation"/>
          <p:cNvSpPr/>
          <p:nvPr/>
        </p:nvSpPr>
        <p:spPr>
          <a:xfrm>
            <a:off x="6661119" y="1491186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Film perforation"/>
          <p:cNvSpPr/>
          <p:nvPr/>
        </p:nvSpPr>
        <p:spPr>
          <a:xfrm>
            <a:off x="6661119" y="223860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9" name="Relay Frame frame 2" descr="r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3492" y="1534937"/>
            <a:ext cx="889607" cy="696373"/>
          </a:xfrm>
          <a:prstGeom prst="rect">
            <a:avLst/>
          </a:prstGeom>
        </p:spPr>
      </p:pic>
      <p:sp>
        <p:nvSpPr>
          <p:cNvPr id="290" name="Film perforation"/>
          <p:cNvSpPr/>
          <p:nvPr/>
        </p:nvSpPr>
        <p:spPr>
          <a:xfrm>
            <a:off x="5818909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Film perforation"/>
          <p:cNvSpPr/>
          <p:nvPr/>
        </p:nvSpPr>
        <p:spPr>
          <a:xfrm>
            <a:off x="5818909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Film perforation"/>
          <p:cNvSpPr/>
          <p:nvPr/>
        </p:nvSpPr>
        <p:spPr>
          <a:xfrm>
            <a:off x="5895473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Film perforation"/>
          <p:cNvSpPr/>
          <p:nvPr/>
        </p:nvSpPr>
        <p:spPr>
          <a:xfrm>
            <a:off x="5895473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Film perforation"/>
          <p:cNvSpPr/>
          <p:nvPr/>
        </p:nvSpPr>
        <p:spPr>
          <a:xfrm>
            <a:off x="5972038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ilm perforation"/>
          <p:cNvSpPr/>
          <p:nvPr/>
        </p:nvSpPr>
        <p:spPr>
          <a:xfrm>
            <a:off x="5972038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Film perforation"/>
          <p:cNvSpPr/>
          <p:nvPr/>
        </p:nvSpPr>
        <p:spPr>
          <a:xfrm>
            <a:off x="6048602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Film perforation"/>
          <p:cNvSpPr/>
          <p:nvPr/>
        </p:nvSpPr>
        <p:spPr>
          <a:xfrm>
            <a:off x="6048602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Film perforation"/>
          <p:cNvSpPr/>
          <p:nvPr/>
        </p:nvSpPr>
        <p:spPr>
          <a:xfrm>
            <a:off x="6125167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Film perforation"/>
          <p:cNvSpPr/>
          <p:nvPr/>
        </p:nvSpPr>
        <p:spPr>
          <a:xfrm>
            <a:off x="6125167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Film perforation"/>
          <p:cNvSpPr/>
          <p:nvPr/>
        </p:nvSpPr>
        <p:spPr>
          <a:xfrm>
            <a:off x="6201732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Film perforation"/>
          <p:cNvSpPr/>
          <p:nvPr/>
        </p:nvSpPr>
        <p:spPr>
          <a:xfrm>
            <a:off x="6201732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Film perforation"/>
          <p:cNvSpPr/>
          <p:nvPr/>
        </p:nvSpPr>
        <p:spPr>
          <a:xfrm>
            <a:off x="6278296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Film perforation"/>
          <p:cNvSpPr/>
          <p:nvPr/>
        </p:nvSpPr>
        <p:spPr>
          <a:xfrm>
            <a:off x="6278296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Film perforation"/>
          <p:cNvSpPr/>
          <p:nvPr/>
        </p:nvSpPr>
        <p:spPr>
          <a:xfrm>
            <a:off x="6354861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Film perforation"/>
          <p:cNvSpPr/>
          <p:nvPr/>
        </p:nvSpPr>
        <p:spPr>
          <a:xfrm>
            <a:off x="6354861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Film perforation"/>
          <p:cNvSpPr/>
          <p:nvPr/>
        </p:nvSpPr>
        <p:spPr>
          <a:xfrm>
            <a:off x="6431425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Film perforation"/>
          <p:cNvSpPr/>
          <p:nvPr/>
        </p:nvSpPr>
        <p:spPr>
          <a:xfrm>
            <a:off x="6431425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Film perforation"/>
          <p:cNvSpPr/>
          <p:nvPr/>
        </p:nvSpPr>
        <p:spPr>
          <a:xfrm>
            <a:off x="6507990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Film perforation"/>
          <p:cNvSpPr/>
          <p:nvPr/>
        </p:nvSpPr>
        <p:spPr>
          <a:xfrm>
            <a:off x="6507990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Film perforation"/>
          <p:cNvSpPr/>
          <p:nvPr/>
        </p:nvSpPr>
        <p:spPr>
          <a:xfrm>
            <a:off x="6584555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Film perforation"/>
          <p:cNvSpPr/>
          <p:nvPr/>
        </p:nvSpPr>
        <p:spPr>
          <a:xfrm>
            <a:off x="6584555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Film perforation"/>
          <p:cNvSpPr/>
          <p:nvPr/>
        </p:nvSpPr>
        <p:spPr>
          <a:xfrm>
            <a:off x="6661119" y="228964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Film perforation"/>
          <p:cNvSpPr/>
          <p:nvPr/>
        </p:nvSpPr>
        <p:spPr>
          <a:xfrm>
            <a:off x="6661119" y="3037062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4" name="Relay Frame frame 3" descr="r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3492" y="2333397"/>
            <a:ext cx="889607" cy="696373"/>
          </a:xfrm>
          <a:prstGeom prst="rect">
            <a:avLst/>
          </a:prstGeom>
        </p:spPr>
      </p:pic>
      <p:sp>
        <p:nvSpPr>
          <p:cNvPr id="315" name="Film perforation"/>
          <p:cNvSpPr/>
          <p:nvPr/>
        </p:nvSpPr>
        <p:spPr>
          <a:xfrm>
            <a:off x="5818909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Film perforation"/>
          <p:cNvSpPr/>
          <p:nvPr/>
        </p:nvSpPr>
        <p:spPr>
          <a:xfrm>
            <a:off x="5818909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Film perforation"/>
          <p:cNvSpPr/>
          <p:nvPr/>
        </p:nvSpPr>
        <p:spPr>
          <a:xfrm>
            <a:off x="5895473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Film perforation"/>
          <p:cNvSpPr/>
          <p:nvPr/>
        </p:nvSpPr>
        <p:spPr>
          <a:xfrm>
            <a:off x="5895473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Film perforation"/>
          <p:cNvSpPr/>
          <p:nvPr/>
        </p:nvSpPr>
        <p:spPr>
          <a:xfrm>
            <a:off x="5972038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Film perforation"/>
          <p:cNvSpPr/>
          <p:nvPr/>
        </p:nvSpPr>
        <p:spPr>
          <a:xfrm>
            <a:off x="5972038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Film perforation"/>
          <p:cNvSpPr/>
          <p:nvPr/>
        </p:nvSpPr>
        <p:spPr>
          <a:xfrm>
            <a:off x="6048602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Film perforation"/>
          <p:cNvSpPr/>
          <p:nvPr/>
        </p:nvSpPr>
        <p:spPr>
          <a:xfrm>
            <a:off x="6048602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Film perforation"/>
          <p:cNvSpPr/>
          <p:nvPr/>
        </p:nvSpPr>
        <p:spPr>
          <a:xfrm>
            <a:off x="6125167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Film perforation"/>
          <p:cNvSpPr/>
          <p:nvPr/>
        </p:nvSpPr>
        <p:spPr>
          <a:xfrm>
            <a:off x="6125167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Film perforation"/>
          <p:cNvSpPr/>
          <p:nvPr/>
        </p:nvSpPr>
        <p:spPr>
          <a:xfrm>
            <a:off x="6201732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Film perforation"/>
          <p:cNvSpPr/>
          <p:nvPr/>
        </p:nvSpPr>
        <p:spPr>
          <a:xfrm>
            <a:off x="6201732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Film perforation"/>
          <p:cNvSpPr/>
          <p:nvPr/>
        </p:nvSpPr>
        <p:spPr>
          <a:xfrm>
            <a:off x="6278296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Film perforation"/>
          <p:cNvSpPr/>
          <p:nvPr/>
        </p:nvSpPr>
        <p:spPr>
          <a:xfrm>
            <a:off x="6278296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Film perforation"/>
          <p:cNvSpPr/>
          <p:nvPr/>
        </p:nvSpPr>
        <p:spPr>
          <a:xfrm>
            <a:off x="6354861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Film perforation"/>
          <p:cNvSpPr/>
          <p:nvPr/>
        </p:nvSpPr>
        <p:spPr>
          <a:xfrm>
            <a:off x="6354861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Film perforation"/>
          <p:cNvSpPr/>
          <p:nvPr/>
        </p:nvSpPr>
        <p:spPr>
          <a:xfrm>
            <a:off x="6431425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Film perforation"/>
          <p:cNvSpPr/>
          <p:nvPr/>
        </p:nvSpPr>
        <p:spPr>
          <a:xfrm>
            <a:off x="6431425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Film perforation"/>
          <p:cNvSpPr/>
          <p:nvPr/>
        </p:nvSpPr>
        <p:spPr>
          <a:xfrm>
            <a:off x="6507990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Film perforation"/>
          <p:cNvSpPr/>
          <p:nvPr/>
        </p:nvSpPr>
        <p:spPr>
          <a:xfrm>
            <a:off x="6507990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Film perforation"/>
          <p:cNvSpPr/>
          <p:nvPr/>
        </p:nvSpPr>
        <p:spPr>
          <a:xfrm>
            <a:off x="6584555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Film perforation"/>
          <p:cNvSpPr/>
          <p:nvPr/>
        </p:nvSpPr>
        <p:spPr>
          <a:xfrm>
            <a:off x="6584555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Film perforation"/>
          <p:cNvSpPr/>
          <p:nvPr/>
        </p:nvSpPr>
        <p:spPr>
          <a:xfrm>
            <a:off x="6661119" y="3088105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Film perforation"/>
          <p:cNvSpPr/>
          <p:nvPr/>
        </p:nvSpPr>
        <p:spPr>
          <a:xfrm>
            <a:off x="6661119" y="3835521"/>
            <a:ext cx="6198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9" name="Relay Frame frame 4" descr="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492" y="3131856"/>
            <a:ext cx="889607" cy="696373"/>
          </a:xfrm>
          <a:prstGeom prst="rect">
            <a:avLst/>
          </a:prstGeom>
        </p:spPr>
      </p:pic>
      <p:sp>
        <p:nvSpPr>
          <p:cNvPr id="340" name="Selected frame border"/>
          <p:cNvSpPr/>
          <p:nvPr/>
        </p:nvSpPr>
        <p:spPr>
          <a:xfrm>
            <a:off x="5826200" y="3124564"/>
            <a:ext cx="904191" cy="710956"/>
          </a:xfrm>
          <a:prstGeom prst="rect">
            <a:avLst/>
          </a:prstGeom>
          <a:noFill/>
          <a:ln w="21875">
            <a:solidFill>
              <a:srgbClr val="FFF3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Hybrid Video"/>
          <p:cNvSpPr/>
          <p:nvPr/>
        </p:nvSpPr>
        <p:spPr>
          <a:xfrm>
            <a:off x="8801282" y="685435"/>
            <a:ext cx="765645" cy="3201129"/>
          </a:xfrm>
          <a:prstGeom prst="rect">
            <a:avLst/>
          </a:prstGeom>
          <a:solidFill>
            <a:srgbClr val="171717"/>
          </a:solidFill>
          <a:ln w="1093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Film perforation"/>
          <p:cNvSpPr/>
          <p:nvPr/>
        </p:nvSpPr>
        <p:spPr>
          <a:xfrm>
            <a:off x="8815866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Film perforation"/>
          <p:cNvSpPr/>
          <p:nvPr/>
        </p:nvSpPr>
        <p:spPr>
          <a:xfrm>
            <a:off x="8815866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Film perforation"/>
          <p:cNvSpPr/>
          <p:nvPr/>
        </p:nvSpPr>
        <p:spPr>
          <a:xfrm>
            <a:off x="8877239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Film perforation"/>
          <p:cNvSpPr/>
          <p:nvPr/>
        </p:nvSpPr>
        <p:spPr>
          <a:xfrm>
            <a:off x="8877239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Film perforation"/>
          <p:cNvSpPr/>
          <p:nvPr/>
        </p:nvSpPr>
        <p:spPr>
          <a:xfrm>
            <a:off x="8938612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Film perforation"/>
          <p:cNvSpPr/>
          <p:nvPr/>
        </p:nvSpPr>
        <p:spPr>
          <a:xfrm>
            <a:off x="8938612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Film perforation"/>
          <p:cNvSpPr/>
          <p:nvPr/>
        </p:nvSpPr>
        <p:spPr>
          <a:xfrm>
            <a:off x="8999985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Film perforation"/>
          <p:cNvSpPr/>
          <p:nvPr/>
        </p:nvSpPr>
        <p:spPr>
          <a:xfrm>
            <a:off x="8999985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Film perforation"/>
          <p:cNvSpPr/>
          <p:nvPr/>
        </p:nvSpPr>
        <p:spPr>
          <a:xfrm>
            <a:off x="9061358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Film perforation"/>
          <p:cNvSpPr/>
          <p:nvPr/>
        </p:nvSpPr>
        <p:spPr>
          <a:xfrm>
            <a:off x="9061358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Film perforation"/>
          <p:cNvSpPr/>
          <p:nvPr/>
        </p:nvSpPr>
        <p:spPr>
          <a:xfrm>
            <a:off x="9122732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Film perforation"/>
          <p:cNvSpPr/>
          <p:nvPr/>
        </p:nvSpPr>
        <p:spPr>
          <a:xfrm>
            <a:off x="9122732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Film perforation"/>
          <p:cNvSpPr/>
          <p:nvPr/>
        </p:nvSpPr>
        <p:spPr>
          <a:xfrm>
            <a:off x="9184105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Film perforation"/>
          <p:cNvSpPr/>
          <p:nvPr/>
        </p:nvSpPr>
        <p:spPr>
          <a:xfrm>
            <a:off x="9184105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Film perforation"/>
          <p:cNvSpPr/>
          <p:nvPr/>
        </p:nvSpPr>
        <p:spPr>
          <a:xfrm>
            <a:off x="9245478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Film perforation"/>
          <p:cNvSpPr/>
          <p:nvPr/>
        </p:nvSpPr>
        <p:spPr>
          <a:xfrm>
            <a:off x="9245478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Film perforation"/>
          <p:cNvSpPr/>
          <p:nvPr/>
        </p:nvSpPr>
        <p:spPr>
          <a:xfrm>
            <a:off x="9306851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Film perforation"/>
          <p:cNvSpPr/>
          <p:nvPr/>
        </p:nvSpPr>
        <p:spPr>
          <a:xfrm>
            <a:off x="9306851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Film perforation"/>
          <p:cNvSpPr/>
          <p:nvPr/>
        </p:nvSpPr>
        <p:spPr>
          <a:xfrm>
            <a:off x="9368224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Film perforation"/>
          <p:cNvSpPr/>
          <p:nvPr/>
        </p:nvSpPr>
        <p:spPr>
          <a:xfrm>
            <a:off x="9368224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Film perforation"/>
          <p:cNvSpPr/>
          <p:nvPr/>
        </p:nvSpPr>
        <p:spPr>
          <a:xfrm>
            <a:off x="9429598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Film perforation"/>
          <p:cNvSpPr/>
          <p:nvPr/>
        </p:nvSpPr>
        <p:spPr>
          <a:xfrm>
            <a:off x="9429598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Film perforation"/>
          <p:cNvSpPr/>
          <p:nvPr/>
        </p:nvSpPr>
        <p:spPr>
          <a:xfrm>
            <a:off x="9490971" y="692727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Film perforation"/>
          <p:cNvSpPr/>
          <p:nvPr/>
        </p:nvSpPr>
        <p:spPr>
          <a:xfrm>
            <a:off x="9490971" y="109898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6" name="Hybrid Video frame 1" descr="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0449" y="736478"/>
            <a:ext cx="707311" cy="355218"/>
          </a:xfrm>
          <a:prstGeom prst="rect">
            <a:avLst/>
          </a:prstGeom>
        </p:spPr>
      </p:pic>
      <p:sp>
        <p:nvSpPr>
          <p:cNvPr id="367" name="Selected frame border"/>
          <p:cNvSpPr/>
          <p:nvPr/>
        </p:nvSpPr>
        <p:spPr>
          <a:xfrm>
            <a:off x="8823157" y="729186"/>
            <a:ext cx="721894" cy="369801"/>
          </a:xfrm>
          <a:prstGeom prst="rect">
            <a:avLst/>
          </a:prstGeom>
          <a:noFill/>
          <a:ln w="21875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Film perforation"/>
          <p:cNvSpPr/>
          <p:nvPr/>
        </p:nvSpPr>
        <p:spPr>
          <a:xfrm>
            <a:off x="8815866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Film perforation"/>
          <p:cNvSpPr/>
          <p:nvPr/>
        </p:nvSpPr>
        <p:spPr>
          <a:xfrm>
            <a:off x="8815866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Film perforation"/>
          <p:cNvSpPr/>
          <p:nvPr/>
        </p:nvSpPr>
        <p:spPr>
          <a:xfrm>
            <a:off x="8877239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Film perforation"/>
          <p:cNvSpPr/>
          <p:nvPr/>
        </p:nvSpPr>
        <p:spPr>
          <a:xfrm>
            <a:off x="8877239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Film perforation"/>
          <p:cNvSpPr/>
          <p:nvPr/>
        </p:nvSpPr>
        <p:spPr>
          <a:xfrm>
            <a:off x="8938612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Film perforation"/>
          <p:cNvSpPr/>
          <p:nvPr/>
        </p:nvSpPr>
        <p:spPr>
          <a:xfrm>
            <a:off x="8938612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Film perforation"/>
          <p:cNvSpPr/>
          <p:nvPr/>
        </p:nvSpPr>
        <p:spPr>
          <a:xfrm>
            <a:off x="8999985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Film perforation"/>
          <p:cNvSpPr/>
          <p:nvPr/>
        </p:nvSpPr>
        <p:spPr>
          <a:xfrm>
            <a:off x="8999985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Film perforation"/>
          <p:cNvSpPr/>
          <p:nvPr/>
        </p:nvSpPr>
        <p:spPr>
          <a:xfrm>
            <a:off x="9061358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Film perforation"/>
          <p:cNvSpPr/>
          <p:nvPr/>
        </p:nvSpPr>
        <p:spPr>
          <a:xfrm>
            <a:off x="9061358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Film perforation"/>
          <p:cNvSpPr/>
          <p:nvPr/>
        </p:nvSpPr>
        <p:spPr>
          <a:xfrm>
            <a:off x="9122732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Film perforation"/>
          <p:cNvSpPr/>
          <p:nvPr/>
        </p:nvSpPr>
        <p:spPr>
          <a:xfrm>
            <a:off x="9122732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Film perforation"/>
          <p:cNvSpPr/>
          <p:nvPr/>
        </p:nvSpPr>
        <p:spPr>
          <a:xfrm>
            <a:off x="9184105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Film perforation"/>
          <p:cNvSpPr/>
          <p:nvPr/>
        </p:nvSpPr>
        <p:spPr>
          <a:xfrm>
            <a:off x="9184105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Film perforation"/>
          <p:cNvSpPr/>
          <p:nvPr/>
        </p:nvSpPr>
        <p:spPr>
          <a:xfrm>
            <a:off x="9245478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Film perforation"/>
          <p:cNvSpPr/>
          <p:nvPr/>
        </p:nvSpPr>
        <p:spPr>
          <a:xfrm>
            <a:off x="9245478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Film perforation"/>
          <p:cNvSpPr/>
          <p:nvPr/>
        </p:nvSpPr>
        <p:spPr>
          <a:xfrm>
            <a:off x="9306851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Film perforation"/>
          <p:cNvSpPr/>
          <p:nvPr/>
        </p:nvSpPr>
        <p:spPr>
          <a:xfrm>
            <a:off x="9306851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Film perforation"/>
          <p:cNvSpPr/>
          <p:nvPr/>
        </p:nvSpPr>
        <p:spPr>
          <a:xfrm>
            <a:off x="9368224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Film perforation"/>
          <p:cNvSpPr/>
          <p:nvPr/>
        </p:nvSpPr>
        <p:spPr>
          <a:xfrm>
            <a:off x="9368224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Film perforation"/>
          <p:cNvSpPr/>
          <p:nvPr/>
        </p:nvSpPr>
        <p:spPr>
          <a:xfrm>
            <a:off x="9429598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Film perforation"/>
          <p:cNvSpPr/>
          <p:nvPr/>
        </p:nvSpPr>
        <p:spPr>
          <a:xfrm>
            <a:off x="9429598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Film perforation"/>
          <p:cNvSpPr/>
          <p:nvPr/>
        </p:nvSpPr>
        <p:spPr>
          <a:xfrm>
            <a:off x="9490971" y="1150031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Film perforation"/>
          <p:cNvSpPr/>
          <p:nvPr/>
        </p:nvSpPr>
        <p:spPr>
          <a:xfrm>
            <a:off x="9490971" y="155629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2" name="Hybrid Video frame 2" descr="v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449" y="1193782"/>
            <a:ext cx="707311" cy="355218"/>
          </a:xfrm>
          <a:prstGeom prst="rect">
            <a:avLst/>
          </a:prstGeom>
        </p:spPr>
      </p:pic>
      <p:sp>
        <p:nvSpPr>
          <p:cNvPr id="393" name="Film perforation"/>
          <p:cNvSpPr/>
          <p:nvPr/>
        </p:nvSpPr>
        <p:spPr>
          <a:xfrm>
            <a:off x="8815866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Film perforation"/>
          <p:cNvSpPr/>
          <p:nvPr/>
        </p:nvSpPr>
        <p:spPr>
          <a:xfrm>
            <a:off x="8815866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Film perforation"/>
          <p:cNvSpPr/>
          <p:nvPr/>
        </p:nvSpPr>
        <p:spPr>
          <a:xfrm>
            <a:off x="8877239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Film perforation"/>
          <p:cNvSpPr/>
          <p:nvPr/>
        </p:nvSpPr>
        <p:spPr>
          <a:xfrm>
            <a:off x="8877239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Film perforation"/>
          <p:cNvSpPr/>
          <p:nvPr/>
        </p:nvSpPr>
        <p:spPr>
          <a:xfrm>
            <a:off x="8938612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Film perforation"/>
          <p:cNvSpPr/>
          <p:nvPr/>
        </p:nvSpPr>
        <p:spPr>
          <a:xfrm>
            <a:off x="8938612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Film perforation"/>
          <p:cNvSpPr/>
          <p:nvPr/>
        </p:nvSpPr>
        <p:spPr>
          <a:xfrm>
            <a:off x="8999985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Film perforation"/>
          <p:cNvSpPr/>
          <p:nvPr/>
        </p:nvSpPr>
        <p:spPr>
          <a:xfrm>
            <a:off x="8999985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Film perforation"/>
          <p:cNvSpPr/>
          <p:nvPr/>
        </p:nvSpPr>
        <p:spPr>
          <a:xfrm>
            <a:off x="9061358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Film perforation"/>
          <p:cNvSpPr/>
          <p:nvPr/>
        </p:nvSpPr>
        <p:spPr>
          <a:xfrm>
            <a:off x="9061358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Film perforation"/>
          <p:cNvSpPr/>
          <p:nvPr/>
        </p:nvSpPr>
        <p:spPr>
          <a:xfrm>
            <a:off x="9122732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Film perforation"/>
          <p:cNvSpPr/>
          <p:nvPr/>
        </p:nvSpPr>
        <p:spPr>
          <a:xfrm>
            <a:off x="9122732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Film perforation"/>
          <p:cNvSpPr/>
          <p:nvPr/>
        </p:nvSpPr>
        <p:spPr>
          <a:xfrm>
            <a:off x="9184105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Film perforation"/>
          <p:cNvSpPr/>
          <p:nvPr/>
        </p:nvSpPr>
        <p:spPr>
          <a:xfrm>
            <a:off x="9184105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Film perforation"/>
          <p:cNvSpPr/>
          <p:nvPr/>
        </p:nvSpPr>
        <p:spPr>
          <a:xfrm>
            <a:off x="9245478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Film perforation"/>
          <p:cNvSpPr/>
          <p:nvPr/>
        </p:nvSpPr>
        <p:spPr>
          <a:xfrm>
            <a:off x="9245478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Film perforation"/>
          <p:cNvSpPr/>
          <p:nvPr/>
        </p:nvSpPr>
        <p:spPr>
          <a:xfrm>
            <a:off x="9306851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Film perforation"/>
          <p:cNvSpPr/>
          <p:nvPr/>
        </p:nvSpPr>
        <p:spPr>
          <a:xfrm>
            <a:off x="9306851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Film perforation"/>
          <p:cNvSpPr/>
          <p:nvPr/>
        </p:nvSpPr>
        <p:spPr>
          <a:xfrm>
            <a:off x="9368224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Film perforation"/>
          <p:cNvSpPr/>
          <p:nvPr/>
        </p:nvSpPr>
        <p:spPr>
          <a:xfrm>
            <a:off x="9368224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Film perforation"/>
          <p:cNvSpPr/>
          <p:nvPr/>
        </p:nvSpPr>
        <p:spPr>
          <a:xfrm>
            <a:off x="9429598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Film perforation"/>
          <p:cNvSpPr/>
          <p:nvPr/>
        </p:nvSpPr>
        <p:spPr>
          <a:xfrm>
            <a:off x="9429598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Film perforation"/>
          <p:cNvSpPr/>
          <p:nvPr/>
        </p:nvSpPr>
        <p:spPr>
          <a:xfrm>
            <a:off x="9490971" y="160733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Film perforation"/>
          <p:cNvSpPr/>
          <p:nvPr/>
        </p:nvSpPr>
        <p:spPr>
          <a:xfrm>
            <a:off x="9490971" y="2013596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7" name="Hybrid Video frame 3" descr="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0449" y="1651086"/>
            <a:ext cx="707311" cy="355218"/>
          </a:xfrm>
          <a:prstGeom prst="rect">
            <a:avLst/>
          </a:prstGeom>
        </p:spPr>
      </p:pic>
      <p:sp>
        <p:nvSpPr>
          <p:cNvPr id="418" name="Film perforation"/>
          <p:cNvSpPr/>
          <p:nvPr/>
        </p:nvSpPr>
        <p:spPr>
          <a:xfrm>
            <a:off x="8815866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Film perforation"/>
          <p:cNvSpPr/>
          <p:nvPr/>
        </p:nvSpPr>
        <p:spPr>
          <a:xfrm>
            <a:off x="8815866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Film perforation"/>
          <p:cNvSpPr/>
          <p:nvPr/>
        </p:nvSpPr>
        <p:spPr>
          <a:xfrm>
            <a:off x="8877239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Film perforation"/>
          <p:cNvSpPr/>
          <p:nvPr/>
        </p:nvSpPr>
        <p:spPr>
          <a:xfrm>
            <a:off x="8877239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Film perforation"/>
          <p:cNvSpPr/>
          <p:nvPr/>
        </p:nvSpPr>
        <p:spPr>
          <a:xfrm>
            <a:off x="8938612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Film perforation"/>
          <p:cNvSpPr/>
          <p:nvPr/>
        </p:nvSpPr>
        <p:spPr>
          <a:xfrm>
            <a:off x="8938612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Film perforation"/>
          <p:cNvSpPr/>
          <p:nvPr/>
        </p:nvSpPr>
        <p:spPr>
          <a:xfrm>
            <a:off x="8999985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Film perforation"/>
          <p:cNvSpPr/>
          <p:nvPr/>
        </p:nvSpPr>
        <p:spPr>
          <a:xfrm>
            <a:off x="8999985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Film perforation"/>
          <p:cNvSpPr/>
          <p:nvPr/>
        </p:nvSpPr>
        <p:spPr>
          <a:xfrm>
            <a:off x="9061358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Film perforation"/>
          <p:cNvSpPr/>
          <p:nvPr/>
        </p:nvSpPr>
        <p:spPr>
          <a:xfrm>
            <a:off x="9061358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Film perforation"/>
          <p:cNvSpPr/>
          <p:nvPr/>
        </p:nvSpPr>
        <p:spPr>
          <a:xfrm>
            <a:off x="9122732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Film perforation"/>
          <p:cNvSpPr/>
          <p:nvPr/>
        </p:nvSpPr>
        <p:spPr>
          <a:xfrm>
            <a:off x="9122732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Film perforation"/>
          <p:cNvSpPr/>
          <p:nvPr/>
        </p:nvSpPr>
        <p:spPr>
          <a:xfrm>
            <a:off x="9184105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Film perforation"/>
          <p:cNvSpPr/>
          <p:nvPr/>
        </p:nvSpPr>
        <p:spPr>
          <a:xfrm>
            <a:off x="9184105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Film perforation"/>
          <p:cNvSpPr/>
          <p:nvPr/>
        </p:nvSpPr>
        <p:spPr>
          <a:xfrm>
            <a:off x="9245478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Film perforation"/>
          <p:cNvSpPr/>
          <p:nvPr/>
        </p:nvSpPr>
        <p:spPr>
          <a:xfrm>
            <a:off x="9245478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Film perforation"/>
          <p:cNvSpPr/>
          <p:nvPr/>
        </p:nvSpPr>
        <p:spPr>
          <a:xfrm>
            <a:off x="9306851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Film perforation"/>
          <p:cNvSpPr/>
          <p:nvPr/>
        </p:nvSpPr>
        <p:spPr>
          <a:xfrm>
            <a:off x="9306851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Film perforation"/>
          <p:cNvSpPr/>
          <p:nvPr/>
        </p:nvSpPr>
        <p:spPr>
          <a:xfrm>
            <a:off x="9368224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Film perforation"/>
          <p:cNvSpPr/>
          <p:nvPr/>
        </p:nvSpPr>
        <p:spPr>
          <a:xfrm>
            <a:off x="9368224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8" name="Film perforation"/>
          <p:cNvSpPr/>
          <p:nvPr/>
        </p:nvSpPr>
        <p:spPr>
          <a:xfrm>
            <a:off x="9429598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Film perforation"/>
          <p:cNvSpPr/>
          <p:nvPr/>
        </p:nvSpPr>
        <p:spPr>
          <a:xfrm>
            <a:off x="9429598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0" name="Film perforation"/>
          <p:cNvSpPr/>
          <p:nvPr/>
        </p:nvSpPr>
        <p:spPr>
          <a:xfrm>
            <a:off x="9490971" y="206463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Film perforation"/>
          <p:cNvSpPr/>
          <p:nvPr/>
        </p:nvSpPr>
        <p:spPr>
          <a:xfrm>
            <a:off x="9490971" y="2470900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2" name="Ellipsis slot"/>
          <p:cNvSpPr/>
          <p:nvPr/>
        </p:nvSpPr>
        <p:spPr>
          <a:xfrm>
            <a:off x="8823157" y="2108390"/>
            <a:ext cx="721894" cy="355218"/>
          </a:xfrm>
          <a:prstGeom prst="rect">
            <a:avLst/>
          </a:prstGeom>
          <a:solidFill>
            <a:srgbClr val="FFF1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3" name="Ellipsis"/>
          <p:cNvSpPr txBox="1"/>
          <p:nvPr/>
        </p:nvSpPr>
        <p:spPr>
          <a:xfrm>
            <a:off x="8823157" y="2108390"/>
            <a:ext cx="721894" cy="35521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0000"/>
                </a:solidFill>
                <a:latin typeface="Liberation Serif"/>
              </a:rPr>
              <a:t>…</a:t>
            </a:r>
          </a:p>
        </p:txBody>
      </p:sp>
      <p:sp>
        <p:nvSpPr>
          <p:cNvPr id="444" name="Film perforation"/>
          <p:cNvSpPr/>
          <p:nvPr/>
        </p:nvSpPr>
        <p:spPr>
          <a:xfrm>
            <a:off x="8815866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Film perforation"/>
          <p:cNvSpPr/>
          <p:nvPr/>
        </p:nvSpPr>
        <p:spPr>
          <a:xfrm>
            <a:off x="8815866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6" name="Film perforation"/>
          <p:cNvSpPr/>
          <p:nvPr/>
        </p:nvSpPr>
        <p:spPr>
          <a:xfrm>
            <a:off x="8877239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Film perforation"/>
          <p:cNvSpPr/>
          <p:nvPr/>
        </p:nvSpPr>
        <p:spPr>
          <a:xfrm>
            <a:off x="8877239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8" name="Film perforation"/>
          <p:cNvSpPr/>
          <p:nvPr/>
        </p:nvSpPr>
        <p:spPr>
          <a:xfrm>
            <a:off x="8938612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9" name="Film perforation"/>
          <p:cNvSpPr/>
          <p:nvPr/>
        </p:nvSpPr>
        <p:spPr>
          <a:xfrm>
            <a:off x="8938612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0" name="Film perforation"/>
          <p:cNvSpPr/>
          <p:nvPr/>
        </p:nvSpPr>
        <p:spPr>
          <a:xfrm>
            <a:off x="8999985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1" name="Film perforation"/>
          <p:cNvSpPr/>
          <p:nvPr/>
        </p:nvSpPr>
        <p:spPr>
          <a:xfrm>
            <a:off x="8999985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2" name="Film perforation"/>
          <p:cNvSpPr/>
          <p:nvPr/>
        </p:nvSpPr>
        <p:spPr>
          <a:xfrm>
            <a:off x="9061358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Film perforation"/>
          <p:cNvSpPr/>
          <p:nvPr/>
        </p:nvSpPr>
        <p:spPr>
          <a:xfrm>
            <a:off x="9061358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4" name="Film perforation"/>
          <p:cNvSpPr/>
          <p:nvPr/>
        </p:nvSpPr>
        <p:spPr>
          <a:xfrm>
            <a:off x="9122732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5" name="Film perforation"/>
          <p:cNvSpPr/>
          <p:nvPr/>
        </p:nvSpPr>
        <p:spPr>
          <a:xfrm>
            <a:off x="9122732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6" name="Film perforation"/>
          <p:cNvSpPr/>
          <p:nvPr/>
        </p:nvSpPr>
        <p:spPr>
          <a:xfrm>
            <a:off x="9184105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7" name="Film perforation"/>
          <p:cNvSpPr/>
          <p:nvPr/>
        </p:nvSpPr>
        <p:spPr>
          <a:xfrm>
            <a:off x="9184105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8" name="Film perforation"/>
          <p:cNvSpPr/>
          <p:nvPr/>
        </p:nvSpPr>
        <p:spPr>
          <a:xfrm>
            <a:off x="9245478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9" name="Film perforation"/>
          <p:cNvSpPr/>
          <p:nvPr/>
        </p:nvSpPr>
        <p:spPr>
          <a:xfrm>
            <a:off x="9245478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0" name="Film perforation"/>
          <p:cNvSpPr/>
          <p:nvPr/>
        </p:nvSpPr>
        <p:spPr>
          <a:xfrm>
            <a:off x="9306851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1" name="Film perforation"/>
          <p:cNvSpPr/>
          <p:nvPr/>
        </p:nvSpPr>
        <p:spPr>
          <a:xfrm>
            <a:off x="9306851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2" name="Film perforation"/>
          <p:cNvSpPr/>
          <p:nvPr/>
        </p:nvSpPr>
        <p:spPr>
          <a:xfrm>
            <a:off x="9368224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3" name="Film perforation"/>
          <p:cNvSpPr/>
          <p:nvPr/>
        </p:nvSpPr>
        <p:spPr>
          <a:xfrm>
            <a:off x="9368224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4" name="Film perforation"/>
          <p:cNvSpPr/>
          <p:nvPr/>
        </p:nvSpPr>
        <p:spPr>
          <a:xfrm>
            <a:off x="9429598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5" name="Film perforation"/>
          <p:cNvSpPr/>
          <p:nvPr/>
        </p:nvSpPr>
        <p:spPr>
          <a:xfrm>
            <a:off x="9429598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Film perforation"/>
          <p:cNvSpPr/>
          <p:nvPr/>
        </p:nvSpPr>
        <p:spPr>
          <a:xfrm>
            <a:off x="9490971" y="252194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7" name="Film perforation"/>
          <p:cNvSpPr/>
          <p:nvPr/>
        </p:nvSpPr>
        <p:spPr>
          <a:xfrm>
            <a:off x="9490971" y="2928205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8" name="Hybrid Video frame 5" descr="v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0449" y="2565695"/>
            <a:ext cx="707311" cy="355218"/>
          </a:xfrm>
          <a:prstGeom prst="rect">
            <a:avLst/>
          </a:prstGeom>
        </p:spPr>
      </p:pic>
      <p:sp>
        <p:nvSpPr>
          <p:cNvPr id="469" name="Film perforation"/>
          <p:cNvSpPr/>
          <p:nvPr/>
        </p:nvSpPr>
        <p:spPr>
          <a:xfrm>
            <a:off x="8815866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0" name="Film perforation"/>
          <p:cNvSpPr/>
          <p:nvPr/>
        </p:nvSpPr>
        <p:spPr>
          <a:xfrm>
            <a:off x="8815866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Film perforation"/>
          <p:cNvSpPr/>
          <p:nvPr/>
        </p:nvSpPr>
        <p:spPr>
          <a:xfrm>
            <a:off x="8877239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2" name="Film perforation"/>
          <p:cNvSpPr/>
          <p:nvPr/>
        </p:nvSpPr>
        <p:spPr>
          <a:xfrm>
            <a:off x="8877239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3" name="Film perforation"/>
          <p:cNvSpPr/>
          <p:nvPr/>
        </p:nvSpPr>
        <p:spPr>
          <a:xfrm>
            <a:off x="8938612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4" name="Film perforation"/>
          <p:cNvSpPr/>
          <p:nvPr/>
        </p:nvSpPr>
        <p:spPr>
          <a:xfrm>
            <a:off x="8938612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5" name="Film perforation"/>
          <p:cNvSpPr/>
          <p:nvPr/>
        </p:nvSpPr>
        <p:spPr>
          <a:xfrm>
            <a:off x="8999985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6" name="Film perforation"/>
          <p:cNvSpPr/>
          <p:nvPr/>
        </p:nvSpPr>
        <p:spPr>
          <a:xfrm>
            <a:off x="8999985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7" name="Film perforation"/>
          <p:cNvSpPr/>
          <p:nvPr/>
        </p:nvSpPr>
        <p:spPr>
          <a:xfrm>
            <a:off x="9061358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8" name="Film perforation"/>
          <p:cNvSpPr/>
          <p:nvPr/>
        </p:nvSpPr>
        <p:spPr>
          <a:xfrm>
            <a:off x="9061358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9" name="Film perforation"/>
          <p:cNvSpPr/>
          <p:nvPr/>
        </p:nvSpPr>
        <p:spPr>
          <a:xfrm>
            <a:off x="9122732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0" name="Film perforation"/>
          <p:cNvSpPr/>
          <p:nvPr/>
        </p:nvSpPr>
        <p:spPr>
          <a:xfrm>
            <a:off x="9122732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1" name="Film perforation"/>
          <p:cNvSpPr/>
          <p:nvPr/>
        </p:nvSpPr>
        <p:spPr>
          <a:xfrm>
            <a:off x="9184105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2" name="Film perforation"/>
          <p:cNvSpPr/>
          <p:nvPr/>
        </p:nvSpPr>
        <p:spPr>
          <a:xfrm>
            <a:off x="9184105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3" name="Film perforation"/>
          <p:cNvSpPr/>
          <p:nvPr/>
        </p:nvSpPr>
        <p:spPr>
          <a:xfrm>
            <a:off x="9245478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4" name="Film perforation"/>
          <p:cNvSpPr/>
          <p:nvPr/>
        </p:nvSpPr>
        <p:spPr>
          <a:xfrm>
            <a:off x="9245478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5" name="Film perforation"/>
          <p:cNvSpPr/>
          <p:nvPr/>
        </p:nvSpPr>
        <p:spPr>
          <a:xfrm>
            <a:off x="9306851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6" name="Film perforation"/>
          <p:cNvSpPr/>
          <p:nvPr/>
        </p:nvSpPr>
        <p:spPr>
          <a:xfrm>
            <a:off x="9306851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7" name="Film perforation"/>
          <p:cNvSpPr/>
          <p:nvPr/>
        </p:nvSpPr>
        <p:spPr>
          <a:xfrm>
            <a:off x="9368224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8" name="Film perforation"/>
          <p:cNvSpPr/>
          <p:nvPr/>
        </p:nvSpPr>
        <p:spPr>
          <a:xfrm>
            <a:off x="9368224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Film perforation"/>
          <p:cNvSpPr/>
          <p:nvPr/>
        </p:nvSpPr>
        <p:spPr>
          <a:xfrm>
            <a:off x="9429598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Film perforation"/>
          <p:cNvSpPr/>
          <p:nvPr/>
        </p:nvSpPr>
        <p:spPr>
          <a:xfrm>
            <a:off x="9429598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Film perforation"/>
          <p:cNvSpPr/>
          <p:nvPr/>
        </p:nvSpPr>
        <p:spPr>
          <a:xfrm>
            <a:off x="9490971" y="2979248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2" name="Film perforation"/>
          <p:cNvSpPr/>
          <p:nvPr/>
        </p:nvSpPr>
        <p:spPr>
          <a:xfrm>
            <a:off x="9490971" y="3385509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3" name="Hybrid Video frame 6" descr="v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0449" y="3022999"/>
            <a:ext cx="707311" cy="355218"/>
          </a:xfrm>
          <a:prstGeom prst="rect">
            <a:avLst/>
          </a:prstGeom>
        </p:spPr>
      </p:pic>
      <p:sp>
        <p:nvSpPr>
          <p:cNvPr id="494" name="Film perforation"/>
          <p:cNvSpPr/>
          <p:nvPr/>
        </p:nvSpPr>
        <p:spPr>
          <a:xfrm>
            <a:off x="8815866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5" name="Film perforation"/>
          <p:cNvSpPr/>
          <p:nvPr/>
        </p:nvSpPr>
        <p:spPr>
          <a:xfrm>
            <a:off x="8815866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6" name="Film perforation"/>
          <p:cNvSpPr/>
          <p:nvPr/>
        </p:nvSpPr>
        <p:spPr>
          <a:xfrm>
            <a:off x="8877239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7" name="Film perforation"/>
          <p:cNvSpPr/>
          <p:nvPr/>
        </p:nvSpPr>
        <p:spPr>
          <a:xfrm>
            <a:off x="8877239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8" name="Film perforation"/>
          <p:cNvSpPr/>
          <p:nvPr/>
        </p:nvSpPr>
        <p:spPr>
          <a:xfrm>
            <a:off x="8938612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9" name="Film perforation"/>
          <p:cNvSpPr/>
          <p:nvPr/>
        </p:nvSpPr>
        <p:spPr>
          <a:xfrm>
            <a:off x="8938612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0" name="Film perforation"/>
          <p:cNvSpPr/>
          <p:nvPr/>
        </p:nvSpPr>
        <p:spPr>
          <a:xfrm>
            <a:off x="8999985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1" name="Film perforation"/>
          <p:cNvSpPr/>
          <p:nvPr/>
        </p:nvSpPr>
        <p:spPr>
          <a:xfrm>
            <a:off x="8999985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2" name="Film perforation"/>
          <p:cNvSpPr/>
          <p:nvPr/>
        </p:nvSpPr>
        <p:spPr>
          <a:xfrm>
            <a:off x="9061358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Film perforation"/>
          <p:cNvSpPr/>
          <p:nvPr/>
        </p:nvSpPr>
        <p:spPr>
          <a:xfrm>
            <a:off x="9061358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4" name="Film perforation"/>
          <p:cNvSpPr/>
          <p:nvPr/>
        </p:nvSpPr>
        <p:spPr>
          <a:xfrm>
            <a:off x="9122732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5" name="Film perforation"/>
          <p:cNvSpPr/>
          <p:nvPr/>
        </p:nvSpPr>
        <p:spPr>
          <a:xfrm>
            <a:off x="9122732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6" name="Film perforation"/>
          <p:cNvSpPr/>
          <p:nvPr/>
        </p:nvSpPr>
        <p:spPr>
          <a:xfrm>
            <a:off x="9184105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7" name="Film perforation"/>
          <p:cNvSpPr/>
          <p:nvPr/>
        </p:nvSpPr>
        <p:spPr>
          <a:xfrm>
            <a:off x="9184105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8" name="Film perforation"/>
          <p:cNvSpPr/>
          <p:nvPr/>
        </p:nvSpPr>
        <p:spPr>
          <a:xfrm>
            <a:off x="9245478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9" name="Film perforation"/>
          <p:cNvSpPr/>
          <p:nvPr/>
        </p:nvSpPr>
        <p:spPr>
          <a:xfrm>
            <a:off x="9245478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0" name="Film perforation"/>
          <p:cNvSpPr/>
          <p:nvPr/>
        </p:nvSpPr>
        <p:spPr>
          <a:xfrm>
            <a:off x="9306851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1" name="Film perforation"/>
          <p:cNvSpPr/>
          <p:nvPr/>
        </p:nvSpPr>
        <p:spPr>
          <a:xfrm>
            <a:off x="9306851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2" name="Film perforation"/>
          <p:cNvSpPr/>
          <p:nvPr/>
        </p:nvSpPr>
        <p:spPr>
          <a:xfrm>
            <a:off x="9368224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3" name="Film perforation"/>
          <p:cNvSpPr/>
          <p:nvPr/>
        </p:nvSpPr>
        <p:spPr>
          <a:xfrm>
            <a:off x="9368224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4" name="Film perforation"/>
          <p:cNvSpPr/>
          <p:nvPr/>
        </p:nvSpPr>
        <p:spPr>
          <a:xfrm>
            <a:off x="9429598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5" name="Film perforation"/>
          <p:cNvSpPr/>
          <p:nvPr/>
        </p:nvSpPr>
        <p:spPr>
          <a:xfrm>
            <a:off x="9429598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6" name="Film perforation"/>
          <p:cNvSpPr/>
          <p:nvPr/>
        </p:nvSpPr>
        <p:spPr>
          <a:xfrm>
            <a:off x="9490971" y="3436552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7" name="Film perforation"/>
          <p:cNvSpPr/>
          <p:nvPr/>
        </p:nvSpPr>
        <p:spPr>
          <a:xfrm>
            <a:off x="9490971" y="3842813"/>
            <a:ext cx="46789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8" name="Hybrid Video frame 7" descr="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449" y="3480303"/>
            <a:ext cx="707311" cy="355218"/>
          </a:xfrm>
          <a:prstGeom prst="rect">
            <a:avLst/>
          </a:prstGeom>
        </p:spPr>
      </p:pic>
      <p:sp>
        <p:nvSpPr>
          <p:cNvPr id="519" name="Selected frame border"/>
          <p:cNvSpPr/>
          <p:nvPr/>
        </p:nvSpPr>
        <p:spPr>
          <a:xfrm>
            <a:off x="8823157" y="3473011"/>
            <a:ext cx="721894" cy="369801"/>
          </a:xfrm>
          <a:prstGeom prst="rect">
            <a:avLst/>
          </a:prstGeom>
          <a:noFill/>
          <a:ln w="21875">
            <a:solidFill>
              <a:srgbClr val="FFF3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0" name="Video clip label"/>
          <p:cNvSpPr txBox="1"/>
          <p:nvPr/>
        </p:nvSpPr>
        <p:spPr>
          <a:xfrm>
            <a:off x="4506373" y="3923023"/>
            <a:ext cx="1101071" cy="32813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2" b="1" i="0">
                <a:solidFill>
                  <a:srgbClr val="000000"/>
                </a:solidFill>
                <a:latin typeface="Liberation Serif"/>
              </a:rPr>
              <a:t>Video Clip</a:t>
            </a:r>
          </a:p>
        </p:txBody>
      </p:sp>
      <p:sp>
        <p:nvSpPr>
          <p:cNvPr id="521" name="Relay frame label"/>
          <p:cNvSpPr txBox="1"/>
          <p:nvPr/>
        </p:nvSpPr>
        <p:spPr>
          <a:xfrm>
            <a:off x="5673071" y="3923023"/>
            <a:ext cx="1210449" cy="32813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2" b="1" i="0">
                <a:solidFill>
                  <a:srgbClr val="000000"/>
                </a:solidFill>
                <a:latin typeface="Liberation Serif"/>
              </a:rPr>
              <a:t>Relay Frame</a:t>
            </a:r>
          </a:p>
        </p:txBody>
      </p:sp>
      <p:sp>
        <p:nvSpPr>
          <p:cNvPr id="522" name="Hybrid video label"/>
          <p:cNvSpPr txBox="1"/>
          <p:nvPr/>
        </p:nvSpPr>
        <p:spPr>
          <a:xfrm>
            <a:off x="8662736" y="3923023"/>
            <a:ext cx="1166698" cy="32813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2" b="1" i="0">
                <a:solidFill>
                  <a:srgbClr val="000000"/>
                </a:solidFill>
                <a:latin typeface="Liberation Serif"/>
              </a:rPr>
              <a:t>Hybrid Video</a:t>
            </a:r>
          </a:p>
        </p:txBody>
      </p:sp>
      <p:pic>
        <p:nvPicPr>
          <p:cNvPr id="523" name="Selector start image" descr="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033" y="707311"/>
            <a:ext cx="1429205" cy="809397"/>
          </a:xfrm>
          <a:prstGeom prst="rect">
            <a:avLst/>
          </a:prstGeom>
        </p:spPr>
      </p:pic>
      <p:sp>
        <p:nvSpPr>
          <p:cNvPr id="524" name="Selector blue border"/>
          <p:cNvSpPr/>
          <p:nvPr/>
        </p:nvSpPr>
        <p:spPr>
          <a:xfrm>
            <a:off x="10361741" y="692727"/>
            <a:ext cx="1451081" cy="838564"/>
          </a:xfrm>
          <a:prstGeom prst="rect">
            <a:avLst/>
          </a:prstGeom>
          <a:noFill/>
          <a:ln w="21875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5" name="Selector end image" descr="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033" y="1655253"/>
            <a:ext cx="1429205" cy="809397"/>
          </a:xfrm>
          <a:prstGeom prst="rect">
            <a:avLst/>
          </a:prstGeom>
        </p:spPr>
      </p:pic>
      <p:sp>
        <p:nvSpPr>
          <p:cNvPr id="526" name="Selector yellow border"/>
          <p:cNvSpPr/>
          <p:nvPr/>
        </p:nvSpPr>
        <p:spPr>
          <a:xfrm>
            <a:off x="10361741" y="1640669"/>
            <a:ext cx="1451081" cy="838564"/>
          </a:xfrm>
          <a:prstGeom prst="rect">
            <a:avLst/>
          </a:prstGeom>
          <a:noFill/>
          <a:ln w="21875">
            <a:solidFill>
              <a:srgbClr val="FFF3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7" name="Candidate film"/>
          <p:cNvSpPr/>
          <p:nvPr/>
        </p:nvSpPr>
        <p:spPr>
          <a:xfrm>
            <a:off x="11820114" y="612516"/>
            <a:ext cx="1509416" cy="1910468"/>
          </a:xfrm>
          <a:prstGeom prst="rect">
            <a:avLst/>
          </a:prstGeom>
          <a:solidFill>
            <a:srgbClr val="171717"/>
          </a:solidFill>
          <a:ln w="1093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8" name="Film perforation"/>
          <p:cNvSpPr/>
          <p:nvPr/>
        </p:nvSpPr>
        <p:spPr>
          <a:xfrm>
            <a:off x="11834698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9" name="Film perforation"/>
          <p:cNvSpPr/>
          <p:nvPr/>
        </p:nvSpPr>
        <p:spPr>
          <a:xfrm>
            <a:off x="11834698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0" name="Film perforation"/>
          <p:cNvSpPr/>
          <p:nvPr/>
        </p:nvSpPr>
        <p:spPr>
          <a:xfrm>
            <a:off x="11958052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1" name="Film perforation"/>
          <p:cNvSpPr/>
          <p:nvPr/>
        </p:nvSpPr>
        <p:spPr>
          <a:xfrm>
            <a:off x="11958052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2" name="Film perforation"/>
          <p:cNvSpPr/>
          <p:nvPr/>
        </p:nvSpPr>
        <p:spPr>
          <a:xfrm>
            <a:off x="12081406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3" name="Film perforation"/>
          <p:cNvSpPr/>
          <p:nvPr/>
        </p:nvSpPr>
        <p:spPr>
          <a:xfrm>
            <a:off x="12081406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4" name="Film perforation"/>
          <p:cNvSpPr/>
          <p:nvPr/>
        </p:nvSpPr>
        <p:spPr>
          <a:xfrm>
            <a:off x="12204760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5" name="Film perforation"/>
          <p:cNvSpPr/>
          <p:nvPr/>
        </p:nvSpPr>
        <p:spPr>
          <a:xfrm>
            <a:off x="12204760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6" name="Film perforation"/>
          <p:cNvSpPr/>
          <p:nvPr/>
        </p:nvSpPr>
        <p:spPr>
          <a:xfrm>
            <a:off x="12328114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7" name="Film perforation"/>
          <p:cNvSpPr/>
          <p:nvPr/>
        </p:nvSpPr>
        <p:spPr>
          <a:xfrm>
            <a:off x="12328114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8" name="Film perforation"/>
          <p:cNvSpPr/>
          <p:nvPr/>
        </p:nvSpPr>
        <p:spPr>
          <a:xfrm>
            <a:off x="12451468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9" name="Film perforation"/>
          <p:cNvSpPr/>
          <p:nvPr/>
        </p:nvSpPr>
        <p:spPr>
          <a:xfrm>
            <a:off x="12451468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0" name="Film perforation"/>
          <p:cNvSpPr/>
          <p:nvPr/>
        </p:nvSpPr>
        <p:spPr>
          <a:xfrm>
            <a:off x="12574822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1" name="Film perforation"/>
          <p:cNvSpPr/>
          <p:nvPr/>
        </p:nvSpPr>
        <p:spPr>
          <a:xfrm>
            <a:off x="12574822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2" name="Film perforation"/>
          <p:cNvSpPr/>
          <p:nvPr/>
        </p:nvSpPr>
        <p:spPr>
          <a:xfrm>
            <a:off x="12698177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3" name="Film perforation"/>
          <p:cNvSpPr/>
          <p:nvPr/>
        </p:nvSpPr>
        <p:spPr>
          <a:xfrm>
            <a:off x="12698177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4" name="Film perforation"/>
          <p:cNvSpPr/>
          <p:nvPr/>
        </p:nvSpPr>
        <p:spPr>
          <a:xfrm>
            <a:off x="12821531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5" name="Film perforation"/>
          <p:cNvSpPr/>
          <p:nvPr/>
        </p:nvSpPr>
        <p:spPr>
          <a:xfrm>
            <a:off x="12821531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6" name="Film perforation"/>
          <p:cNvSpPr/>
          <p:nvPr/>
        </p:nvSpPr>
        <p:spPr>
          <a:xfrm>
            <a:off x="12944885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7" name="Film perforation"/>
          <p:cNvSpPr/>
          <p:nvPr/>
        </p:nvSpPr>
        <p:spPr>
          <a:xfrm>
            <a:off x="12944885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8" name="Film perforation"/>
          <p:cNvSpPr/>
          <p:nvPr/>
        </p:nvSpPr>
        <p:spPr>
          <a:xfrm>
            <a:off x="13068239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9" name="Film perforation"/>
          <p:cNvSpPr/>
          <p:nvPr/>
        </p:nvSpPr>
        <p:spPr>
          <a:xfrm>
            <a:off x="13068239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0" name="Film perforation"/>
          <p:cNvSpPr/>
          <p:nvPr/>
        </p:nvSpPr>
        <p:spPr>
          <a:xfrm>
            <a:off x="13191593" y="619808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1" name="Film perforation"/>
          <p:cNvSpPr/>
          <p:nvPr/>
        </p:nvSpPr>
        <p:spPr>
          <a:xfrm>
            <a:off x="13191593" y="1523999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52" name="Candidate film frame 1" descr="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9282" y="663559"/>
            <a:ext cx="1451081" cy="853148"/>
          </a:xfrm>
          <a:prstGeom prst="rect">
            <a:avLst/>
          </a:prstGeom>
        </p:spPr>
      </p:pic>
      <p:sp>
        <p:nvSpPr>
          <p:cNvPr id="553" name="Film perforation"/>
          <p:cNvSpPr/>
          <p:nvPr/>
        </p:nvSpPr>
        <p:spPr>
          <a:xfrm>
            <a:off x="11834698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4" name="Film perforation"/>
          <p:cNvSpPr/>
          <p:nvPr/>
        </p:nvSpPr>
        <p:spPr>
          <a:xfrm>
            <a:off x="11834698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5" name="Film perforation"/>
          <p:cNvSpPr/>
          <p:nvPr/>
        </p:nvSpPr>
        <p:spPr>
          <a:xfrm>
            <a:off x="11958052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6" name="Film perforation"/>
          <p:cNvSpPr/>
          <p:nvPr/>
        </p:nvSpPr>
        <p:spPr>
          <a:xfrm>
            <a:off x="11958052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7" name="Film perforation"/>
          <p:cNvSpPr/>
          <p:nvPr/>
        </p:nvSpPr>
        <p:spPr>
          <a:xfrm>
            <a:off x="12081406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8" name="Film perforation"/>
          <p:cNvSpPr/>
          <p:nvPr/>
        </p:nvSpPr>
        <p:spPr>
          <a:xfrm>
            <a:off x="12081406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9" name="Film perforation"/>
          <p:cNvSpPr/>
          <p:nvPr/>
        </p:nvSpPr>
        <p:spPr>
          <a:xfrm>
            <a:off x="12204760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0" name="Film perforation"/>
          <p:cNvSpPr/>
          <p:nvPr/>
        </p:nvSpPr>
        <p:spPr>
          <a:xfrm>
            <a:off x="12204760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1" name="Film perforation"/>
          <p:cNvSpPr/>
          <p:nvPr/>
        </p:nvSpPr>
        <p:spPr>
          <a:xfrm>
            <a:off x="12328114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2" name="Film perforation"/>
          <p:cNvSpPr/>
          <p:nvPr/>
        </p:nvSpPr>
        <p:spPr>
          <a:xfrm>
            <a:off x="12328114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3" name="Film perforation"/>
          <p:cNvSpPr/>
          <p:nvPr/>
        </p:nvSpPr>
        <p:spPr>
          <a:xfrm>
            <a:off x="12451468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4" name="Film perforation"/>
          <p:cNvSpPr/>
          <p:nvPr/>
        </p:nvSpPr>
        <p:spPr>
          <a:xfrm>
            <a:off x="12451468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5" name="Film perforation"/>
          <p:cNvSpPr/>
          <p:nvPr/>
        </p:nvSpPr>
        <p:spPr>
          <a:xfrm>
            <a:off x="12574822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6" name="Film perforation"/>
          <p:cNvSpPr/>
          <p:nvPr/>
        </p:nvSpPr>
        <p:spPr>
          <a:xfrm>
            <a:off x="12574822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7" name="Film perforation"/>
          <p:cNvSpPr/>
          <p:nvPr/>
        </p:nvSpPr>
        <p:spPr>
          <a:xfrm>
            <a:off x="12698177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8" name="Film perforation"/>
          <p:cNvSpPr/>
          <p:nvPr/>
        </p:nvSpPr>
        <p:spPr>
          <a:xfrm>
            <a:off x="12698177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9" name="Film perforation"/>
          <p:cNvSpPr/>
          <p:nvPr/>
        </p:nvSpPr>
        <p:spPr>
          <a:xfrm>
            <a:off x="12821531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0" name="Film perforation"/>
          <p:cNvSpPr/>
          <p:nvPr/>
        </p:nvSpPr>
        <p:spPr>
          <a:xfrm>
            <a:off x="12821531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1" name="Film perforation"/>
          <p:cNvSpPr/>
          <p:nvPr/>
        </p:nvSpPr>
        <p:spPr>
          <a:xfrm>
            <a:off x="12944885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2" name="Film perforation"/>
          <p:cNvSpPr/>
          <p:nvPr/>
        </p:nvSpPr>
        <p:spPr>
          <a:xfrm>
            <a:off x="12944885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3" name="Film perforation"/>
          <p:cNvSpPr/>
          <p:nvPr/>
        </p:nvSpPr>
        <p:spPr>
          <a:xfrm>
            <a:off x="13068239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4" name="Film perforation"/>
          <p:cNvSpPr/>
          <p:nvPr/>
        </p:nvSpPr>
        <p:spPr>
          <a:xfrm>
            <a:off x="13068239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5" name="Film perforation"/>
          <p:cNvSpPr/>
          <p:nvPr/>
        </p:nvSpPr>
        <p:spPr>
          <a:xfrm>
            <a:off x="13191593" y="1575043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6" name="Film perforation"/>
          <p:cNvSpPr/>
          <p:nvPr/>
        </p:nvSpPr>
        <p:spPr>
          <a:xfrm>
            <a:off x="13191593" y="2479234"/>
            <a:ext cx="108770" cy="36459"/>
          </a:xfrm>
          <a:prstGeom prst="rect">
            <a:avLst/>
          </a:prstGeom>
          <a:solidFill>
            <a:srgbClr val="F5F5E9"/>
          </a:solidFill>
          <a:ln w="3281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7" name="Candidate film frame 2" descr="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9282" y="1618794"/>
            <a:ext cx="1451081" cy="853148"/>
          </a:xfrm>
          <a:prstGeom prst="rect">
            <a:avLst/>
          </a:prstGeom>
        </p:spPr>
      </p:pic>
      <p:sp>
        <p:nvSpPr>
          <p:cNvPr id="578" name="Candidate ellipsis"/>
          <p:cNvSpPr txBox="1"/>
          <p:nvPr/>
        </p:nvSpPr>
        <p:spPr>
          <a:xfrm>
            <a:off x="12315961" y="2515693"/>
            <a:ext cx="517722" cy="2479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2" b="1" i="0">
                <a:solidFill>
                  <a:srgbClr val="000000"/>
                </a:solidFill>
                <a:latin typeface="Liberation Serif"/>
              </a:rPr>
              <a:t>…</a:t>
            </a:r>
          </a:p>
        </p:txBody>
      </p:sp>
      <p:cxnSp>
        <p:nvCxnSpPr>
          <p:cNvPr id="579" name="Top feature match 1_1"/>
          <p:cNvCxnSpPr/>
          <p:nvPr/>
        </p:nvCxnSpPr>
        <p:spPr>
          <a:xfrm flipV="1">
            <a:off x="11010717" y="823980"/>
            <a:ext cx="1203158" cy="43752"/>
          </a:xfrm>
          <a:prstGeom prst="line">
            <a:avLst/>
          </a:prstGeom>
          <a:ln w="10208">
            <a:solidFill>
              <a:srgbClr val="48A62F"/>
            </a:solidFill>
          </a:ln>
          <a:effectLst/>
        </p:spPr>
      </p:cxnSp>
      <p:cxnSp>
        <p:nvCxnSpPr>
          <p:cNvPr id="580" name="Top feature match 2_1"/>
          <p:cNvCxnSpPr/>
          <p:nvPr/>
        </p:nvCxnSpPr>
        <p:spPr>
          <a:xfrm flipV="1">
            <a:off x="11098220" y="926066"/>
            <a:ext cx="1246909" cy="58335"/>
          </a:xfrm>
          <a:prstGeom prst="line">
            <a:avLst/>
          </a:prstGeom>
          <a:ln w="10208">
            <a:solidFill>
              <a:srgbClr val="48A62F"/>
            </a:solidFill>
          </a:ln>
          <a:effectLst/>
        </p:spPr>
      </p:cxnSp>
      <p:cxnSp>
        <p:nvCxnSpPr>
          <p:cNvPr id="581" name="Top feature match 3_1"/>
          <p:cNvCxnSpPr/>
          <p:nvPr/>
        </p:nvCxnSpPr>
        <p:spPr>
          <a:xfrm flipV="1">
            <a:off x="11185722" y="1028153"/>
            <a:ext cx="1290660" cy="72918"/>
          </a:xfrm>
          <a:prstGeom prst="line">
            <a:avLst/>
          </a:prstGeom>
          <a:ln w="10208">
            <a:solidFill>
              <a:srgbClr val="48A62F"/>
            </a:solidFill>
          </a:ln>
          <a:effectLst/>
        </p:spPr>
      </p:cxnSp>
      <p:cxnSp>
        <p:nvCxnSpPr>
          <p:cNvPr id="582" name="Top feature match 4_1"/>
          <p:cNvCxnSpPr/>
          <p:nvPr/>
        </p:nvCxnSpPr>
        <p:spPr>
          <a:xfrm flipV="1">
            <a:off x="11273224" y="1130239"/>
            <a:ext cx="1334412" cy="102086"/>
          </a:xfrm>
          <a:prstGeom prst="line">
            <a:avLst/>
          </a:prstGeom>
          <a:ln w="10208">
            <a:solidFill>
              <a:srgbClr val="48A62F"/>
            </a:solidFill>
          </a:ln>
          <a:effectLst/>
        </p:spPr>
      </p:cxnSp>
      <p:cxnSp>
        <p:nvCxnSpPr>
          <p:cNvPr id="583" name="Top feature match 5_1"/>
          <p:cNvCxnSpPr/>
          <p:nvPr/>
        </p:nvCxnSpPr>
        <p:spPr>
          <a:xfrm flipV="1">
            <a:off x="11360727" y="1232325"/>
            <a:ext cx="1378162" cy="138545"/>
          </a:xfrm>
          <a:prstGeom prst="line">
            <a:avLst/>
          </a:prstGeom>
          <a:ln w="10208">
            <a:solidFill>
              <a:srgbClr val="48A62F"/>
            </a:solidFill>
          </a:ln>
          <a:effectLst/>
        </p:spPr>
      </p:cxnSp>
      <p:cxnSp>
        <p:nvCxnSpPr>
          <p:cNvPr id="584" name="Bottom feature match 1_1"/>
          <p:cNvCxnSpPr/>
          <p:nvPr/>
        </p:nvCxnSpPr>
        <p:spPr>
          <a:xfrm flipV="1">
            <a:off x="10879464" y="1742755"/>
            <a:ext cx="1312535" cy="36460"/>
          </a:xfrm>
          <a:prstGeom prst="line">
            <a:avLst/>
          </a:prstGeom>
          <a:ln w="10208">
            <a:solidFill>
              <a:srgbClr val="48A62F"/>
            </a:solidFill>
          </a:ln>
          <a:effectLst/>
        </p:spPr>
      </p:cxnSp>
      <p:cxnSp>
        <p:nvCxnSpPr>
          <p:cNvPr id="585" name="Bottom feature match 2_1"/>
          <p:cNvCxnSpPr/>
          <p:nvPr/>
        </p:nvCxnSpPr>
        <p:spPr>
          <a:xfrm flipV="1">
            <a:off x="11025301" y="1852133"/>
            <a:ext cx="1297952" cy="65627"/>
          </a:xfrm>
          <a:prstGeom prst="line">
            <a:avLst/>
          </a:prstGeom>
          <a:ln w="10208">
            <a:solidFill>
              <a:srgbClr val="48A62F"/>
            </a:solidFill>
          </a:ln>
          <a:effectLst/>
        </p:spPr>
      </p:cxnSp>
      <p:cxnSp>
        <p:nvCxnSpPr>
          <p:cNvPr id="586" name="Bottom feature match 3_1"/>
          <p:cNvCxnSpPr/>
          <p:nvPr/>
        </p:nvCxnSpPr>
        <p:spPr>
          <a:xfrm flipV="1">
            <a:off x="11171138" y="1961511"/>
            <a:ext cx="1283369" cy="102087"/>
          </a:xfrm>
          <a:prstGeom prst="line">
            <a:avLst/>
          </a:prstGeom>
          <a:ln w="10208">
            <a:solidFill>
              <a:srgbClr val="48A62F"/>
            </a:solidFill>
          </a:ln>
          <a:effectLst/>
        </p:spPr>
      </p:cxnSp>
      <p:cxnSp>
        <p:nvCxnSpPr>
          <p:cNvPr id="587" name="Bottom feature match 4_1"/>
          <p:cNvCxnSpPr/>
          <p:nvPr/>
        </p:nvCxnSpPr>
        <p:spPr>
          <a:xfrm flipV="1">
            <a:off x="11316976" y="2070889"/>
            <a:ext cx="1268784" cy="145838"/>
          </a:xfrm>
          <a:prstGeom prst="line">
            <a:avLst/>
          </a:prstGeom>
          <a:ln w="10208">
            <a:solidFill>
              <a:srgbClr val="48A62F"/>
            </a:solidFill>
          </a:ln>
          <a:effectLst/>
        </p:spPr>
      </p:cxnSp>
      <p:cxnSp>
        <p:nvCxnSpPr>
          <p:cNvPr id="588" name="Bottom feature match 5_1"/>
          <p:cNvCxnSpPr/>
          <p:nvPr/>
        </p:nvCxnSpPr>
        <p:spPr>
          <a:xfrm flipV="1">
            <a:off x="11462813" y="2180267"/>
            <a:ext cx="1254201" cy="182297"/>
          </a:xfrm>
          <a:prstGeom prst="line">
            <a:avLst/>
          </a:prstGeom>
          <a:ln w="10208">
            <a:solidFill>
              <a:srgbClr val="48A62F"/>
            </a:solidFill>
          </a:ln>
          <a:effectLst/>
        </p:spPr>
      </p:cxnSp>
      <p:cxnSp>
        <p:nvCxnSpPr>
          <p:cNvPr id="589" name="Top inlier-count arrow_1"/>
          <p:cNvCxnSpPr/>
          <p:nvPr/>
        </p:nvCxnSpPr>
        <p:spPr>
          <a:xfrm>
            <a:off x="13322239" y="1108363"/>
            <a:ext cx="102086" cy="364593"/>
          </a:xfrm>
          <a:prstGeom prst="line">
            <a:avLst/>
          </a:prstGeom>
          <a:ln w="17500">
            <a:solidFill>
              <a:srgbClr val="FF0000"/>
            </a:solidFill>
          </a:ln>
          <a:effectLst/>
        </p:spPr>
      </p:cxnSp>
      <p:cxnSp>
        <p:nvCxnSpPr>
          <p:cNvPr id="590" name="Top inlier-count arrow_2"/>
          <p:cNvCxnSpPr/>
          <p:nvPr/>
        </p:nvCxnSpPr>
        <p:spPr>
          <a:xfrm>
            <a:off x="13424325" y="1472956"/>
            <a:ext cx="80210" cy="1312536"/>
          </a:xfrm>
          <a:prstGeom prst="line">
            <a:avLst/>
          </a:prstGeom>
          <a:ln w="17500">
            <a:solidFill>
              <a:srgbClr val="FF0000"/>
            </a:solidFill>
            <a:tailEnd type="triangle" w="sm" len="sm"/>
          </a:ln>
          <a:effectLst/>
        </p:spPr>
      </p:cxnSp>
      <p:cxnSp>
        <p:nvCxnSpPr>
          <p:cNvPr id="591" name="Bottom inlier-count arrow_1"/>
          <p:cNvCxnSpPr/>
          <p:nvPr/>
        </p:nvCxnSpPr>
        <p:spPr>
          <a:xfrm>
            <a:off x="13329531" y="2027138"/>
            <a:ext cx="123961" cy="379177"/>
          </a:xfrm>
          <a:prstGeom prst="line">
            <a:avLst/>
          </a:prstGeom>
          <a:ln w="17500">
            <a:solidFill>
              <a:srgbClr val="FF0000"/>
            </a:solidFill>
          </a:ln>
          <a:effectLst/>
        </p:spPr>
      </p:cxnSp>
      <p:cxnSp>
        <p:nvCxnSpPr>
          <p:cNvPr id="592" name="Bottom inlier-count arrow_2"/>
          <p:cNvCxnSpPr/>
          <p:nvPr/>
        </p:nvCxnSpPr>
        <p:spPr>
          <a:xfrm>
            <a:off x="13453492" y="2406315"/>
            <a:ext cx="51043" cy="379177"/>
          </a:xfrm>
          <a:prstGeom prst="line">
            <a:avLst/>
          </a:prstGeom>
          <a:ln w="17500">
            <a:solidFill>
              <a:srgbClr val="FF0000"/>
            </a:solidFill>
            <a:tailEnd type="triangle" w="sm" len="sm"/>
          </a:ln>
          <a:effectLst/>
        </p:spPr>
      </p:cxnSp>
      <p:sp>
        <p:nvSpPr>
          <p:cNvPr id="593" name="Addition circle"/>
          <p:cNvSpPr/>
          <p:nvPr/>
        </p:nvSpPr>
        <p:spPr>
          <a:xfrm>
            <a:off x="13380574" y="2792784"/>
            <a:ext cx="247923" cy="247923"/>
          </a:xfrm>
          <a:prstGeom prst="ellipse">
            <a:avLst/>
          </a:prstGeom>
          <a:noFill/>
          <a:ln w="14583">
            <a:solidFill>
              <a:srgbClr val="19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4" name="Addition plus horizontal_1"/>
          <p:cNvCxnSpPr/>
          <p:nvPr/>
        </p:nvCxnSpPr>
        <p:spPr>
          <a:xfrm>
            <a:off x="13402449" y="2916746"/>
            <a:ext cx="204173" cy="0"/>
          </a:xfrm>
          <a:prstGeom prst="line">
            <a:avLst/>
          </a:prstGeom>
          <a:ln w="14583">
            <a:solidFill>
              <a:srgbClr val="19365D"/>
            </a:solidFill>
          </a:ln>
          <a:effectLst/>
        </p:spPr>
      </p:cxnSp>
      <p:cxnSp>
        <p:nvCxnSpPr>
          <p:cNvPr id="595" name="Addition plus vertical_1"/>
          <p:cNvCxnSpPr/>
          <p:nvPr/>
        </p:nvCxnSpPr>
        <p:spPr>
          <a:xfrm>
            <a:off x="13504535" y="2814660"/>
            <a:ext cx="0" cy="204172"/>
          </a:xfrm>
          <a:prstGeom prst="line">
            <a:avLst/>
          </a:prstGeom>
          <a:ln w="14583">
            <a:solidFill>
              <a:srgbClr val="19365D"/>
            </a:solidFill>
          </a:ln>
          <a:effectLst/>
        </p:spPr>
      </p:cxnSp>
      <p:cxnSp>
        <p:nvCxnSpPr>
          <p:cNvPr id="596" name="Matched inlier legend arrow_1"/>
          <p:cNvCxnSpPr/>
          <p:nvPr/>
        </p:nvCxnSpPr>
        <p:spPr>
          <a:xfrm>
            <a:off x="10106526" y="2836535"/>
            <a:ext cx="328134" cy="0"/>
          </a:xfrm>
          <a:prstGeom prst="line">
            <a:avLst/>
          </a:prstGeom>
          <a:ln w="17500">
            <a:solidFill>
              <a:srgbClr val="FF0000"/>
            </a:solidFill>
            <a:tailEnd type="triangle" w="sm" len="sm"/>
          </a:ln>
          <a:effectLst/>
        </p:spPr>
      </p:cxnSp>
      <p:sp>
        <p:nvSpPr>
          <p:cNvPr id="597" name="Matched inlier legend"/>
          <p:cNvSpPr txBox="1"/>
          <p:nvPr/>
        </p:nvSpPr>
        <p:spPr>
          <a:xfrm>
            <a:off x="10500287" y="2705282"/>
            <a:ext cx="1793799" cy="2843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000000"/>
                </a:solidFill>
                <a:latin typeface="Liberation Serif"/>
              </a:rPr>
              <a:t>: Matched Inlier Count</a:t>
            </a:r>
          </a:p>
        </p:txBody>
      </p:sp>
      <p:sp>
        <p:nvSpPr>
          <p:cNvPr id="598" name="Addition circle"/>
          <p:cNvSpPr/>
          <p:nvPr/>
        </p:nvSpPr>
        <p:spPr>
          <a:xfrm>
            <a:off x="10223196" y="2996956"/>
            <a:ext cx="175004" cy="175004"/>
          </a:xfrm>
          <a:prstGeom prst="ellipse">
            <a:avLst/>
          </a:prstGeom>
          <a:noFill/>
          <a:ln w="14583">
            <a:solidFill>
              <a:srgbClr val="19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9" name="Addition plus horizontal_1"/>
          <p:cNvCxnSpPr/>
          <p:nvPr/>
        </p:nvCxnSpPr>
        <p:spPr>
          <a:xfrm>
            <a:off x="10245071" y="3084459"/>
            <a:ext cx="131254" cy="0"/>
          </a:xfrm>
          <a:prstGeom prst="line">
            <a:avLst/>
          </a:prstGeom>
          <a:ln w="14583">
            <a:solidFill>
              <a:srgbClr val="19365D"/>
            </a:solidFill>
          </a:ln>
          <a:effectLst/>
        </p:spPr>
      </p:cxnSp>
      <p:cxnSp>
        <p:nvCxnSpPr>
          <p:cNvPr id="600" name="Addition plus vertical_1"/>
          <p:cNvCxnSpPr/>
          <p:nvPr/>
        </p:nvCxnSpPr>
        <p:spPr>
          <a:xfrm>
            <a:off x="10310698" y="3018832"/>
            <a:ext cx="0" cy="131254"/>
          </a:xfrm>
          <a:prstGeom prst="line">
            <a:avLst/>
          </a:prstGeom>
          <a:ln w="14583">
            <a:solidFill>
              <a:srgbClr val="19365D"/>
            </a:solidFill>
          </a:ln>
          <a:effectLst/>
        </p:spPr>
      </p:cxnSp>
      <p:sp>
        <p:nvSpPr>
          <p:cNvPr id="601" name="Addition legend"/>
          <p:cNvSpPr txBox="1"/>
          <p:nvPr/>
        </p:nvSpPr>
        <p:spPr>
          <a:xfrm>
            <a:off x="10500287" y="2953205"/>
            <a:ext cx="1159406" cy="2697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000000"/>
                </a:solidFill>
                <a:latin typeface="Liberation Serif"/>
              </a:rPr>
              <a:t>: Addition</a:t>
            </a:r>
          </a:p>
        </p:txBody>
      </p:sp>
      <p:cxnSp>
        <p:nvCxnSpPr>
          <p:cNvPr id="602" name="Candidates to top-k_1"/>
          <p:cNvCxnSpPr/>
          <p:nvPr/>
        </p:nvCxnSpPr>
        <p:spPr>
          <a:xfrm flipH="1">
            <a:off x="12505550" y="2770909"/>
            <a:ext cx="65627" cy="87502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cxnSp>
        <p:nvCxnSpPr>
          <p:cNvPr id="603" name="Candidates to top-k_2"/>
          <p:cNvCxnSpPr/>
          <p:nvPr/>
        </p:nvCxnSpPr>
        <p:spPr>
          <a:xfrm flipH="1">
            <a:off x="12286794" y="2858411"/>
            <a:ext cx="218756" cy="72919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cxnSp>
        <p:nvCxnSpPr>
          <p:cNvPr id="604" name="Candidates to top-k_3"/>
          <p:cNvCxnSpPr/>
          <p:nvPr/>
        </p:nvCxnSpPr>
        <p:spPr>
          <a:xfrm flipH="1">
            <a:off x="11878449" y="2931330"/>
            <a:ext cx="408345" cy="87502"/>
          </a:xfrm>
          <a:prstGeom prst="line">
            <a:avLst/>
          </a:prstGeom>
          <a:ln w="2187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605" name="Addition to top-k_1"/>
          <p:cNvCxnSpPr/>
          <p:nvPr/>
        </p:nvCxnSpPr>
        <p:spPr>
          <a:xfrm flipH="1">
            <a:off x="13468076" y="3040708"/>
            <a:ext cx="36459" cy="87502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cxnSp>
        <p:nvCxnSpPr>
          <p:cNvPr id="606" name="Addition to top-k_2"/>
          <p:cNvCxnSpPr/>
          <p:nvPr/>
        </p:nvCxnSpPr>
        <p:spPr>
          <a:xfrm flipH="1">
            <a:off x="13161818" y="3128210"/>
            <a:ext cx="306258" cy="72919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cxnSp>
        <p:nvCxnSpPr>
          <p:cNvPr id="607" name="Addition to top-k_3"/>
          <p:cNvCxnSpPr/>
          <p:nvPr/>
        </p:nvCxnSpPr>
        <p:spPr>
          <a:xfrm flipH="1">
            <a:off x="12235751" y="3201129"/>
            <a:ext cx="926067" cy="43751"/>
          </a:xfrm>
          <a:prstGeom prst="line">
            <a:avLst/>
          </a:prstGeom>
          <a:ln w="21875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608" name="Top-k label"/>
          <p:cNvSpPr txBox="1"/>
          <p:nvPr/>
        </p:nvSpPr>
        <p:spPr>
          <a:xfrm>
            <a:off x="11572191" y="3120918"/>
            <a:ext cx="634392" cy="26250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3" b="1" i="0">
                <a:solidFill>
                  <a:srgbClr val="000000"/>
                </a:solidFill>
                <a:latin typeface="Liberation Serif"/>
              </a:rPr>
              <a:t>Top k</a:t>
            </a:r>
          </a:p>
        </p:txBody>
      </p:sp>
      <p:cxnSp>
        <p:nvCxnSpPr>
          <p:cNvPr id="609" name="Top-k down arrow_1"/>
          <p:cNvCxnSpPr/>
          <p:nvPr/>
        </p:nvCxnSpPr>
        <p:spPr>
          <a:xfrm>
            <a:off x="11885741" y="3361550"/>
            <a:ext cx="0" cy="196880"/>
          </a:xfrm>
          <a:prstGeom prst="line">
            <a:avLst/>
          </a:prstGeom>
          <a:ln w="21875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610" name="Top-k film"/>
          <p:cNvSpPr/>
          <p:nvPr/>
        </p:nvSpPr>
        <p:spPr>
          <a:xfrm>
            <a:off x="10252363" y="3580306"/>
            <a:ext cx="3295923" cy="561473"/>
          </a:xfrm>
          <a:prstGeom prst="rect">
            <a:avLst/>
          </a:prstGeom>
          <a:solidFill>
            <a:srgbClr val="171717"/>
          </a:solidFill>
          <a:ln w="1093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1" name="Film perforation"/>
          <p:cNvSpPr/>
          <p:nvPr/>
        </p:nvSpPr>
        <p:spPr>
          <a:xfrm>
            <a:off x="10274239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2" name="Film perforation"/>
          <p:cNvSpPr/>
          <p:nvPr/>
        </p:nvSpPr>
        <p:spPr>
          <a:xfrm>
            <a:off x="10274239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3" name="Film perforation"/>
          <p:cNvSpPr/>
          <p:nvPr/>
        </p:nvSpPr>
        <p:spPr>
          <a:xfrm>
            <a:off x="10354449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4" name="Film perforation"/>
          <p:cNvSpPr/>
          <p:nvPr/>
        </p:nvSpPr>
        <p:spPr>
          <a:xfrm>
            <a:off x="10354449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5" name="Film perforation"/>
          <p:cNvSpPr/>
          <p:nvPr/>
        </p:nvSpPr>
        <p:spPr>
          <a:xfrm>
            <a:off x="10434660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6" name="Film perforation"/>
          <p:cNvSpPr/>
          <p:nvPr/>
        </p:nvSpPr>
        <p:spPr>
          <a:xfrm>
            <a:off x="10434660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7" name="Film perforation"/>
          <p:cNvSpPr/>
          <p:nvPr/>
        </p:nvSpPr>
        <p:spPr>
          <a:xfrm>
            <a:off x="10514870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8" name="Film perforation"/>
          <p:cNvSpPr/>
          <p:nvPr/>
        </p:nvSpPr>
        <p:spPr>
          <a:xfrm>
            <a:off x="10514870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9" name="Film perforation"/>
          <p:cNvSpPr/>
          <p:nvPr/>
        </p:nvSpPr>
        <p:spPr>
          <a:xfrm>
            <a:off x="10595081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0" name="Film perforation"/>
          <p:cNvSpPr/>
          <p:nvPr/>
        </p:nvSpPr>
        <p:spPr>
          <a:xfrm>
            <a:off x="10595081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1" name="Film perforation"/>
          <p:cNvSpPr/>
          <p:nvPr/>
        </p:nvSpPr>
        <p:spPr>
          <a:xfrm>
            <a:off x="10675291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2" name="Film perforation"/>
          <p:cNvSpPr/>
          <p:nvPr/>
        </p:nvSpPr>
        <p:spPr>
          <a:xfrm>
            <a:off x="10675291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3" name="Film perforation"/>
          <p:cNvSpPr/>
          <p:nvPr/>
        </p:nvSpPr>
        <p:spPr>
          <a:xfrm>
            <a:off x="10755502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4" name="Film perforation"/>
          <p:cNvSpPr/>
          <p:nvPr/>
        </p:nvSpPr>
        <p:spPr>
          <a:xfrm>
            <a:off x="10755502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5" name="Film perforation"/>
          <p:cNvSpPr/>
          <p:nvPr/>
        </p:nvSpPr>
        <p:spPr>
          <a:xfrm>
            <a:off x="10835712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6" name="Film perforation"/>
          <p:cNvSpPr/>
          <p:nvPr/>
        </p:nvSpPr>
        <p:spPr>
          <a:xfrm>
            <a:off x="10835712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7" name="Film perforation"/>
          <p:cNvSpPr/>
          <p:nvPr/>
        </p:nvSpPr>
        <p:spPr>
          <a:xfrm>
            <a:off x="10915923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8" name="Film perforation"/>
          <p:cNvSpPr/>
          <p:nvPr/>
        </p:nvSpPr>
        <p:spPr>
          <a:xfrm>
            <a:off x="10915923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9" name="Film perforation"/>
          <p:cNvSpPr/>
          <p:nvPr/>
        </p:nvSpPr>
        <p:spPr>
          <a:xfrm>
            <a:off x="10996133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0" name="Film perforation"/>
          <p:cNvSpPr/>
          <p:nvPr/>
        </p:nvSpPr>
        <p:spPr>
          <a:xfrm>
            <a:off x="10996133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1" name="Film perforation"/>
          <p:cNvSpPr/>
          <p:nvPr/>
        </p:nvSpPr>
        <p:spPr>
          <a:xfrm>
            <a:off x="11076344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2" name="Film perforation"/>
          <p:cNvSpPr/>
          <p:nvPr/>
        </p:nvSpPr>
        <p:spPr>
          <a:xfrm>
            <a:off x="11076344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3" name="Film perforation"/>
          <p:cNvSpPr/>
          <p:nvPr/>
        </p:nvSpPr>
        <p:spPr>
          <a:xfrm>
            <a:off x="11156555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4" name="Film perforation"/>
          <p:cNvSpPr/>
          <p:nvPr/>
        </p:nvSpPr>
        <p:spPr>
          <a:xfrm>
            <a:off x="11156555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5" name="Film perforation"/>
          <p:cNvSpPr/>
          <p:nvPr/>
        </p:nvSpPr>
        <p:spPr>
          <a:xfrm>
            <a:off x="11236765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6" name="Film perforation"/>
          <p:cNvSpPr/>
          <p:nvPr/>
        </p:nvSpPr>
        <p:spPr>
          <a:xfrm>
            <a:off x="11236765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7" name="Film perforation"/>
          <p:cNvSpPr/>
          <p:nvPr/>
        </p:nvSpPr>
        <p:spPr>
          <a:xfrm>
            <a:off x="11316976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8" name="Film perforation"/>
          <p:cNvSpPr/>
          <p:nvPr/>
        </p:nvSpPr>
        <p:spPr>
          <a:xfrm>
            <a:off x="11316976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9" name="Film perforation"/>
          <p:cNvSpPr/>
          <p:nvPr/>
        </p:nvSpPr>
        <p:spPr>
          <a:xfrm>
            <a:off x="11397186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0" name="Film perforation"/>
          <p:cNvSpPr/>
          <p:nvPr/>
        </p:nvSpPr>
        <p:spPr>
          <a:xfrm>
            <a:off x="11397186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1" name="Film perforation"/>
          <p:cNvSpPr/>
          <p:nvPr/>
        </p:nvSpPr>
        <p:spPr>
          <a:xfrm>
            <a:off x="11477397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2" name="Film perforation"/>
          <p:cNvSpPr/>
          <p:nvPr/>
        </p:nvSpPr>
        <p:spPr>
          <a:xfrm>
            <a:off x="11477397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3" name="Film perforation"/>
          <p:cNvSpPr/>
          <p:nvPr/>
        </p:nvSpPr>
        <p:spPr>
          <a:xfrm>
            <a:off x="11557607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4" name="Film perforation"/>
          <p:cNvSpPr/>
          <p:nvPr/>
        </p:nvSpPr>
        <p:spPr>
          <a:xfrm>
            <a:off x="11557607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5" name="Film perforation"/>
          <p:cNvSpPr/>
          <p:nvPr/>
        </p:nvSpPr>
        <p:spPr>
          <a:xfrm>
            <a:off x="11637818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6" name="Film perforation"/>
          <p:cNvSpPr/>
          <p:nvPr/>
        </p:nvSpPr>
        <p:spPr>
          <a:xfrm>
            <a:off x="11637818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7" name="Film perforation"/>
          <p:cNvSpPr/>
          <p:nvPr/>
        </p:nvSpPr>
        <p:spPr>
          <a:xfrm>
            <a:off x="11718028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8" name="Film perforation"/>
          <p:cNvSpPr/>
          <p:nvPr/>
        </p:nvSpPr>
        <p:spPr>
          <a:xfrm>
            <a:off x="11718028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9" name="Film perforation"/>
          <p:cNvSpPr/>
          <p:nvPr/>
        </p:nvSpPr>
        <p:spPr>
          <a:xfrm>
            <a:off x="11798239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0" name="Film perforation"/>
          <p:cNvSpPr/>
          <p:nvPr/>
        </p:nvSpPr>
        <p:spPr>
          <a:xfrm>
            <a:off x="11798239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1" name="Film perforation"/>
          <p:cNvSpPr/>
          <p:nvPr/>
        </p:nvSpPr>
        <p:spPr>
          <a:xfrm>
            <a:off x="11878449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2" name="Film perforation"/>
          <p:cNvSpPr/>
          <p:nvPr/>
        </p:nvSpPr>
        <p:spPr>
          <a:xfrm>
            <a:off x="11878449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3" name="Film perforation"/>
          <p:cNvSpPr/>
          <p:nvPr/>
        </p:nvSpPr>
        <p:spPr>
          <a:xfrm>
            <a:off x="11958660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4" name="Film perforation"/>
          <p:cNvSpPr/>
          <p:nvPr/>
        </p:nvSpPr>
        <p:spPr>
          <a:xfrm>
            <a:off x="11958660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5" name="Film perforation"/>
          <p:cNvSpPr/>
          <p:nvPr/>
        </p:nvSpPr>
        <p:spPr>
          <a:xfrm>
            <a:off x="12038870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6" name="Film perforation"/>
          <p:cNvSpPr/>
          <p:nvPr/>
        </p:nvSpPr>
        <p:spPr>
          <a:xfrm>
            <a:off x="12038870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7" name="Film perforation"/>
          <p:cNvSpPr/>
          <p:nvPr/>
        </p:nvSpPr>
        <p:spPr>
          <a:xfrm>
            <a:off x="12119081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8" name="Film perforation"/>
          <p:cNvSpPr/>
          <p:nvPr/>
        </p:nvSpPr>
        <p:spPr>
          <a:xfrm>
            <a:off x="12119081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9" name="Film perforation"/>
          <p:cNvSpPr/>
          <p:nvPr/>
        </p:nvSpPr>
        <p:spPr>
          <a:xfrm>
            <a:off x="12199291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0" name="Film perforation"/>
          <p:cNvSpPr/>
          <p:nvPr/>
        </p:nvSpPr>
        <p:spPr>
          <a:xfrm>
            <a:off x="12199291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1" name="Film perforation"/>
          <p:cNvSpPr/>
          <p:nvPr/>
        </p:nvSpPr>
        <p:spPr>
          <a:xfrm>
            <a:off x="12279502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2" name="Film perforation"/>
          <p:cNvSpPr/>
          <p:nvPr/>
        </p:nvSpPr>
        <p:spPr>
          <a:xfrm>
            <a:off x="12279502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3" name="Film perforation"/>
          <p:cNvSpPr/>
          <p:nvPr/>
        </p:nvSpPr>
        <p:spPr>
          <a:xfrm>
            <a:off x="12359712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4" name="Film perforation"/>
          <p:cNvSpPr/>
          <p:nvPr/>
        </p:nvSpPr>
        <p:spPr>
          <a:xfrm>
            <a:off x="12359712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5" name="Film perforation"/>
          <p:cNvSpPr/>
          <p:nvPr/>
        </p:nvSpPr>
        <p:spPr>
          <a:xfrm>
            <a:off x="12439923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6" name="Film perforation"/>
          <p:cNvSpPr/>
          <p:nvPr/>
        </p:nvSpPr>
        <p:spPr>
          <a:xfrm>
            <a:off x="12439923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7" name="Film perforation"/>
          <p:cNvSpPr/>
          <p:nvPr/>
        </p:nvSpPr>
        <p:spPr>
          <a:xfrm>
            <a:off x="12520133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8" name="Film perforation"/>
          <p:cNvSpPr/>
          <p:nvPr/>
        </p:nvSpPr>
        <p:spPr>
          <a:xfrm>
            <a:off x="12520133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9" name="Film perforation"/>
          <p:cNvSpPr/>
          <p:nvPr/>
        </p:nvSpPr>
        <p:spPr>
          <a:xfrm>
            <a:off x="12600344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0" name="Film perforation"/>
          <p:cNvSpPr/>
          <p:nvPr/>
        </p:nvSpPr>
        <p:spPr>
          <a:xfrm>
            <a:off x="12600344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1" name="Film perforation"/>
          <p:cNvSpPr/>
          <p:nvPr/>
        </p:nvSpPr>
        <p:spPr>
          <a:xfrm>
            <a:off x="12680555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2" name="Film perforation"/>
          <p:cNvSpPr/>
          <p:nvPr/>
        </p:nvSpPr>
        <p:spPr>
          <a:xfrm>
            <a:off x="12680555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3" name="Film perforation"/>
          <p:cNvSpPr/>
          <p:nvPr/>
        </p:nvSpPr>
        <p:spPr>
          <a:xfrm>
            <a:off x="12760765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4" name="Film perforation"/>
          <p:cNvSpPr/>
          <p:nvPr/>
        </p:nvSpPr>
        <p:spPr>
          <a:xfrm>
            <a:off x="12760765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5" name="Film perforation"/>
          <p:cNvSpPr/>
          <p:nvPr/>
        </p:nvSpPr>
        <p:spPr>
          <a:xfrm>
            <a:off x="12840976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6" name="Film perforation"/>
          <p:cNvSpPr/>
          <p:nvPr/>
        </p:nvSpPr>
        <p:spPr>
          <a:xfrm>
            <a:off x="12840976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7" name="Film perforation"/>
          <p:cNvSpPr/>
          <p:nvPr/>
        </p:nvSpPr>
        <p:spPr>
          <a:xfrm>
            <a:off x="12921186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8" name="Film perforation"/>
          <p:cNvSpPr/>
          <p:nvPr/>
        </p:nvSpPr>
        <p:spPr>
          <a:xfrm>
            <a:off x="12921186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9" name="Film perforation"/>
          <p:cNvSpPr/>
          <p:nvPr/>
        </p:nvSpPr>
        <p:spPr>
          <a:xfrm>
            <a:off x="13001397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0" name="Film perforation"/>
          <p:cNvSpPr/>
          <p:nvPr/>
        </p:nvSpPr>
        <p:spPr>
          <a:xfrm>
            <a:off x="13001397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1" name="Film perforation"/>
          <p:cNvSpPr/>
          <p:nvPr/>
        </p:nvSpPr>
        <p:spPr>
          <a:xfrm>
            <a:off x="13081607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2" name="Film perforation"/>
          <p:cNvSpPr/>
          <p:nvPr/>
        </p:nvSpPr>
        <p:spPr>
          <a:xfrm>
            <a:off x="13081607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3" name="Film perforation"/>
          <p:cNvSpPr/>
          <p:nvPr/>
        </p:nvSpPr>
        <p:spPr>
          <a:xfrm>
            <a:off x="13161818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4" name="Film perforation"/>
          <p:cNvSpPr/>
          <p:nvPr/>
        </p:nvSpPr>
        <p:spPr>
          <a:xfrm>
            <a:off x="13161818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5" name="Film perforation"/>
          <p:cNvSpPr/>
          <p:nvPr/>
        </p:nvSpPr>
        <p:spPr>
          <a:xfrm>
            <a:off x="13242028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6" name="Film perforation"/>
          <p:cNvSpPr/>
          <p:nvPr/>
        </p:nvSpPr>
        <p:spPr>
          <a:xfrm>
            <a:off x="13242028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7" name="Film perforation"/>
          <p:cNvSpPr/>
          <p:nvPr/>
        </p:nvSpPr>
        <p:spPr>
          <a:xfrm>
            <a:off x="13322239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8" name="Film perforation"/>
          <p:cNvSpPr/>
          <p:nvPr/>
        </p:nvSpPr>
        <p:spPr>
          <a:xfrm>
            <a:off x="13322239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9" name="Film perforation"/>
          <p:cNvSpPr/>
          <p:nvPr/>
        </p:nvSpPr>
        <p:spPr>
          <a:xfrm>
            <a:off x="13402449" y="3591244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0" name="Film perforation"/>
          <p:cNvSpPr/>
          <p:nvPr/>
        </p:nvSpPr>
        <p:spPr>
          <a:xfrm>
            <a:off x="13402449" y="4094382"/>
            <a:ext cx="58334" cy="36459"/>
          </a:xfrm>
          <a:prstGeom prst="rect">
            <a:avLst/>
          </a:prstGeom>
          <a:solidFill>
            <a:srgbClr val="F5F5E9"/>
          </a:solidFill>
          <a:ln w="36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91" name="Top-k film frame 1" descr="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1531" y="3631349"/>
            <a:ext cx="600849" cy="459387"/>
          </a:xfrm>
          <a:prstGeom prst="rect">
            <a:avLst/>
          </a:prstGeom>
        </p:spPr>
      </p:pic>
      <p:sp>
        <p:nvSpPr>
          <p:cNvPr id="692" name="Selected frame border"/>
          <p:cNvSpPr/>
          <p:nvPr/>
        </p:nvSpPr>
        <p:spPr>
          <a:xfrm>
            <a:off x="10274239" y="3624057"/>
            <a:ext cx="615433" cy="473971"/>
          </a:xfrm>
          <a:prstGeom prst="rect">
            <a:avLst/>
          </a:prstGeom>
          <a:noFill/>
          <a:ln w="21875">
            <a:solidFill>
              <a:srgbClr val="0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3" name="Film divider_1"/>
          <p:cNvCxnSpPr/>
          <p:nvPr/>
        </p:nvCxnSpPr>
        <p:spPr>
          <a:xfrm>
            <a:off x="10911548" y="3631349"/>
            <a:ext cx="0" cy="459387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pic>
        <p:nvPicPr>
          <p:cNvPr id="694" name="Top-k film frame 2" descr="v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0715" y="3631349"/>
            <a:ext cx="600849" cy="459387"/>
          </a:xfrm>
          <a:prstGeom prst="rect">
            <a:avLst/>
          </a:prstGeom>
        </p:spPr>
      </p:pic>
      <p:cxnSp>
        <p:nvCxnSpPr>
          <p:cNvPr id="695" name="Film divider_1"/>
          <p:cNvCxnSpPr/>
          <p:nvPr/>
        </p:nvCxnSpPr>
        <p:spPr>
          <a:xfrm>
            <a:off x="11570733" y="3631349"/>
            <a:ext cx="0" cy="459387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sp>
        <p:nvSpPr>
          <p:cNvPr id="696" name="Ellipsis slot"/>
          <p:cNvSpPr/>
          <p:nvPr/>
        </p:nvSpPr>
        <p:spPr>
          <a:xfrm>
            <a:off x="11592608" y="3631349"/>
            <a:ext cx="615433" cy="459387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7" name="Ellipsis"/>
          <p:cNvSpPr txBox="1"/>
          <p:nvPr/>
        </p:nvSpPr>
        <p:spPr>
          <a:xfrm>
            <a:off x="11592608" y="3631349"/>
            <a:ext cx="615433" cy="4593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i="0">
                <a:solidFill>
                  <a:srgbClr val="000000"/>
                </a:solidFill>
                <a:latin typeface="Liberation Serif"/>
              </a:rPr>
              <a:t>…</a:t>
            </a:r>
          </a:p>
        </p:txBody>
      </p:sp>
      <p:cxnSp>
        <p:nvCxnSpPr>
          <p:cNvPr id="698" name="Film divider_1"/>
          <p:cNvCxnSpPr/>
          <p:nvPr/>
        </p:nvCxnSpPr>
        <p:spPr>
          <a:xfrm>
            <a:off x="12229917" y="3631349"/>
            <a:ext cx="0" cy="459387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pic>
        <p:nvPicPr>
          <p:cNvPr id="699" name="Top-k film frame 4" descr="v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9085" y="3631349"/>
            <a:ext cx="600849" cy="459387"/>
          </a:xfrm>
          <a:prstGeom prst="rect">
            <a:avLst/>
          </a:prstGeom>
        </p:spPr>
      </p:pic>
      <p:cxnSp>
        <p:nvCxnSpPr>
          <p:cNvPr id="700" name="Film divider_1"/>
          <p:cNvCxnSpPr/>
          <p:nvPr/>
        </p:nvCxnSpPr>
        <p:spPr>
          <a:xfrm>
            <a:off x="12889102" y="3631349"/>
            <a:ext cx="0" cy="459387"/>
          </a:xfrm>
          <a:prstGeom prst="line">
            <a:avLst/>
          </a:prstGeom>
          <a:ln w="21875">
            <a:solidFill>
              <a:srgbClr val="000000"/>
            </a:solidFill>
          </a:ln>
          <a:effectLst/>
        </p:spPr>
      </p:cxnSp>
      <p:pic>
        <p:nvPicPr>
          <p:cNvPr id="701" name="Top-k film frame 5" descr="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8269" y="3631349"/>
            <a:ext cx="600849" cy="459387"/>
          </a:xfrm>
          <a:prstGeom prst="rect">
            <a:avLst/>
          </a:prstGeom>
        </p:spPr>
      </p:pic>
      <p:sp>
        <p:nvSpPr>
          <p:cNvPr id="702" name="Selected frame border"/>
          <p:cNvSpPr/>
          <p:nvPr/>
        </p:nvSpPr>
        <p:spPr>
          <a:xfrm>
            <a:off x="12910977" y="3624057"/>
            <a:ext cx="615433" cy="473971"/>
          </a:xfrm>
          <a:prstGeom prst="rect">
            <a:avLst/>
          </a:prstGeom>
          <a:noFill/>
          <a:ln w="21875">
            <a:solidFill>
              <a:srgbClr val="FFF3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3" name="Pose model bar 1"/>
          <p:cNvSpPr/>
          <p:nvPr/>
        </p:nvSpPr>
        <p:spPr>
          <a:xfrm>
            <a:off x="87502" y="4557416"/>
            <a:ext cx="2654239" cy="430220"/>
          </a:xfrm>
          <a:prstGeom prst="roundRect">
            <a:avLst>
              <a:gd name="adj" fmla="val 18644"/>
            </a:avLst>
          </a:prstGeom>
          <a:solidFill>
            <a:srgbClr val="AEBACB"/>
          </a:solidFill>
          <a:ln w="1312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4" name="Pose model label 1"/>
          <p:cNvSpPr txBox="1"/>
          <p:nvPr/>
        </p:nvSpPr>
        <p:spPr>
          <a:xfrm>
            <a:off x="145837" y="4586583"/>
            <a:ext cx="2537569" cy="3718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5" b="1" i="0">
                <a:solidFill>
                  <a:srgbClr val="000000"/>
                </a:solidFill>
                <a:latin typeface="Liberation Serif"/>
              </a:rPr>
              <a:t>Pose Model (e.g. DUSt3R)</a:t>
            </a:r>
          </a:p>
        </p:txBody>
      </p:sp>
      <p:sp>
        <p:nvSpPr>
          <p:cNvPr id="705" name="Pose model bar 2"/>
          <p:cNvSpPr/>
          <p:nvPr/>
        </p:nvSpPr>
        <p:spPr>
          <a:xfrm>
            <a:off x="3864688" y="4557416"/>
            <a:ext cx="6008497" cy="430220"/>
          </a:xfrm>
          <a:prstGeom prst="roundRect">
            <a:avLst>
              <a:gd name="adj" fmla="val 18644"/>
            </a:avLst>
          </a:prstGeom>
          <a:solidFill>
            <a:srgbClr val="AEBACB"/>
          </a:solidFill>
          <a:ln w="1312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6" name="Pose model label 2"/>
          <p:cNvSpPr txBox="1"/>
          <p:nvPr/>
        </p:nvSpPr>
        <p:spPr>
          <a:xfrm>
            <a:off x="3923023" y="4586583"/>
            <a:ext cx="5891827" cy="3718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5" b="1" i="0">
                <a:solidFill>
                  <a:srgbClr val="000000"/>
                </a:solidFill>
                <a:latin typeface="Liberation Serif"/>
              </a:rPr>
              <a:t>Pose Model (e.g. DUSt3R)</a:t>
            </a:r>
          </a:p>
        </p:txBody>
      </p:sp>
      <p:sp>
        <p:nvSpPr>
          <p:cNvPr id="707" name="Pose model bar 3"/>
          <p:cNvSpPr/>
          <p:nvPr/>
        </p:nvSpPr>
        <p:spPr>
          <a:xfrm>
            <a:off x="10223196" y="4557416"/>
            <a:ext cx="3317799" cy="430220"/>
          </a:xfrm>
          <a:prstGeom prst="roundRect">
            <a:avLst>
              <a:gd name="adj" fmla="val 18644"/>
            </a:avLst>
          </a:prstGeom>
          <a:solidFill>
            <a:srgbClr val="AEBACB"/>
          </a:solidFill>
          <a:ln w="1312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8" name="Pose model label 3"/>
          <p:cNvSpPr txBox="1"/>
          <p:nvPr/>
        </p:nvSpPr>
        <p:spPr>
          <a:xfrm>
            <a:off x="10281531" y="4586583"/>
            <a:ext cx="3201129" cy="3718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5" b="1" i="0">
                <a:solidFill>
                  <a:srgbClr val="000000"/>
                </a:solidFill>
                <a:latin typeface="Liberation Serif"/>
              </a:rPr>
              <a:t>Pose Model (e.g. DUSt3R)</a:t>
            </a:r>
          </a:p>
        </p:txBody>
      </p:sp>
      <p:pic>
        <p:nvPicPr>
          <p:cNvPr id="709" name="Point-cloud crop 1" descr="point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334" y="5191808"/>
            <a:ext cx="2734449" cy="1932344"/>
          </a:xfrm>
          <a:prstGeom prst="rect">
            <a:avLst/>
          </a:prstGeom>
        </p:spPr>
      </p:pic>
      <p:sp>
        <p:nvSpPr>
          <p:cNvPr id="710" name="Point-cloud outline 1"/>
          <p:cNvSpPr/>
          <p:nvPr/>
        </p:nvSpPr>
        <p:spPr>
          <a:xfrm>
            <a:off x="7291" y="5140765"/>
            <a:ext cx="2836535" cy="2034430"/>
          </a:xfrm>
          <a:prstGeom prst="roundRect">
            <a:avLst>
              <a:gd name="adj" fmla="val 8602"/>
            </a:avLst>
          </a:prstGeom>
          <a:noFill/>
          <a:ln w="21875">
            <a:solidFill>
              <a:srgbClr val="19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11" name="Point-cloud crop 2" descr="point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08440" y="5191808"/>
            <a:ext cx="2749033" cy="1932344"/>
          </a:xfrm>
          <a:prstGeom prst="rect">
            <a:avLst/>
          </a:prstGeom>
        </p:spPr>
      </p:pic>
      <p:sp>
        <p:nvSpPr>
          <p:cNvPr id="712" name="Point-cloud outline 2"/>
          <p:cNvSpPr/>
          <p:nvPr/>
        </p:nvSpPr>
        <p:spPr>
          <a:xfrm>
            <a:off x="3857397" y="5140765"/>
            <a:ext cx="2851119" cy="2034430"/>
          </a:xfrm>
          <a:prstGeom prst="roundRect">
            <a:avLst>
              <a:gd name="adj" fmla="val 8602"/>
            </a:avLst>
          </a:prstGeom>
          <a:noFill/>
          <a:ln w="21875">
            <a:solidFill>
              <a:srgbClr val="19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13" name="Point-cloud crop 3" descr="point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51234" y="5191808"/>
            <a:ext cx="2770909" cy="1932344"/>
          </a:xfrm>
          <a:prstGeom prst="rect">
            <a:avLst/>
          </a:prstGeom>
        </p:spPr>
      </p:pic>
      <p:sp>
        <p:nvSpPr>
          <p:cNvPr id="714" name="Point-cloud outline 3"/>
          <p:cNvSpPr/>
          <p:nvPr/>
        </p:nvSpPr>
        <p:spPr>
          <a:xfrm>
            <a:off x="7000191" y="5140765"/>
            <a:ext cx="2872995" cy="2034430"/>
          </a:xfrm>
          <a:prstGeom prst="roundRect">
            <a:avLst>
              <a:gd name="adj" fmla="val 8602"/>
            </a:avLst>
          </a:prstGeom>
          <a:noFill/>
          <a:ln w="21875">
            <a:solidFill>
              <a:srgbClr val="19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15" name="Point-cloud crop 4" descr="point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07578" y="5191808"/>
            <a:ext cx="2770909" cy="1932344"/>
          </a:xfrm>
          <a:prstGeom prst="rect">
            <a:avLst/>
          </a:prstGeom>
        </p:spPr>
      </p:pic>
      <p:sp>
        <p:nvSpPr>
          <p:cNvPr id="716" name="Point-cloud outline 4"/>
          <p:cNvSpPr/>
          <p:nvPr/>
        </p:nvSpPr>
        <p:spPr>
          <a:xfrm>
            <a:off x="10456535" y="5140765"/>
            <a:ext cx="2872995" cy="2034430"/>
          </a:xfrm>
          <a:prstGeom prst="roundRect">
            <a:avLst>
              <a:gd name="adj" fmla="val 8602"/>
            </a:avLst>
          </a:prstGeom>
          <a:noFill/>
          <a:ln w="21875">
            <a:solidFill>
              <a:srgbClr val="19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PoseCrafter Extreme Pose Estimation with Hybrid Video Synthesi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5998" cy="71897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