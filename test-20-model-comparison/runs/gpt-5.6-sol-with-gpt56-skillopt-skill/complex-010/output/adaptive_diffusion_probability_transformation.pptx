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910200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rectangle"/>
          <p:cNvSpPr/>
          <p:nvPr/>
        </p:nvSpPr>
        <p:spPr>
          <a:xfrm>
            <a:off x="0" y="0"/>
            <a:ext cx="13715999" cy="91020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rectangle"/>
          <p:cNvSpPr/>
          <p:nvPr/>
        </p:nvSpPr>
        <p:spPr>
          <a:xfrm>
            <a:off x="47242" y="118105"/>
            <a:ext cx="13621515" cy="3795127"/>
          </a:xfrm>
          <a:prstGeom prst="rect">
            <a:avLst/>
          </a:prstGeom>
          <a:solidFill>
            <a:srgbClr val="EAF5F9"/>
          </a:solidFill>
          <a:ln w="7873">
            <a:solidFill>
              <a:srgbClr val="BD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rectangle"/>
          <p:cNvSpPr/>
          <p:nvPr/>
        </p:nvSpPr>
        <p:spPr>
          <a:xfrm>
            <a:off x="47242" y="118105"/>
            <a:ext cx="13621515" cy="535412"/>
          </a:xfrm>
          <a:prstGeom prst="rect">
            <a:avLst/>
          </a:prstGeom>
          <a:solidFill>
            <a:srgbClr val="5D9DD1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text"/>
          <p:cNvSpPr txBox="1"/>
          <p:nvPr/>
        </p:nvSpPr>
        <p:spPr>
          <a:xfrm>
            <a:off x="2834535" y="212590"/>
            <a:ext cx="8031182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9" b="1" i="0">
                <a:solidFill>
                  <a:srgbClr val="000000"/>
                </a:solidFill>
                <a:latin typeface="Liberation Serif"/>
              </a:rPr>
              <a:t>Adaptive diffusion probability transformation</a:t>
            </a:r>
          </a:p>
        </p:txBody>
      </p:sp>
      <p:sp>
        <p:nvSpPr>
          <p:cNvPr id="6" name="Editable rectangle"/>
          <p:cNvSpPr/>
          <p:nvPr/>
        </p:nvSpPr>
        <p:spPr>
          <a:xfrm>
            <a:off x="55115" y="3913233"/>
            <a:ext cx="6393451" cy="5188773"/>
          </a:xfrm>
          <a:prstGeom prst="rect">
            <a:avLst/>
          </a:prstGeom>
          <a:solidFill>
            <a:srgbClr val="FFF9FF"/>
          </a:solidFill>
          <a:ln w="7873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rectangle"/>
          <p:cNvSpPr/>
          <p:nvPr/>
        </p:nvSpPr>
        <p:spPr>
          <a:xfrm>
            <a:off x="6448567" y="3913233"/>
            <a:ext cx="7220190" cy="5188773"/>
          </a:xfrm>
          <a:prstGeom prst="rect">
            <a:avLst/>
          </a:prstGeom>
          <a:solidFill>
            <a:srgbClr val="FFFCF2"/>
          </a:solidFill>
          <a:ln w="7873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rectangle"/>
          <p:cNvSpPr/>
          <p:nvPr/>
        </p:nvSpPr>
        <p:spPr>
          <a:xfrm>
            <a:off x="55115" y="3913233"/>
            <a:ext cx="6393451" cy="519664"/>
          </a:xfrm>
          <a:prstGeom prst="rect">
            <a:avLst/>
          </a:prstGeom>
          <a:solidFill>
            <a:srgbClr val="EBC1E5"/>
          </a:solidFill>
          <a:ln w="7873">
            <a:solidFill>
              <a:srgbClr val="D1B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rectangle"/>
          <p:cNvSpPr/>
          <p:nvPr/>
        </p:nvSpPr>
        <p:spPr>
          <a:xfrm>
            <a:off x="6448567" y="3913233"/>
            <a:ext cx="7220190" cy="519664"/>
          </a:xfrm>
          <a:prstGeom prst="rect">
            <a:avLst/>
          </a:prstGeom>
          <a:solidFill>
            <a:srgbClr val="F2E8C6"/>
          </a:solidFill>
          <a:ln w="7873">
            <a:solidFill>
              <a:srgbClr val="D7C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"/>
          <p:cNvSpPr txBox="1"/>
          <p:nvPr/>
        </p:nvSpPr>
        <p:spPr>
          <a:xfrm>
            <a:off x="826739" y="3968349"/>
            <a:ext cx="4842330" cy="385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Probabilistic reliability assessment</a:t>
            </a:r>
          </a:p>
        </p:txBody>
      </p:sp>
      <p:sp>
        <p:nvSpPr>
          <p:cNvPr id="11" name="Editable text"/>
          <p:cNvSpPr txBox="1"/>
          <p:nvPr/>
        </p:nvSpPr>
        <p:spPr>
          <a:xfrm>
            <a:off x="7487896" y="3968349"/>
            <a:ext cx="5275384" cy="385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Collaborative decision optimization</a:t>
            </a:r>
          </a:p>
        </p:txBody>
      </p:sp>
      <p:sp>
        <p:nvSpPr>
          <p:cNvPr id="12" name="Editable rectangle"/>
          <p:cNvSpPr/>
          <p:nvPr/>
        </p:nvSpPr>
        <p:spPr>
          <a:xfrm>
            <a:off x="244084" y="905476"/>
            <a:ext cx="1574741" cy="622022"/>
          </a:xfrm>
          <a:prstGeom prst="rect">
            <a:avLst/>
          </a:prstGeom>
          <a:solidFill>
            <a:srgbClr val="88B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text"/>
          <p:cNvSpPr txBox="1"/>
          <p:nvPr/>
        </p:nvSpPr>
        <p:spPr>
          <a:xfrm>
            <a:off x="299200" y="936971"/>
            <a:ext cx="1464509" cy="5590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Pattern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4" name="Editable rectangle"/>
          <p:cNvSpPr/>
          <p:nvPr/>
        </p:nvSpPr>
        <p:spPr>
          <a:xfrm>
            <a:off x="244084" y="1582615"/>
            <a:ext cx="1574741" cy="1015708"/>
          </a:xfrm>
          <a:prstGeom prst="rect">
            <a:avLst/>
          </a:prstGeom>
          <a:solidFill>
            <a:srgbClr val="88B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text"/>
          <p:cNvSpPr txBox="1"/>
          <p:nvPr/>
        </p:nvSpPr>
        <p:spPr>
          <a:xfrm>
            <a:off x="299200" y="1614110"/>
            <a:ext cx="1464509" cy="9527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classification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6" name="Editable rectangle"/>
          <p:cNvSpPr/>
          <p:nvPr/>
        </p:nvSpPr>
        <p:spPr>
          <a:xfrm>
            <a:off x="244084" y="2653439"/>
            <a:ext cx="1574741" cy="763749"/>
          </a:xfrm>
          <a:prstGeom prst="rect">
            <a:avLst/>
          </a:prstGeom>
          <a:solidFill>
            <a:srgbClr val="88B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"/>
          <p:cNvSpPr txBox="1"/>
          <p:nvPr/>
        </p:nvSpPr>
        <p:spPr>
          <a:xfrm>
            <a:off x="299200" y="2684934"/>
            <a:ext cx="1464509" cy="700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Low-light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8" name="Editable polygon"/>
          <p:cNvSpPr/>
          <p:nvPr/>
        </p:nvSpPr>
        <p:spPr>
          <a:xfrm>
            <a:off x="1897563" y="1307035"/>
            <a:ext cx="433053" cy="23621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60000" y="30000"/>
                </a:lnTo>
                <a:lnTo>
                  <a:pt x="60000" y="0"/>
                </a:lnTo>
                <a:lnTo>
                  <a:pt x="100000" y="50000"/>
                </a:lnTo>
                <a:lnTo>
                  <a:pt x="60000" y="100000"/>
                </a:lnTo>
                <a:lnTo>
                  <a:pt x="60000" y="70000"/>
                </a:lnTo>
                <a:lnTo>
                  <a:pt x="0" y="70000"/>
                </a:lnTo>
                <a:close/>
              </a:path>
            </a:pathLst>
          </a:custGeom>
          <a:solidFill>
            <a:srgbClr val="FFF3E9"/>
          </a:solidFill>
          <a:ln w="11810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19" name="Editable polygon"/>
          <p:cNvSpPr/>
          <p:nvPr/>
        </p:nvSpPr>
        <p:spPr>
          <a:xfrm>
            <a:off x="1897563" y="2795166"/>
            <a:ext cx="433053" cy="23621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60000" y="30000"/>
                </a:lnTo>
                <a:lnTo>
                  <a:pt x="60000" y="0"/>
                </a:lnTo>
                <a:lnTo>
                  <a:pt x="100000" y="50000"/>
                </a:lnTo>
                <a:lnTo>
                  <a:pt x="60000" y="100000"/>
                </a:lnTo>
                <a:lnTo>
                  <a:pt x="60000" y="70000"/>
                </a:lnTo>
                <a:lnTo>
                  <a:pt x="0" y="70000"/>
                </a:lnTo>
                <a:close/>
              </a:path>
            </a:pathLst>
          </a:custGeom>
          <a:solidFill>
            <a:srgbClr val="ECF6E9"/>
          </a:solidFill>
          <a:ln w="11810">
            <a:solidFill>
              <a:srgbClr val="4F7B3E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20" name="Editable rectangle"/>
          <p:cNvSpPr/>
          <p:nvPr/>
        </p:nvSpPr>
        <p:spPr>
          <a:xfrm>
            <a:off x="2196764" y="787370"/>
            <a:ext cx="2897524" cy="2661313"/>
          </a:xfrm>
          <a:prstGeom prst="roundRect">
            <a:avLst/>
          </a:prstGeom>
          <a:solidFill>
            <a:srgbClr val="F1FAFD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olygon"/>
          <p:cNvSpPr/>
          <p:nvPr/>
        </p:nvSpPr>
        <p:spPr>
          <a:xfrm>
            <a:off x="2873903" y="1023582"/>
            <a:ext cx="779497" cy="218101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324"/>
                </a:moveTo>
                <a:lnTo>
                  <a:pt x="100000" y="0"/>
                </a:lnTo>
                <a:lnTo>
                  <a:pt x="100000" y="69675"/>
                </a:lnTo>
                <a:lnTo>
                  <a:pt x="0" y="100000"/>
                </a:lnTo>
                <a:close/>
              </a:path>
            </a:pathLst>
          </a:custGeom>
          <a:solidFill>
            <a:srgbClr val="6FA9D8"/>
          </a:solidFill>
          <a:ln w="7873">
            <a:solidFill>
              <a:srgbClr val="333333"/>
            </a:solidFill>
            <a:prstDash val="solid"/>
            <a:round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Editable polygon"/>
          <p:cNvSpPr/>
          <p:nvPr/>
        </p:nvSpPr>
        <p:spPr>
          <a:xfrm>
            <a:off x="2409354" y="1023582"/>
            <a:ext cx="1244045" cy="66139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62658" y="0"/>
                </a:lnTo>
                <a:lnTo>
                  <a:pt x="100000" y="0"/>
                </a:lnTo>
                <a:lnTo>
                  <a:pt x="37341" y="100000"/>
                </a:lnTo>
                <a:close/>
              </a:path>
            </a:pathLst>
          </a:custGeom>
          <a:solidFill>
            <a:srgbClr val="C9E1F3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23" name="Editable rectangle"/>
          <p:cNvSpPr/>
          <p:nvPr/>
        </p:nvSpPr>
        <p:spPr>
          <a:xfrm>
            <a:off x="2409354" y="1684973"/>
            <a:ext cx="464548" cy="1519625"/>
          </a:xfrm>
          <a:prstGeom prst="rect">
            <a:avLst/>
          </a:prstGeom>
          <a:solidFill>
            <a:srgbClr val="91BCE1"/>
          </a:solidFill>
          <a:ln w="7873">
            <a:solidFill>
              <a:srgbClr val="333333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Editable connector"/>
          <p:cNvCxnSpPr/>
          <p:nvPr/>
        </p:nvCxnSpPr>
        <p:spPr>
          <a:xfrm>
            <a:off x="2641629" y="1684973"/>
            <a:ext cx="0" cy="1519626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ditable connector"/>
          <p:cNvCxnSpPr/>
          <p:nvPr/>
        </p:nvCxnSpPr>
        <p:spPr>
          <a:xfrm flipV="1">
            <a:off x="2641629" y="1023582"/>
            <a:ext cx="779497" cy="661391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itable polygon"/>
          <p:cNvSpPr/>
          <p:nvPr/>
        </p:nvSpPr>
        <p:spPr>
          <a:xfrm>
            <a:off x="3653400" y="1433014"/>
            <a:ext cx="503917" cy="121255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3766"/>
                </a:moveTo>
                <a:lnTo>
                  <a:pt x="100000" y="0"/>
                </a:lnTo>
                <a:lnTo>
                  <a:pt x="100000" y="66233"/>
                </a:lnTo>
                <a:lnTo>
                  <a:pt x="0" y="100000"/>
                </a:lnTo>
                <a:close/>
              </a:path>
            </a:pathLst>
          </a:custGeom>
          <a:solidFill>
            <a:srgbClr val="A9CBE7"/>
          </a:solidFill>
          <a:ln w="7873">
            <a:solidFill>
              <a:srgbClr val="333333"/>
            </a:solidFill>
            <a:prstDash val="solid"/>
            <a:round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7" name="Editable polygon"/>
          <p:cNvSpPr/>
          <p:nvPr/>
        </p:nvSpPr>
        <p:spPr>
          <a:xfrm>
            <a:off x="3110114" y="1433014"/>
            <a:ext cx="1047203" cy="409432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48120" y="0"/>
                </a:lnTo>
                <a:lnTo>
                  <a:pt x="100000" y="0"/>
                </a:lnTo>
                <a:lnTo>
                  <a:pt x="51879" y="100000"/>
                </a:lnTo>
                <a:close/>
              </a:path>
            </a:pathLst>
          </a:custGeom>
          <a:solidFill>
            <a:srgbClr val="E9F3F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28" name="Editable rectangle"/>
          <p:cNvSpPr/>
          <p:nvPr/>
        </p:nvSpPr>
        <p:spPr>
          <a:xfrm>
            <a:off x="3110114" y="1842447"/>
            <a:ext cx="543285" cy="803118"/>
          </a:xfrm>
          <a:prstGeom prst="rect">
            <a:avLst/>
          </a:prstGeom>
          <a:solidFill>
            <a:srgbClr val="D8E9F5"/>
          </a:solidFill>
          <a:ln w="7873">
            <a:solidFill>
              <a:srgbClr val="333333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Editable connector"/>
          <p:cNvCxnSpPr/>
          <p:nvPr/>
        </p:nvCxnSpPr>
        <p:spPr>
          <a:xfrm>
            <a:off x="3291210" y="1842447"/>
            <a:ext cx="0" cy="803119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ditable connector"/>
          <p:cNvCxnSpPr/>
          <p:nvPr/>
        </p:nvCxnSpPr>
        <p:spPr>
          <a:xfrm flipV="1">
            <a:off x="3291210" y="1433014"/>
            <a:ext cx="503917" cy="409433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ditable connector"/>
          <p:cNvCxnSpPr/>
          <p:nvPr/>
        </p:nvCxnSpPr>
        <p:spPr>
          <a:xfrm>
            <a:off x="3472305" y="1842447"/>
            <a:ext cx="0" cy="803119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ditable connector"/>
          <p:cNvCxnSpPr/>
          <p:nvPr/>
        </p:nvCxnSpPr>
        <p:spPr>
          <a:xfrm flipV="1">
            <a:off x="3472305" y="1433014"/>
            <a:ext cx="503917" cy="409433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itable polygon"/>
          <p:cNvSpPr/>
          <p:nvPr/>
        </p:nvSpPr>
        <p:spPr>
          <a:xfrm>
            <a:off x="4322665" y="1842447"/>
            <a:ext cx="314948" cy="88972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43362"/>
                </a:moveTo>
                <a:lnTo>
                  <a:pt x="100000" y="0"/>
                </a:lnTo>
                <a:lnTo>
                  <a:pt x="100000" y="56637"/>
                </a:lnTo>
                <a:lnTo>
                  <a:pt x="0" y="100000"/>
                </a:lnTo>
                <a:close/>
              </a:path>
            </a:pathLst>
          </a:custGeom>
          <a:solidFill>
            <a:srgbClr val="93AEE0"/>
          </a:solidFill>
          <a:ln w="7873">
            <a:solidFill>
              <a:srgbClr val="333333"/>
            </a:solidFill>
            <a:prstDash val="solid"/>
            <a:round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34" name="Editable polygon"/>
          <p:cNvSpPr/>
          <p:nvPr/>
        </p:nvSpPr>
        <p:spPr>
          <a:xfrm>
            <a:off x="3763632" y="1842447"/>
            <a:ext cx="873981" cy="385811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36036" y="0"/>
                </a:lnTo>
                <a:lnTo>
                  <a:pt x="100000" y="0"/>
                </a:lnTo>
                <a:lnTo>
                  <a:pt x="63963" y="100000"/>
                </a:lnTo>
                <a:close/>
              </a:path>
            </a:pathLst>
          </a:custGeom>
          <a:solidFill>
            <a:srgbClr val="D9E2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5" name="Editable rectangle"/>
          <p:cNvSpPr/>
          <p:nvPr/>
        </p:nvSpPr>
        <p:spPr>
          <a:xfrm>
            <a:off x="3763632" y="2228259"/>
            <a:ext cx="559033" cy="503917"/>
          </a:xfrm>
          <a:prstGeom prst="rect">
            <a:avLst/>
          </a:prstGeom>
          <a:solidFill>
            <a:srgbClr val="B5C8EA"/>
          </a:solidFill>
          <a:ln w="7873">
            <a:solidFill>
              <a:srgbClr val="333333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Editable connector"/>
          <p:cNvCxnSpPr/>
          <p:nvPr/>
        </p:nvCxnSpPr>
        <p:spPr>
          <a:xfrm>
            <a:off x="3903390" y="2228259"/>
            <a:ext cx="0" cy="503917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ditable connector"/>
          <p:cNvCxnSpPr/>
          <p:nvPr/>
        </p:nvCxnSpPr>
        <p:spPr>
          <a:xfrm flipV="1">
            <a:off x="3903390" y="1842447"/>
            <a:ext cx="314949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ditable connector"/>
          <p:cNvCxnSpPr/>
          <p:nvPr/>
        </p:nvCxnSpPr>
        <p:spPr>
          <a:xfrm>
            <a:off x="4043149" y="2228259"/>
            <a:ext cx="0" cy="503917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ditable connector"/>
          <p:cNvCxnSpPr/>
          <p:nvPr/>
        </p:nvCxnSpPr>
        <p:spPr>
          <a:xfrm flipV="1">
            <a:off x="4043149" y="1842447"/>
            <a:ext cx="314948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ditable connector"/>
          <p:cNvCxnSpPr/>
          <p:nvPr/>
        </p:nvCxnSpPr>
        <p:spPr>
          <a:xfrm>
            <a:off x="4182907" y="2228259"/>
            <a:ext cx="0" cy="503917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ditable connector"/>
          <p:cNvCxnSpPr/>
          <p:nvPr/>
        </p:nvCxnSpPr>
        <p:spPr>
          <a:xfrm flipV="1">
            <a:off x="4182907" y="1842447"/>
            <a:ext cx="314948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itable polygon"/>
          <p:cNvSpPr/>
          <p:nvPr/>
        </p:nvSpPr>
        <p:spPr>
          <a:xfrm>
            <a:off x="4968309" y="2133774"/>
            <a:ext cx="165347" cy="62989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8750"/>
                </a:moveTo>
                <a:lnTo>
                  <a:pt x="100000" y="0"/>
                </a:lnTo>
                <a:lnTo>
                  <a:pt x="100000" y="61250"/>
                </a:lnTo>
                <a:lnTo>
                  <a:pt x="0" y="100000"/>
                </a:lnTo>
                <a:close/>
              </a:path>
            </a:pathLst>
          </a:custGeom>
          <a:solidFill>
            <a:srgbClr val="B7D9EB"/>
          </a:solidFill>
          <a:ln w="7873">
            <a:solidFill>
              <a:srgbClr val="333333"/>
            </a:solidFill>
            <a:prstDash val="solid"/>
            <a:round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43" name="Editable polygon"/>
          <p:cNvSpPr/>
          <p:nvPr/>
        </p:nvSpPr>
        <p:spPr>
          <a:xfrm>
            <a:off x="4472266" y="2133774"/>
            <a:ext cx="661391" cy="24408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00000"/>
                </a:moveTo>
                <a:lnTo>
                  <a:pt x="25000" y="0"/>
                </a:lnTo>
                <a:lnTo>
                  <a:pt x="100000" y="0"/>
                </a:lnTo>
                <a:lnTo>
                  <a:pt x="75000" y="100000"/>
                </a:lnTo>
                <a:close/>
              </a:path>
            </a:pathLst>
          </a:custGeom>
          <a:solidFill>
            <a:srgbClr val="F7FBFD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4" name="Editable rectangle"/>
          <p:cNvSpPr/>
          <p:nvPr/>
        </p:nvSpPr>
        <p:spPr>
          <a:xfrm>
            <a:off x="4472266" y="2377859"/>
            <a:ext cx="496043" cy="385811"/>
          </a:xfrm>
          <a:prstGeom prst="rect">
            <a:avLst/>
          </a:prstGeom>
          <a:solidFill>
            <a:srgbClr val="E6F3FA"/>
          </a:solidFill>
          <a:ln w="7873">
            <a:solidFill>
              <a:srgbClr val="333333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Editable connector"/>
          <p:cNvCxnSpPr/>
          <p:nvPr/>
        </p:nvCxnSpPr>
        <p:spPr>
          <a:xfrm>
            <a:off x="4571475" y="2377859"/>
            <a:ext cx="0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ditable connector"/>
          <p:cNvCxnSpPr/>
          <p:nvPr/>
        </p:nvCxnSpPr>
        <p:spPr>
          <a:xfrm flipV="1">
            <a:off x="4571475" y="2133774"/>
            <a:ext cx="165347" cy="244085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ditable connector"/>
          <p:cNvCxnSpPr/>
          <p:nvPr/>
        </p:nvCxnSpPr>
        <p:spPr>
          <a:xfrm>
            <a:off x="4670683" y="2377859"/>
            <a:ext cx="0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ditable connector"/>
          <p:cNvCxnSpPr/>
          <p:nvPr/>
        </p:nvCxnSpPr>
        <p:spPr>
          <a:xfrm flipV="1">
            <a:off x="4670683" y="2133774"/>
            <a:ext cx="165348" cy="244085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ditable connector"/>
          <p:cNvCxnSpPr/>
          <p:nvPr/>
        </p:nvCxnSpPr>
        <p:spPr>
          <a:xfrm>
            <a:off x="4769892" y="2377859"/>
            <a:ext cx="0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ditable connector"/>
          <p:cNvCxnSpPr/>
          <p:nvPr/>
        </p:nvCxnSpPr>
        <p:spPr>
          <a:xfrm flipV="1">
            <a:off x="4769892" y="2133774"/>
            <a:ext cx="165348" cy="244085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ditable connector"/>
          <p:cNvCxnSpPr/>
          <p:nvPr/>
        </p:nvCxnSpPr>
        <p:spPr>
          <a:xfrm>
            <a:off x="4869101" y="2377859"/>
            <a:ext cx="0" cy="385812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ditable connector"/>
          <p:cNvCxnSpPr/>
          <p:nvPr/>
        </p:nvCxnSpPr>
        <p:spPr>
          <a:xfrm flipV="1">
            <a:off x="4869101" y="2133774"/>
            <a:ext cx="165348" cy="244085"/>
          </a:xfrm>
          <a:prstGeom prst="line">
            <a:avLst/>
          </a:prstGeom>
          <a:ln w="6298">
            <a:solidFill>
              <a:srgbClr val="4C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ditable text"/>
          <p:cNvSpPr txBox="1"/>
          <p:nvPr/>
        </p:nvSpPr>
        <p:spPr>
          <a:xfrm>
            <a:off x="2574702" y="3511673"/>
            <a:ext cx="2204638" cy="299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Feature generation</a:t>
            </a:r>
          </a:p>
        </p:txBody>
      </p:sp>
      <p:sp>
        <p:nvSpPr>
          <p:cNvPr id="54" name="Editable polygon"/>
          <p:cNvSpPr/>
          <p:nvPr/>
        </p:nvSpPr>
        <p:spPr>
          <a:xfrm>
            <a:off x="4984057" y="1299161"/>
            <a:ext cx="425180" cy="24408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59999" y="30000"/>
                </a:lnTo>
                <a:lnTo>
                  <a:pt x="59999" y="0"/>
                </a:lnTo>
                <a:lnTo>
                  <a:pt x="100000" y="50000"/>
                </a:lnTo>
                <a:lnTo>
                  <a:pt x="59999" y="100000"/>
                </a:lnTo>
                <a:lnTo>
                  <a:pt x="59999" y="69999"/>
                </a:lnTo>
                <a:lnTo>
                  <a:pt x="0" y="69999"/>
                </a:lnTo>
                <a:close/>
              </a:path>
            </a:pathLst>
          </a:custGeom>
          <a:solidFill>
            <a:srgbClr val="FFF3E9"/>
          </a:solidFill>
          <a:ln w="11810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55" name="Editable polygon"/>
          <p:cNvSpPr/>
          <p:nvPr/>
        </p:nvSpPr>
        <p:spPr>
          <a:xfrm>
            <a:off x="4984057" y="2795166"/>
            <a:ext cx="425180" cy="24408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59999" y="30000"/>
                </a:lnTo>
                <a:lnTo>
                  <a:pt x="59999" y="0"/>
                </a:lnTo>
                <a:lnTo>
                  <a:pt x="100000" y="50000"/>
                </a:lnTo>
                <a:lnTo>
                  <a:pt x="59999" y="100000"/>
                </a:lnTo>
                <a:lnTo>
                  <a:pt x="59999" y="69999"/>
                </a:lnTo>
                <a:lnTo>
                  <a:pt x="0" y="69999"/>
                </a:lnTo>
                <a:close/>
              </a:path>
            </a:pathLst>
          </a:custGeom>
          <a:solidFill>
            <a:srgbClr val="ECF6E9"/>
          </a:solidFill>
          <a:ln w="11810">
            <a:solidFill>
              <a:srgbClr val="4F7B3E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56" name="Editable rectangle"/>
          <p:cNvSpPr/>
          <p:nvPr/>
        </p:nvSpPr>
        <p:spPr>
          <a:xfrm>
            <a:off x="5456479" y="810991"/>
            <a:ext cx="2401481" cy="795244"/>
          </a:xfrm>
          <a:prstGeom prst="roundRect">
            <a:avLst/>
          </a:prstGeom>
          <a:noFill/>
          <a:ln w="18109">
            <a:solidFill>
              <a:srgbClr val="F18AD2"/>
            </a:solidFill>
            <a:prstDash val="dash"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olygon"/>
          <p:cNvSpPr/>
          <p:nvPr/>
        </p:nvSpPr>
        <p:spPr>
          <a:xfrm>
            <a:off x="5590332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58" name="Editable connector"/>
          <p:cNvCxnSpPr/>
          <p:nvPr/>
        </p:nvCxnSpPr>
        <p:spPr>
          <a:xfrm>
            <a:off x="5629701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ditable connector"/>
          <p:cNvCxnSpPr/>
          <p:nvPr/>
        </p:nvCxnSpPr>
        <p:spPr>
          <a:xfrm>
            <a:off x="5590332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ditable polygon"/>
          <p:cNvSpPr/>
          <p:nvPr/>
        </p:nvSpPr>
        <p:spPr>
          <a:xfrm>
            <a:off x="5787175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61" name="Editable connector"/>
          <p:cNvCxnSpPr/>
          <p:nvPr/>
        </p:nvCxnSpPr>
        <p:spPr>
          <a:xfrm>
            <a:off x="5826544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ditable connector"/>
          <p:cNvCxnSpPr/>
          <p:nvPr/>
        </p:nvCxnSpPr>
        <p:spPr>
          <a:xfrm>
            <a:off x="5787175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ditable polygon"/>
          <p:cNvSpPr/>
          <p:nvPr/>
        </p:nvSpPr>
        <p:spPr>
          <a:xfrm>
            <a:off x="5984018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64" name="Editable connector"/>
          <p:cNvCxnSpPr/>
          <p:nvPr/>
        </p:nvCxnSpPr>
        <p:spPr>
          <a:xfrm>
            <a:off x="6023386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ditable connector"/>
          <p:cNvCxnSpPr/>
          <p:nvPr/>
        </p:nvCxnSpPr>
        <p:spPr>
          <a:xfrm>
            <a:off x="5984018" y="92122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Editable polygon"/>
          <p:cNvSpPr/>
          <p:nvPr/>
        </p:nvSpPr>
        <p:spPr>
          <a:xfrm>
            <a:off x="6180861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67" name="Editable connector"/>
          <p:cNvCxnSpPr/>
          <p:nvPr/>
        </p:nvCxnSpPr>
        <p:spPr>
          <a:xfrm>
            <a:off x="6220229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ditable connector"/>
          <p:cNvCxnSpPr/>
          <p:nvPr/>
        </p:nvCxnSpPr>
        <p:spPr>
          <a:xfrm>
            <a:off x="6180861" y="92122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Editable polygon"/>
          <p:cNvSpPr/>
          <p:nvPr/>
        </p:nvSpPr>
        <p:spPr>
          <a:xfrm>
            <a:off x="6377703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70" name="Editable connector"/>
          <p:cNvCxnSpPr/>
          <p:nvPr/>
        </p:nvCxnSpPr>
        <p:spPr>
          <a:xfrm>
            <a:off x="6417072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ditable connector"/>
          <p:cNvCxnSpPr/>
          <p:nvPr/>
        </p:nvCxnSpPr>
        <p:spPr>
          <a:xfrm>
            <a:off x="6377703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ditable polygon"/>
          <p:cNvSpPr/>
          <p:nvPr/>
        </p:nvSpPr>
        <p:spPr>
          <a:xfrm>
            <a:off x="6574546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73" name="Editable connector"/>
          <p:cNvCxnSpPr/>
          <p:nvPr/>
        </p:nvCxnSpPr>
        <p:spPr>
          <a:xfrm>
            <a:off x="6613915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ditable connector"/>
          <p:cNvCxnSpPr/>
          <p:nvPr/>
        </p:nvCxnSpPr>
        <p:spPr>
          <a:xfrm>
            <a:off x="6574546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ditable polygon"/>
          <p:cNvSpPr/>
          <p:nvPr/>
        </p:nvSpPr>
        <p:spPr>
          <a:xfrm>
            <a:off x="6771389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76" name="Editable connector"/>
          <p:cNvCxnSpPr/>
          <p:nvPr/>
        </p:nvCxnSpPr>
        <p:spPr>
          <a:xfrm>
            <a:off x="6810757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ditable connector"/>
          <p:cNvCxnSpPr/>
          <p:nvPr/>
        </p:nvCxnSpPr>
        <p:spPr>
          <a:xfrm>
            <a:off x="6771389" y="92122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Editable polygon"/>
          <p:cNvSpPr/>
          <p:nvPr/>
        </p:nvSpPr>
        <p:spPr>
          <a:xfrm>
            <a:off x="6968231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79" name="Editable connector"/>
          <p:cNvCxnSpPr/>
          <p:nvPr/>
        </p:nvCxnSpPr>
        <p:spPr>
          <a:xfrm>
            <a:off x="7007600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ditable connector"/>
          <p:cNvCxnSpPr/>
          <p:nvPr/>
        </p:nvCxnSpPr>
        <p:spPr>
          <a:xfrm>
            <a:off x="6968231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Editable polygon"/>
          <p:cNvSpPr/>
          <p:nvPr/>
        </p:nvSpPr>
        <p:spPr>
          <a:xfrm>
            <a:off x="7165074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82" name="Editable connector"/>
          <p:cNvCxnSpPr/>
          <p:nvPr/>
        </p:nvCxnSpPr>
        <p:spPr>
          <a:xfrm>
            <a:off x="7204443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Editable connector"/>
          <p:cNvCxnSpPr/>
          <p:nvPr/>
        </p:nvCxnSpPr>
        <p:spPr>
          <a:xfrm>
            <a:off x="7165074" y="92122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Editable polygon"/>
          <p:cNvSpPr/>
          <p:nvPr/>
        </p:nvSpPr>
        <p:spPr>
          <a:xfrm>
            <a:off x="7361917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85" name="Editable connector"/>
          <p:cNvCxnSpPr/>
          <p:nvPr/>
        </p:nvCxnSpPr>
        <p:spPr>
          <a:xfrm>
            <a:off x="7401285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ditable connector"/>
          <p:cNvCxnSpPr/>
          <p:nvPr/>
        </p:nvCxnSpPr>
        <p:spPr>
          <a:xfrm>
            <a:off x="7361917" y="92122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Editable polygon"/>
          <p:cNvSpPr/>
          <p:nvPr/>
        </p:nvSpPr>
        <p:spPr>
          <a:xfrm>
            <a:off x="7558760" y="88185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88" name="Editable connector"/>
          <p:cNvCxnSpPr/>
          <p:nvPr/>
        </p:nvCxnSpPr>
        <p:spPr>
          <a:xfrm>
            <a:off x="7598128" y="88185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ditable connector"/>
          <p:cNvCxnSpPr/>
          <p:nvPr/>
        </p:nvCxnSpPr>
        <p:spPr>
          <a:xfrm>
            <a:off x="7558760" y="92122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Editable polygon"/>
          <p:cNvSpPr/>
          <p:nvPr/>
        </p:nvSpPr>
        <p:spPr>
          <a:xfrm>
            <a:off x="5590332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91" name="Editable connector"/>
          <p:cNvCxnSpPr/>
          <p:nvPr/>
        </p:nvCxnSpPr>
        <p:spPr>
          <a:xfrm>
            <a:off x="5629701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ditable connector"/>
          <p:cNvCxnSpPr/>
          <p:nvPr/>
        </p:nvCxnSpPr>
        <p:spPr>
          <a:xfrm>
            <a:off x="5590332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Editable polygon"/>
          <p:cNvSpPr/>
          <p:nvPr/>
        </p:nvSpPr>
        <p:spPr>
          <a:xfrm>
            <a:off x="5787175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94" name="Editable connector"/>
          <p:cNvCxnSpPr/>
          <p:nvPr/>
        </p:nvCxnSpPr>
        <p:spPr>
          <a:xfrm>
            <a:off x="5826544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Editable connector"/>
          <p:cNvCxnSpPr/>
          <p:nvPr/>
        </p:nvCxnSpPr>
        <p:spPr>
          <a:xfrm>
            <a:off x="5787175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Editable polygon"/>
          <p:cNvSpPr/>
          <p:nvPr/>
        </p:nvSpPr>
        <p:spPr>
          <a:xfrm>
            <a:off x="5984018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97" name="Editable connector"/>
          <p:cNvCxnSpPr/>
          <p:nvPr/>
        </p:nvCxnSpPr>
        <p:spPr>
          <a:xfrm>
            <a:off x="6023386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ditable connector"/>
          <p:cNvCxnSpPr/>
          <p:nvPr/>
        </p:nvCxnSpPr>
        <p:spPr>
          <a:xfrm>
            <a:off x="5984018" y="1165308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Editable polygon"/>
          <p:cNvSpPr/>
          <p:nvPr/>
        </p:nvSpPr>
        <p:spPr>
          <a:xfrm>
            <a:off x="6180861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00" name="Editable connector"/>
          <p:cNvCxnSpPr/>
          <p:nvPr/>
        </p:nvCxnSpPr>
        <p:spPr>
          <a:xfrm>
            <a:off x="6220229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Editable connector"/>
          <p:cNvCxnSpPr/>
          <p:nvPr/>
        </p:nvCxnSpPr>
        <p:spPr>
          <a:xfrm>
            <a:off x="6180861" y="1165308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Editable polygon"/>
          <p:cNvSpPr/>
          <p:nvPr/>
        </p:nvSpPr>
        <p:spPr>
          <a:xfrm>
            <a:off x="6377703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03" name="Editable connector"/>
          <p:cNvCxnSpPr/>
          <p:nvPr/>
        </p:nvCxnSpPr>
        <p:spPr>
          <a:xfrm>
            <a:off x="6417072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Editable connector"/>
          <p:cNvCxnSpPr/>
          <p:nvPr/>
        </p:nvCxnSpPr>
        <p:spPr>
          <a:xfrm>
            <a:off x="6377703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Editable polygon"/>
          <p:cNvSpPr/>
          <p:nvPr/>
        </p:nvSpPr>
        <p:spPr>
          <a:xfrm>
            <a:off x="6574546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06" name="Editable connector"/>
          <p:cNvCxnSpPr/>
          <p:nvPr/>
        </p:nvCxnSpPr>
        <p:spPr>
          <a:xfrm>
            <a:off x="6613915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Editable connector"/>
          <p:cNvCxnSpPr/>
          <p:nvPr/>
        </p:nvCxnSpPr>
        <p:spPr>
          <a:xfrm>
            <a:off x="6574546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Editable polygon"/>
          <p:cNvSpPr/>
          <p:nvPr/>
        </p:nvSpPr>
        <p:spPr>
          <a:xfrm>
            <a:off x="6771389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09" name="Editable connector"/>
          <p:cNvCxnSpPr/>
          <p:nvPr/>
        </p:nvCxnSpPr>
        <p:spPr>
          <a:xfrm>
            <a:off x="6810757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Editable connector"/>
          <p:cNvCxnSpPr/>
          <p:nvPr/>
        </p:nvCxnSpPr>
        <p:spPr>
          <a:xfrm>
            <a:off x="6771389" y="1165308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ditable polygon"/>
          <p:cNvSpPr/>
          <p:nvPr/>
        </p:nvSpPr>
        <p:spPr>
          <a:xfrm>
            <a:off x="6968231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12" name="Editable connector"/>
          <p:cNvCxnSpPr/>
          <p:nvPr/>
        </p:nvCxnSpPr>
        <p:spPr>
          <a:xfrm>
            <a:off x="7007600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ditable connector"/>
          <p:cNvCxnSpPr/>
          <p:nvPr/>
        </p:nvCxnSpPr>
        <p:spPr>
          <a:xfrm>
            <a:off x="6968231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Editable polygon"/>
          <p:cNvSpPr/>
          <p:nvPr/>
        </p:nvSpPr>
        <p:spPr>
          <a:xfrm>
            <a:off x="7165074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15" name="Editable connector"/>
          <p:cNvCxnSpPr/>
          <p:nvPr/>
        </p:nvCxnSpPr>
        <p:spPr>
          <a:xfrm>
            <a:off x="7204443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ditable connector"/>
          <p:cNvCxnSpPr/>
          <p:nvPr/>
        </p:nvCxnSpPr>
        <p:spPr>
          <a:xfrm>
            <a:off x="7165074" y="116530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Editable polygon"/>
          <p:cNvSpPr/>
          <p:nvPr/>
        </p:nvSpPr>
        <p:spPr>
          <a:xfrm>
            <a:off x="7361917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18" name="Editable connector"/>
          <p:cNvCxnSpPr/>
          <p:nvPr/>
        </p:nvCxnSpPr>
        <p:spPr>
          <a:xfrm>
            <a:off x="7401285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ditable connector"/>
          <p:cNvCxnSpPr/>
          <p:nvPr/>
        </p:nvCxnSpPr>
        <p:spPr>
          <a:xfrm>
            <a:off x="7361917" y="1165308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Editable polygon"/>
          <p:cNvSpPr/>
          <p:nvPr/>
        </p:nvSpPr>
        <p:spPr>
          <a:xfrm>
            <a:off x="7558760" y="1125940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21" name="Editable connector"/>
          <p:cNvCxnSpPr/>
          <p:nvPr/>
        </p:nvCxnSpPr>
        <p:spPr>
          <a:xfrm>
            <a:off x="7598128" y="1125940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Editable connector"/>
          <p:cNvCxnSpPr/>
          <p:nvPr/>
        </p:nvCxnSpPr>
        <p:spPr>
          <a:xfrm>
            <a:off x="7558760" y="1165308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Editable polygon"/>
          <p:cNvSpPr/>
          <p:nvPr/>
        </p:nvSpPr>
        <p:spPr>
          <a:xfrm>
            <a:off x="5590332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24" name="Editable connector"/>
          <p:cNvCxnSpPr/>
          <p:nvPr/>
        </p:nvCxnSpPr>
        <p:spPr>
          <a:xfrm>
            <a:off x="5629701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Editable connector"/>
          <p:cNvCxnSpPr/>
          <p:nvPr/>
        </p:nvCxnSpPr>
        <p:spPr>
          <a:xfrm>
            <a:off x="5590332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Editable polygon"/>
          <p:cNvSpPr/>
          <p:nvPr/>
        </p:nvSpPr>
        <p:spPr>
          <a:xfrm>
            <a:off x="5787175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27" name="Editable connector"/>
          <p:cNvCxnSpPr/>
          <p:nvPr/>
        </p:nvCxnSpPr>
        <p:spPr>
          <a:xfrm>
            <a:off x="5826544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Editable connector"/>
          <p:cNvCxnSpPr/>
          <p:nvPr/>
        </p:nvCxnSpPr>
        <p:spPr>
          <a:xfrm>
            <a:off x="5787175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Editable polygon"/>
          <p:cNvSpPr/>
          <p:nvPr/>
        </p:nvSpPr>
        <p:spPr>
          <a:xfrm>
            <a:off x="5984018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0" name="Editable connector"/>
          <p:cNvCxnSpPr/>
          <p:nvPr/>
        </p:nvCxnSpPr>
        <p:spPr>
          <a:xfrm>
            <a:off x="6023386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Editable connector"/>
          <p:cNvCxnSpPr/>
          <p:nvPr/>
        </p:nvCxnSpPr>
        <p:spPr>
          <a:xfrm>
            <a:off x="5984018" y="140939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Editable polygon"/>
          <p:cNvSpPr/>
          <p:nvPr/>
        </p:nvSpPr>
        <p:spPr>
          <a:xfrm>
            <a:off x="6180861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3" name="Editable connector"/>
          <p:cNvCxnSpPr/>
          <p:nvPr/>
        </p:nvCxnSpPr>
        <p:spPr>
          <a:xfrm>
            <a:off x="6220229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Editable connector"/>
          <p:cNvCxnSpPr/>
          <p:nvPr/>
        </p:nvCxnSpPr>
        <p:spPr>
          <a:xfrm>
            <a:off x="6180861" y="140939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Editable polygon"/>
          <p:cNvSpPr/>
          <p:nvPr/>
        </p:nvSpPr>
        <p:spPr>
          <a:xfrm>
            <a:off x="6377703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6" name="Editable connector"/>
          <p:cNvCxnSpPr/>
          <p:nvPr/>
        </p:nvCxnSpPr>
        <p:spPr>
          <a:xfrm>
            <a:off x="6417072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Editable connector"/>
          <p:cNvCxnSpPr/>
          <p:nvPr/>
        </p:nvCxnSpPr>
        <p:spPr>
          <a:xfrm>
            <a:off x="6377703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Editable polygon"/>
          <p:cNvSpPr/>
          <p:nvPr/>
        </p:nvSpPr>
        <p:spPr>
          <a:xfrm>
            <a:off x="6574546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9" name="Editable connector"/>
          <p:cNvCxnSpPr/>
          <p:nvPr/>
        </p:nvCxnSpPr>
        <p:spPr>
          <a:xfrm>
            <a:off x="6613915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Editable connector"/>
          <p:cNvCxnSpPr/>
          <p:nvPr/>
        </p:nvCxnSpPr>
        <p:spPr>
          <a:xfrm>
            <a:off x="6574546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Editable polygon"/>
          <p:cNvSpPr/>
          <p:nvPr/>
        </p:nvSpPr>
        <p:spPr>
          <a:xfrm>
            <a:off x="6771389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42" name="Editable connector"/>
          <p:cNvCxnSpPr/>
          <p:nvPr/>
        </p:nvCxnSpPr>
        <p:spPr>
          <a:xfrm>
            <a:off x="6810757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Editable connector"/>
          <p:cNvCxnSpPr/>
          <p:nvPr/>
        </p:nvCxnSpPr>
        <p:spPr>
          <a:xfrm>
            <a:off x="6771389" y="140939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Editable polygon"/>
          <p:cNvSpPr/>
          <p:nvPr/>
        </p:nvSpPr>
        <p:spPr>
          <a:xfrm>
            <a:off x="6968231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45" name="Editable connector"/>
          <p:cNvCxnSpPr/>
          <p:nvPr/>
        </p:nvCxnSpPr>
        <p:spPr>
          <a:xfrm>
            <a:off x="7007600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Editable connector"/>
          <p:cNvCxnSpPr/>
          <p:nvPr/>
        </p:nvCxnSpPr>
        <p:spPr>
          <a:xfrm>
            <a:off x="6968231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Editable polygon"/>
          <p:cNvSpPr/>
          <p:nvPr/>
        </p:nvSpPr>
        <p:spPr>
          <a:xfrm>
            <a:off x="7165074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48" name="Editable connector"/>
          <p:cNvCxnSpPr/>
          <p:nvPr/>
        </p:nvCxnSpPr>
        <p:spPr>
          <a:xfrm>
            <a:off x="7204443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ditable connector"/>
          <p:cNvCxnSpPr/>
          <p:nvPr/>
        </p:nvCxnSpPr>
        <p:spPr>
          <a:xfrm>
            <a:off x="7165074" y="140939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Editable polygon"/>
          <p:cNvSpPr/>
          <p:nvPr/>
        </p:nvSpPr>
        <p:spPr>
          <a:xfrm>
            <a:off x="7361917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51" name="Editable connector"/>
          <p:cNvCxnSpPr/>
          <p:nvPr/>
        </p:nvCxnSpPr>
        <p:spPr>
          <a:xfrm>
            <a:off x="7401285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Editable connector"/>
          <p:cNvCxnSpPr/>
          <p:nvPr/>
        </p:nvCxnSpPr>
        <p:spPr>
          <a:xfrm>
            <a:off x="7361917" y="140939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Editable polygon"/>
          <p:cNvSpPr/>
          <p:nvPr/>
        </p:nvSpPr>
        <p:spPr>
          <a:xfrm>
            <a:off x="7558760" y="1370025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54" name="Editable connector"/>
          <p:cNvCxnSpPr/>
          <p:nvPr/>
        </p:nvCxnSpPr>
        <p:spPr>
          <a:xfrm>
            <a:off x="7598128" y="1370025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Editable connector"/>
          <p:cNvCxnSpPr/>
          <p:nvPr/>
        </p:nvCxnSpPr>
        <p:spPr>
          <a:xfrm>
            <a:off x="7558760" y="1409393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Editable text"/>
          <p:cNvSpPr txBox="1"/>
          <p:nvPr/>
        </p:nvSpPr>
        <p:spPr>
          <a:xfrm>
            <a:off x="6535177" y="1181056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57" name="Editable text"/>
          <p:cNvSpPr txBox="1"/>
          <p:nvPr/>
        </p:nvSpPr>
        <p:spPr>
          <a:xfrm>
            <a:off x="6834378" y="1181056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58" name="Editable rectangle"/>
          <p:cNvSpPr/>
          <p:nvPr/>
        </p:nvSpPr>
        <p:spPr>
          <a:xfrm>
            <a:off x="5456479" y="1732215"/>
            <a:ext cx="2401481" cy="795244"/>
          </a:xfrm>
          <a:prstGeom prst="roundRect">
            <a:avLst/>
          </a:prstGeom>
          <a:noFill/>
          <a:ln w="18109">
            <a:solidFill>
              <a:srgbClr val="F18AD2"/>
            </a:solidFill>
            <a:prstDash val="dash"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olygon"/>
          <p:cNvSpPr/>
          <p:nvPr/>
        </p:nvSpPr>
        <p:spPr>
          <a:xfrm>
            <a:off x="5590332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60" name="Editable connector"/>
          <p:cNvCxnSpPr/>
          <p:nvPr/>
        </p:nvCxnSpPr>
        <p:spPr>
          <a:xfrm>
            <a:off x="5629701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Editable connector"/>
          <p:cNvCxnSpPr/>
          <p:nvPr/>
        </p:nvCxnSpPr>
        <p:spPr>
          <a:xfrm>
            <a:off x="5590332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Editable polygon"/>
          <p:cNvSpPr/>
          <p:nvPr/>
        </p:nvSpPr>
        <p:spPr>
          <a:xfrm>
            <a:off x="5787175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63" name="Editable connector"/>
          <p:cNvCxnSpPr/>
          <p:nvPr/>
        </p:nvCxnSpPr>
        <p:spPr>
          <a:xfrm>
            <a:off x="5826544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ditable connector"/>
          <p:cNvCxnSpPr/>
          <p:nvPr/>
        </p:nvCxnSpPr>
        <p:spPr>
          <a:xfrm>
            <a:off x="5787175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Editable polygon"/>
          <p:cNvSpPr/>
          <p:nvPr/>
        </p:nvSpPr>
        <p:spPr>
          <a:xfrm>
            <a:off x="5984018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66" name="Editable connector"/>
          <p:cNvCxnSpPr/>
          <p:nvPr/>
        </p:nvCxnSpPr>
        <p:spPr>
          <a:xfrm>
            <a:off x="6023386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ditable connector"/>
          <p:cNvCxnSpPr/>
          <p:nvPr/>
        </p:nvCxnSpPr>
        <p:spPr>
          <a:xfrm>
            <a:off x="5984018" y="184244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Editable polygon"/>
          <p:cNvSpPr/>
          <p:nvPr/>
        </p:nvSpPr>
        <p:spPr>
          <a:xfrm>
            <a:off x="6180861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69" name="Editable connector"/>
          <p:cNvCxnSpPr/>
          <p:nvPr/>
        </p:nvCxnSpPr>
        <p:spPr>
          <a:xfrm>
            <a:off x="6220229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ditable connector"/>
          <p:cNvCxnSpPr/>
          <p:nvPr/>
        </p:nvCxnSpPr>
        <p:spPr>
          <a:xfrm>
            <a:off x="6180861" y="184244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Editable polygon"/>
          <p:cNvSpPr/>
          <p:nvPr/>
        </p:nvSpPr>
        <p:spPr>
          <a:xfrm>
            <a:off x="6377703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72" name="Editable connector"/>
          <p:cNvCxnSpPr/>
          <p:nvPr/>
        </p:nvCxnSpPr>
        <p:spPr>
          <a:xfrm>
            <a:off x="6417072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Editable connector"/>
          <p:cNvCxnSpPr/>
          <p:nvPr/>
        </p:nvCxnSpPr>
        <p:spPr>
          <a:xfrm>
            <a:off x="6377703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Editable polygon"/>
          <p:cNvSpPr/>
          <p:nvPr/>
        </p:nvSpPr>
        <p:spPr>
          <a:xfrm>
            <a:off x="6574546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75" name="Editable connector"/>
          <p:cNvCxnSpPr/>
          <p:nvPr/>
        </p:nvCxnSpPr>
        <p:spPr>
          <a:xfrm>
            <a:off x="6613915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Editable connector"/>
          <p:cNvCxnSpPr/>
          <p:nvPr/>
        </p:nvCxnSpPr>
        <p:spPr>
          <a:xfrm>
            <a:off x="6574546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Editable polygon"/>
          <p:cNvSpPr/>
          <p:nvPr/>
        </p:nvSpPr>
        <p:spPr>
          <a:xfrm>
            <a:off x="6771389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78" name="Editable connector"/>
          <p:cNvCxnSpPr/>
          <p:nvPr/>
        </p:nvCxnSpPr>
        <p:spPr>
          <a:xfrm>
            <a:off x="6810757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Editable connector"/>
          <p:cNvCxnSpPr/>
          <p:nvPr/>
        </p:nvCxnSpPr>
        <p:spPr>
          <a:xfrm>
            <a:off x="6771389" y="184244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Editable polygon"/>
          <p:cNvSpPr/>
          <p:nvPr/>
        </p:nvSpPr>
        <p:spPr>
          <a:xfrm>
            <a:off x="6968231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81" name="Editable connector"/>
          <p:cNvCxnSpPr/>
          <p:nvPr/>
        </p:nvCxnSpPr>
        <p:spPr>
          <a:xfrm>
            <a:off x="7007600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Editable connector"/>
          <p:cNvCxnSpPr/>
          <p:nvPr/>
        </p:nvCxnSpPr>
        <p:spPr>
          <a:xfrm>
            <a:off x="6968231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Editable polygon"/>
          <p:cNvSpPr/>
          <p:nvPr/>
        </p:nvSpPr>
        <p:spPr>
          <a:xfrm>
            <a:off x="7165074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84" name="Editable connector"/>
          <p:cNvCxnSpPr/>
          <p:nvPr/>
        </p:nvCxnSpPr>
        <p:spPr>
          <a:xfrm>
            <a:off x="7204443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ditable connector"/>
          <p:cNvCxnSpPr/>
          <p:nvPr/>
        </p:nvCxnSpPr>
        <p:spPr>
          <a:xfrm>
            <a:off x="7165074" y="184244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Editable polygon"/>
          <p:cNvSpPr/>
          <p:nvPr/>
        </p:nvSpPr>
        <p:spPr>
          <a:xfrm>
            <a:off x="7361917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87" name="Editable connector"/>
          <p:cNvCxnSpPr/>
          <p:nvPr/>
        </p:nvCxnSpPr>
        <p:spPr>
          <a:xfrm>
            <a:off x="7401285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Editable connector"/>
          <p:cNvCxnSpPr/>
          <p:nvPr/>
        </p:nvCxnSpPr>
        <p:spPr>
          <a:xfrm>
            <a:off x="7361917" y="184244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Editable polygon"/>
          <p:cNvSpPr/>
          <p:nvPr/>
        </p:nvSpPr>
        <p:spPr>
          <a:xfrm>
            <a:off x="7558760" y="180307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90" name="Editable connector"/>
          <p:cNvCxnSpPr/>
          <p:nvPr/>
        </p:nvCxnSpPr>
        <p:spPr>
          <a:xfrm>
            <a:off x="7598128" y="180307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Editable connector"/>
          <p:cNvCxnSpPr/>
          <p:nvPr/>
        </p:nvCxnSpPr>
        <p:spPr>
          <a:xfrm>
            <a:off x="7558760" y="184244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Editable polygon"/>
          <p:cNvSpPr/>
          <p:nvPr/>
        </p:nvSpPr>
        <p:spPr>
          <a:xfrm>
            <a:off x="5590332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93" name="Editable connector"/>
          <p:cNvCxnSpPr/>
          <p:nvPr/>
        </p:nvCxnSpPr>
        <p:spPr>
          <a:xfrm>
            <a:off x="5629701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Editable connector"/>
          <p:cNvCxnSpPr/>
          <p:nvPr/>
        </p:nvCxnSpPr>
        <p:spPr>
          <a:xfrm>
            <a:off x="5590332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Editable polygon"/>
          <p:cNvSpPr/>
          <p:nvPr/>
        </p:nvSpPr>
        <p:spPr>
          <a:xfrm>
            <a:off x="5787175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96" name="Editable connector"/>
          <p:cNvCxnSpPr/>
          <p:nvPr/>
        </p:nvCxnSpPr>
        <p:spPr>
          <a:xfrm>
            <a:off x="5826544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Editable connector"/>
          <p:cNvCxnSpPr/>
          <p:nvPr/>
        </p:nvCxnSpPr>
        <p:spPr>
          <a:xfrm>
            <a:off x="5787175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Editable polygon"/>
          <p:cNvSpPr/>
          <p:nvPr/>
        </p:nvSpPr>
        <p:spPr>
          <a:xfrm>
            <a:off x="5984018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99" name="Editable connector"/>
          <p:cNvCxnSpPr/>
          <p:nvPr/>
        </p:nvCxnSpPr>
        <p:spPr>
          <a:xfrm>
            <a:off x="6023386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Editable connector"/>
          <p:cNvCxnSpPr/>
          <p:nvPr/>
        </p:nvCxnSpPr>
        <p:spPr>
          <a:xfrm>
            <a:off x="5984018" y="2086532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Editable polygon"/>
          <p:cNvSpPr/>
          <p:nvPr/>
        </p:nvSpPr>
        <p:spPr>
          <a:xfrm>
            <a:off x="6180861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02" name="Editable connector"/>
          <p:cNvCxnSpPr/>
          <p:nvPr/>
        </p:nvCxnSpPr>
        <p:spPr>
          <a:xfrm>
            <a:off x="6220229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ditable connector"/>
          <p:cNvCxnSpPr/>
          <p:nvPr/>
        </p:nvCxnSpPr>
        <p:spPr>
          <a:xfrm>
            <a:off x="6180861" y="2086532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Editable polygon"/>
          <p:cNvSpPr/>
          <p:nvPr/>
        </p:nvSpPr>
        <p:spPr>
          <a:xfrm>
            <a:off x="6377703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05" name="Editable connector"/>
          <p:cNvCxnSpPr/>
          <p:nvPr/>
        </p:nvCxnSpPr>
        <p:spPr>
          <a:xfrm>
            <a:off x="6417072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Editable connector"/>
          <p:cNvCxnSpPr/>
          <p:nvPr/>
        </p:nvCxnSpPr>
        <p:spPr>
          <a:xfrm>
            <a:off x="6377703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Editable polygon"/>
          <p:cNvSpPr/>
          <p:nvPr/>
        </p:nvSpPr>
        <p:spPr>
          <a:xfrm>
            <a:off x="6574546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08" name="Editable connector"/>
          <p:cNvCxnSpPr/>
          <p:nvPr/>
        </p:nvCxnSpPr>
        <p:spPr>
          <a:xfrm>
            <a:off x="6613915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Editable connector"/>
          <p:cNvCxnSpPr/>
          <p:nvPr/>
        </p:nvCxnSpPr>
        <p:spPr>
          <a:xfrm>
            <a:off x="6574546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Editable polygon"/>
          <p:cNvSpPr/>
          <p:nvPr/>
        </p:nvSpPr>
        <p:spPr>
          <a:xfrm>
            <a:off x="6771389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11" name="Editable connector"/>
          <p:cNvCxnSpPr/>
          <p:nvPr/>
        </p:nvCxnSpPr>
        <p:spPr>
          <a:xfrm>
            <a:off x="6810757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Editable connector"/>
          <p:cNvCxnSpPr/>
          <p:nvPr/>
        </p:nvCxnSpPr>
        <p:spPr>
          <a:xfrm>
            <a:off x="6771389" y="2086532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Editable polygon"/>
          <p:cNvSpPr/>
          <p:nvPr/>
        </p:nvSpPr>
        <p:spPr>
          <a:xfrm>
            <a:off x="6968231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14" name="Editable connector"/>
          <p:cNvCxnSpPr/>
          <p:nvPr/>
        </p:nvCxnSpPr>
        <p:spPr>
          <a:xfrm>
            <a:off x="7007600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Editable connector"/>
          <p:cNvCxnSpPr/>
          <p:nvPr/>
        </p:nvCxnSpPr>
        <p:spPr>
          <a:xfrm>
            <a:off x="6968231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Editable polygon"/>
          <p:cNvSpPr/>
          <p:nvPr/>
        </p:nvSpPr>
        <p:spPr>
          <a:xfrm>
            <a:off x="7165074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17" name="Editable connector"/>
          <p:cNvCxnSpPr/>
          <p:nvPr/>
        </p:nvCxnSpPr>
        <p:spPr>
          <a:xfrm>
            <a:off x="7204443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Editable connector"/>
          <p:cNvCxnSpPr/>
          <p:nvPr/>
        </p:nvCxnSpPr>
        <p:spPr>
          <a:xfrm>
            <a:off x="7165074" y="2086532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Editable polygon"/>
          <p:cNvSpPr/>
          <p:nvPr/>
        </p:nvSpPr>
        <p:spPr>
          <a:xfrm>
            <a:off x="7361917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20" name="Editable connector"/>
          <p:cNvCxnSpPr/>
          <p:nvPr/>
        </p:nvCxnSpPr>
        <p:spPr>
          <a:xfrm>
            <a:off x="7401285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Editable connector"/>
          <p:cNvCxnSpPr/>
          <p:nvPr/>
        </p:nvCxnSpPr>
        <p:spPr>
          <a:xfrm>
            <a:off x="7361917" y="2086532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Editable polygon"/>
          <p:cNvSpPr/>
          <p:nvPr/>
        </p:nvSpPr>
        <p:spPr>
          <a:xfrm>
            <a:off x="7558760" y="2047164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23" name="Editable connector"/>
          <p:cNvCxnSpPr/>
          <p:nvPr/>
        </p:nvCxnSpPr>
        <p:spPr>
          <a:xfrm>
            <a:off x="7598128" y="2047164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Editable connector"/>
          <p:cNvCxnSpPr/>
          <p:nvPr/>
        </p:nvCxnSpPr>
        <p:spPr>
          <a:xfrm>
            <a:off x="7558760" y="2086532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Editable polygon"/>
          <p:cNvSpPr/>
          <p:nvPr/>
        </p:nvSpPr>
        <p:spPr>
          <a:xfrm>
            <a:off x="5590332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26" name="Editable connector"/>
          <p:cNvCxnSpPr/>
          <p:nvPr/>
        </p:nvCxnSpPr>
        <p:spPr>
          <a:xfrm>
            <a:off x="5629701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Editable connector"/>
          <p:cNvCxnSpPr/>
          <p:nvPr/>
        </p:nvCxnSpPr>
        <p:spPr>
          <a:xfrm>
            <a:off x="5590332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Editable polygon"/>
          <p:cNvSpPr/>
          <p:nvPr/>
        </p:nvSpPr>
        <p:spPr>
          <a:xfrm>
            <a:off x="5787175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29" name="Editable connector"/>
          <p:cNvCxnSpPr/>
          <p:nvPr/>
        </p:nvCxnSpPr>
        <p:spPr>
          <a:xfrm>
            <a:off x="5826544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Editable connector"/>
          <p:cNvCxnSpPr/>
          <p:nvPr/>
        </p:nvCxnSpPr>
        <p:spPr>
          <a:xfrm>
            <a:off x="5787175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Editable polygon"/>
          <p:cNvSpPr/>
          <p:nvPr/>
        </p:nvSpPr>
        <p:spPr>
          <a:xfrm>
            <a:off x="5984018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32" name="Editable connector"/>
          <p:cNvCxnSpPr/>
          <p:nvPr/>
        </p:nvCxnSpPr>
        <p:spPr>
          <a:xfrm>
            <a:off x="6023386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Editable connector"/>
          <p:cNvCxnSpPr/>
          <p:nvPr/>
        </p:nvCxnSpPr>
        <p:spPr>
          <a:xfrm>
            <a:off x="5984018" y="233061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Editable polygon"/>
          <p:cNvSpPr/>
          <p:nvPr/>
        </p:nvSpPr>
        <p:spPr>
          <a:xfrm>
            <a:off x="6180861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35" name="Editable connector"/>
          <p:cNvCxnSpPr/>
          <p:nvPr/>
        </p:nvCxnSpPr>
        <p:spPr>
          <a:xfrm>
            <a:off x="6220229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Editable connector"/>
          <p:cNvCxnSpPr/>
          <p:nvPr/>
        </p:nvCxnSpPr>
        <p:spPr>
          <a:xfrm>
            <a:off x="6180861" y="233061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Editable polygon"/>
          <p:cNvSpPr/>
          <p:nvPr/>
        </p:nvSpPr>
        <p:spPr>
          <a:xfrm>
            <a:off x="6377703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38" name="Editable connector"/>
          <p:cNvCxnSpPr/>
          <p:nvPr/>
        </p:nvCxnSpPr>
        <p:spPr>
          <a:xfrm>
            <a:off x="6417072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Editable connector"/>
          <p:cNvCxnSpPr/>
          <p:nvPr/>
        </p:nvCxnSpPr>
        <p:spPr>
          <a:xfrm>
            <a:off x="6377703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Editable polygon"/>
          <p:cNvSpPr/>
          <p:nvPr/>
        </p:nvSpPr>
        <p:spPr>
          <a:xfrm>
            <a:off x="6574546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41" name="Editable connector"/>
          <p:cNvCxnSpPr/>
          <p:nvPr/>
        </p:nvCxnSpPr>
        <p:spPr>
          <a:xfrm>
            <a:off x="6613915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Editable connector"/>
          <p:cNvCxnSpPr/>
          <p:nvPr/>
        </p:nvCxnSpPr>
        <p:spPr>
          <a:xfrm>
            <a:off x="6574546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Editable polygon"/>
          <p:cNvSpPr/>
          <p:nvPr/>
        </p:nvSpPr>
        <p:spPr>
          <a:xfrm>
            <a:off x="6771389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44" name="Editable connector"/>
          <p:cNvCxnSpPr/>
          <p:nvPr/>
        </p:nvCxnSpPr>
        <p:spPr>
          <a:xfrm>
            <a:off x="6810757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Editable connector"/>
          <p:cNvCxnSpPr/>
          <p:nvPr/>
        </p:nvCxnSpPr>
        <p:spPr>
          <a:xfrm>
            <a:off x="6771389" y="233061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Editable polygon"/>
          <p:cNvSpPr/>
          <p:nvPr/>
        </p:nvSpPr>
        <p:spPr>
          <a:xfrm>
            <a:off x="6968231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47" name="Editable connector"/>
          <p:cNvCxnSpPr/>
          <p:nvPr/>
        </p:nvCxnSpPr>
        <p:spPr>
          <a:xfrm>
            <a:off x="7007600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Editable connector"/>
          <p:cNvCxnSpPr/>
          <p:nvPr/>
        </p:nvCxnSpPr>
        <p:spPr>
          <a:xfrm>
            <a:off x="6968231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Editable polygon"/>
          <p:cNvSpPr/>
          <p:nvPr/>
        </p:nvSpPr>
        <p:spPr>
          <a:xfrm>
            <a:off x="7165074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50" name="Editable connector"/>
          <p:cNvCxnSpPr/>
          <p:nvPr/>
        </p:nvCxnSpPr>
        <p:spPr>
          <a:xfrm>
            <a:off x="7204443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Editable connector"/>
          <p:cNvCxnSpPr/>
          <p:nvPr/>
        </p:nvCxnSpPr>
        <p:spPr>
          <a:xfrm>
            <a:off x="7165074" y="2330617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Editable polygon"/>
          <p:cNvSpPr/>
          <p:nvPr/>
        </p:nvSpPr>
        <p:spPr>
          <a:xfrm>
            <a:off x="7361917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53" name="Editable connector"/>
          <p:cNvCxnSpPr/>
          <p:nvPr/>
        </p:nvCxnSpPr>
        <p:spPr>
          <a:xfrm>
            <a:off x="7401285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Editable connector"/>
          <p:cNvCxnSpPr/>
          <p:nvPr/>
        </p:nvCxnSpPr>
        <p:spPr>
          <a:xfrm>
            <a:off x="7361917" y="233061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Editable polygon"/>
          <p:cNvSpPr/>
          <p:nvPr/>
        </p:nvSpPr>
        <p:spPr>
          <a:xfrm>
            <a:off x="7558760" y="2291249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56" name="Editable connector"/>
          <p:cNvCxnSpPr/>
          <p:nvPr/>
        </p:nvCxnSpPr>
        <p:spPr>
          <a:xfrm>
            <a:off x="7598128" y="2291249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Editable connector"/>
          <p:cNvCxnSpPr/>
          <p:nvPr/>
        </p:nvCxnSpPr>
        <p:spPr>
          <a:xfrm>
            <a:off x="7558760" y="2330617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Editable text"/>
          <p:cNvSpPr txBox="1"/>
          <p:nvPr/>
        </p:nvSpPr>
        <p:spPr>
          <a:xfrm>
            <a:off x="6535177" y="2102280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259" name="Editable text"/>
          <p:cNvSpPr txBox="1"/>
          <p:nvPr/>
        </p:nvSpPr>
        <p:spPr>
          <a:xfrm>
            <a:off x="6834378" y="2102280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260" name="Editable rectangle"/>
          <p:cNvSpPr/>
          <p:nvPr/>
        </p:nvSpPr>
        <p:spPr>
          <a:xfrm>
            <a:off x="5456479" y="2653439"/>
            <a:ext cx="2401481" cy="795244"/>
          </a:xfrm>
          <a:prstGeom prst="roundRect">
            <a:avLst/>
          </a:prstGeom>
          <a:noFill/>
          <a:ln w="18109">
            <a:solidFill>
              <a:srgbClr val="F18AD2"/>
            </a:solidFill>
            <a:prstDash val="dash"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polygon"/>
          <p:cNvSpPr/>
          <p:nvPr/>
        </p:nvSpPr>
        <p:spPr>
          <a:xfrm>
            <a:off x="5590332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62" name="Editable connector"/>
          <p:cNvCxnSpPr/>
          <p:nvPr/>
        </p:nvCxnSpPr>
        <p:spPr>
          <a:xfrm>
            <a:off x="5629701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Editable connector"/>
          <p:cNvCxnSpPr/>
          <p:nvPr/>
        </p:nvCxnSpPr>
        <p:spPr>
          <a:xfrm>
            <a:off x="5590332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Editable polygon"/>
          <p:cNvSpPr/>
          <p:nvPr/>
        </p:nvSpPr>
        <p:spPr>
          <a:xfrm>
            <a:off x="5787175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65" name="Editable connector"/>
          <p:cNvCxnSpPr/>
          <p:nvPr/>
        </p:nvCxnSpPr>
        <p:spPr>
          <a:xfrm>
            <a:off x="5826544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Editable connector"/>
          <p:cNvCxnSpPr/>
          <p:nvPr/>
        </p:nvCxnSpPr>
        <p:spPr>
          <a:xfrm>
            <a:off x="5787175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Editable polygon"/>
          <p:cNvSpPr/>
          <p:nvPr/>
        </p:nvSpPr>
        <p:spPr>
          <a:xfrm>
            <a:off x="5984018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68" name="Editable connector"/>
          <p:cNvCxnSpPr/>
          <p:nvPr/>
        </p:nvCxnSpPr>
        <p:spPr>
          <a:xfrm>
            <a:off x="6023386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Editable connector"/>
          <p:cNvCxnSpPr/>
          <p:nvPr/>
        </p:nvCxnSpPr>
        <p:spPr>
          <a:xfrm>
            <a:off x="5984018" y="276367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Editable polygon"/>
          <p:cNvSpPr/>
          <p:nvPr/>
        </p:nvSpPr>
        <p:spPr>
          <a:xfrm>
            <a:off x="6180861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71" name="Editable connector"/>
          <p:cNvCxnSpPr/>
          <p:nvPr/>
        </p:nvCxnSpPr>
        <p:spPr>
          <a:xfrm>
            <a:off x="6220229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Editable connector"/>
          <p:cNvCxnSpPr/>
          <p:nvPr/>
        </p:nvCxnSpPr>
        <p:spPr>
          <a:xfrm>
            <a:off x="6180861" y="276367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Editable polygon"/>
          <p:cNvSpPr/>
          <p:nvPr/>
        </p:nvSpPr>
        <p:spPr>
          <a:xfrm>
            <a:off x="6377703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74" name="Editable connector"/>
          <p:cNvCxnSpPr/>
          <p:nvPr/>
        </p:nvCxnSpPr>
        <p:spPr>
          <a:xfrm>
            <a:off x="6417072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ditable connector"/>
          <p:cNvCxnSpPr/>
          <p:nvPr/>
        </p:nvCxnSpPr>
        <p:spPr>
          <a:xfrm>
            <a:off x="6377703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Editable polygon"/>
          <p:cNvSpPr/>
          <p:nvPr/>
        </p:nvSpPr>
        <p:spPr>
          <a:xfrm>
            <a:off x="6574546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77" name="Editable connector"/>
          <p:cNvCxnSpPr/>
          <p:nvPr/>
        </p:nvCxnSpPr>
        <p:spPr>
          <a:xfrm>
            <a:off x="6613915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Editable connector"/>
          <p:cNvCxnSpPr/>
          <p:nvPr/>
        </p:nvCxnSpPr>
        <p:spPr>
          <a:xfrm>
            <a:off x="6574546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Editable polygon"/>
          <p:cNvSpPr/>
          <p:nvPr/>
        </p:nvSpPr>
        <p:spPr>
          <a:xfrm>
            <a:off x="6771389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80" name="Editable connector"/>
          <p:cNvCxnSpPr/>
          <p:nvPr/>
        </p:nvCxnSpPr>
        <p:spPr>
          <a:xfrm>
            <a:off x="6810757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Editable connector"/>
          <p:cNvCxnSpPr/>
          <p:nvPr/>
        </p:nvCxnSpPr>
        <p:spPr>
          <a:xfrm>
            <a:off x="6771389" y="276367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Editable polygon"/>
          <p:cNvSpPr/>
          <p:nvPr/>
        </p:nvSpPr>
        <p:spPr>
          <a:xfrm>
            <a:off x="6968231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83" name="Editable connector"/>
          <p:cNvCxnSpPr/>
          <p:nvPr/>
        </p:nvCxnSpPr>
        <p:spPr>
          <a:xfrm>
            <a:off x="7007600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Editable connector"/>
          <p:cNvCxnSpPr/>
          <p:nvPr/>
        </p:nvCxnSpPr>
        <p:spPr>
          <a:xfrm>
            <a:off x="6968231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Editable polygon"/>
          <p:cNvSpPr/>
          <p:nvPr/>
        </p:nvSpPr>
        <p:spPr>
          <a:xfrm>
            <a:off x="7165074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86" name="Editable connector"/>
          <p:cNvCxnSpPr/>
          <p:nvPr/>
        </p:nvCxnSpPr>
        <p:spPr>
          <a:xfrm>
            <a:off x="7204443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Editable connector"/>
          <p:cNvCxnSpPr/>
          <p:nvPr/>
        </p:nvCxnSpPr>
        <p:spPr>
          <a:xfrm>
            <a:off x="7165074" y="276367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Editable polygon"/>
          <p:cNvSpPr/>
          <p:nvPr/>
        </p:nvSpPr>
        <p:spPr>
          <a:xfrm>
            <a:off x="7361917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89" name="Editable connector"/>
          <p:cNvCxnSpPr/>
          <p:nvPr/>
        </p:nvCxnSpPr>
        <p:spPr>
          <a:xfrm>
            <a:off x="7401285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Editable connector"/>
          <p:cNvCxnSpPr/>
          <p:nvPr/>
        </p:nvCxnSpPr>
        <p:spPr>
          <a:xfrm>
            <a:off x="7361917" y="276367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Editable polygon"/>
          <p:cNvSpPr/>
          <p:nvPr/>
        </p:nvSpPr>
        <p:spPr>
          <a:xfrm>
            <a:off x="7558760" y="272430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92" name="Editable connector"/>
          <p:cNvCxnSpPr/>
          <p:nvPr/>
        </p:nvCxnSpPr>
        <p:spPr>
          <a:xfrm>
            <a:off x="7598128" y="272430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Editable connector"/>
          <p:cNvCxnSpPr/>
          <p:nvPr/>
        </p:nvCxnSpPr>
        <p:spPr>
          <a:xfrm>
            <a:off x="7558760" y="276367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Editable polygon"/>
          <p:cNvSpPr/>
          <p:nvPr/>
        </p:nvSpPr>
        <p:spPr>
          <a:xfrm>
            <a:off x="5590332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95" name="Editable connector"/>
          <p:cNvCxnSpPr/>
          <p:nvPr/>
        </p:nvCxnSpPr>
        <p:spPr>
          <a:xfrm>
            <a:off x="5629701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Editable connector"/>
          <p:cNvCxnSpPr/>
          <p:nvPr/>
        </p:nvCxnSpPr>
        <p:spPr>
          <a:xfrm>
            <a:off x="5590332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Editable polygon"/>
          <p:cNvSpPr/>
          <p:nvPr/>
        </p:nvSpPr>
        <p:spPr>
          <a:xfrm>
            <a:off x="5787175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298" name="Editable connector"/>
          <p:cNvCxnSpPr/>
          <p:nvPr/>
        </p:nvCxnSpPr>
        <p:spPr>
          <a:xfrm>
            <a:off x="5826544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Editable connector"/>
          <p:cNvCxnSpPr/>
          <p:nvPr/>
        </p:nvCxnSpPr>
        <p:spPr>
          <a:xfrm>
            <a:off x="5787175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Editable polygon"/>
          <p:cNvSpPr/>
          <p:nvPr/>
        </p:nvSpPr>
        <p:spPr>
          <a:xfrm>
            <a:off x="5984018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01" name="Editable connector"/>
          <p:cNvCxnSpPr/>
          <p:nvPr/>
        </p:nvCxnSpPr>
        <p:spPr>
          <a:xfrm>
            <a:off x="6023386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Editable connector"/>
          <p:cNvCxnSpPr/>
          <p:nvPr/>
        </p:nvCxnSpPr>
        <p:spPr>
          <a:xfrm>
            <a:off x="5984018" y="3007756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Editable polygon"/>
          <p:cNvSpPr/>
          <p:nvPr/>
        </p:nvSpPr>
        <p:spPr>
          <a:xfrm>
            <a:off x="6180861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04" name="Editable connector"/>
          <p:cNvCxnSpPr/>
          <p:nvPr/>
        </p:nvCxnSpPr>
        <p:spPr>
          <a:xfrm>
            <a:off x="6220229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ditable connector"/>
          <p:cNvCxnSpPr/>
          <p:nvPr/>
        </p:nvCxnSpPr>
        <p:spPr>
          <a:xfrm>
            <a:off x="6180861" y="3007756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Editable polygon"/>
          <p:cNvSpPr/>
          <p:nvPr/>
        </p:nvSpPr>
        <p:spPr>
          <a:xfrm>
            <a:off x="6377703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07" name="Editable connector"/>
          <p:cNvCxnSpPr/>
          <p:nvPr/>
        </p:nvCxnSpPr>
        <p:spPr>
          <a:xfrm>
            <a:off x="6417072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Editable connector"/>
          <p:cNvCxnSpPr/>
          <p:nvPr/>
        </p:nvCxnSpPr>
        <p:spPr>
          <a:xfrm>
            <a:off x="6377703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Editable polygon"/>
          <p:cNvSpPr/>
          <p:nvPr/>
        </p:nvSpPr>
        <p:spPr>
          <a:xfrm>
            <a:off x="6574546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10" name="Editable connector"/>
          <p:cNvCxnSpPr/>
          <p:nvPr/>
        </p:nvCxnSpPr>
        <p:spPr>
          <a:xfrm>
            <a:off x="6613915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Editable connector"/>
          <p:cNvCxnSpPr/>
          <p:nvPr/>
        </p:nvCxnSpPr>
        <p:spPr>
          <a:xfrm>
            <a:off x="6574546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Editable polygon"/>
          <p:cNvSpPr/>
          <p:nvPr/>
        </p:nvSpPr>
        <p:spPr>
          <a:xfrm>
            <a:off x="6771389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13" name="Editable connector"/>
          <p:cNvCxnSpPr/>
          <p:nvPr/>
        </p:nvCxnSpPr>
        <p:spPr>
          <a:xfrm>
            <a:off x="6810757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Editable connector"/>
          <p:cNvCxnSpPr/>
          <p:nvPr/>
        </p:nvCxnSpPr>
        <p:spPr>
          <a:xfrm>
            <a:off x="6771389" y="3007756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Editable polygon"/>
          <p:cNvSpPr/>
          <p:nvPr/>
        </p:nvSpPr>
        <p:spPr>
          <a:xfrm>
            <a:off x="6968231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16" name="Editable connector"/>
          <p:cNvCxnSpPr/>
          <p:nvPr/>
        </p:nvCxnSpPr>
        <p:spPr>
          <a:xfrm>
            <a:off x="7007600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Editable connector"/>
          <p:cNvCxnSpPr/>
          <p:nvPr/>
        </p:nvCxnSpPr>
        <p:spPr>
          <a:xfrm>
            <a:off x="6968231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Editable polygon"/>
          <p:cNvSpPr/>
          <p:nvPr/>
        </p:nvSpPr>
        <p:spPr>
          <a:xfrm>
            <a:off x="7165074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19" name="Editable connector"/>
          <p:cNvCxnSpPr/>
          <p:nvPr/>
        </p:nvCxnSpPr>
        <p:spPr>
          <a:xfrm>
            <a:off x="7204443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Editable connector"/>
          <p:cNvCxnSpPr/>
          <p:nvPr/>
        </p:nvCxnSpPr>
        <p:spPr>
          <a:xfrm>
            <a:off x="7165074" y="300775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Editable polygon"/>
          <p:cNvSpPr/>
          <p:nvPr/>
        </p:nvSpPr>
        <p:spPr>
          <a:xfrm>
            <a:off x="7361917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22" name="Editable connector"/>
          <p:cNvCxnSpPr/>
          <p:nvPr/>
        </p:nvCxnSpPr>
        <p:spPr>
          <a:xfrm>
            <a:off x="7401285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Editable connector"/>
          <p:cNvCxnSpPr/>
          <p:nvPr/>
        </p:nvCxnSpPr>
        <p:spPr>
          <a:xfrm>
            <a:off x="7361917" y="3007756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Editable polygon"/>
          <p:cNvSpPr/>
          <p:nvPr/>
        </p:nvSpPr>
        <p:spPr>
          <a:xfrm>
            <a:off x="7558760" y="2968388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25" name="Editable connector"/>
          <p:cNvCxnSpPr/>
          <p:nvPr/>
        </p:nvCxnSpPr>
        <p:spPr>
          <a:xfrm>
            <a:off x="7598128" y="2968388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Editable connector"/>
          <p:cNvCxnSpPr/>
          <p:nvPr/>
        </p:nvCxnSpPr>
        <p:spPr>
          <a:xfrm>
            <a:off x="7558760" y="3007756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Editable polygon"/>
          <p:cNvSpPr/>
          <p:nvPr/>
        </p:nvSpPr>
        <p:spPr>
          <a:xfrm>
            <a:off x="5590332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28" name="Editable connector"/>
          <p:cNvCxnSpPr/>
          <p:nvPr/>
        </p:nvCxnSpPr>
        <p:spPr>
          <a:xfrm>
            <a:off x="5629701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Editable connector"/>
          <p:cNvCxnSpPr/>
          <p:nvPr/>
        </p:nvCxnSpPr>
        <p:spPr>
          <a:xfrm>
            <a:off x="5590332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Editable polygon"/>
          <p:cNvSpPr/>
          <p:nvPr/>
        </p:nvSpPr>
        <p:spPr>
          <a:xfrm>
            <a:off x="5787175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31" name="Editable connector"/>
          <p:cNvCxnSpPr/>
          <p:nvPr/>
        </p:nvCxnSpPr>
        <p:spPr>
          <a:xfrm>
            <a:off x="5826544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Editable connector"/>
          <p:cNvCxnSpPr/>
          <p:nvPr/>
        </p:nvCxnSpPr>
        <p:spPr>
          <a:xfrm>
            <a:off x="5787175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Editable polygon"/>
          <p:cNvSpPr/>
          <p:nvPr/>
        </p:nvSpPr>
        <p:spPr>
          <a:xfrm>
            <a:off x="5984018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34" name="Editable connector"/>
          <p:cNvCxnSpPr/>
          <p:nvPr/>
        </p:nvCxnSpPr>
        <p:spPr>
          <a:xfrm>
            <a:off x="6023386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Editable connector"/>
          <p:cNvCxnSpPr/>
          <p:nvPr/>
        </p:nvCxnSpPr>
        <p:spPr>
          <a:xfrm>
            <a:off x="5984018" y="325184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Editable polygon"/>
          <p:cNvSpPr/>
          <p:nvPr/>
        </p:nvSpPr>
        <p:spPr>
          <a:xfrm>
            <a:off x="6180861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37" name="Editable connector"/>
          <p:cNvCxnSpPr/>
          <p:nvPr/>
        </p:nvCxnSpPr>
        <p:spPr>
          <a:xfrm>
            <a:off x="6220229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Editable connector"/>
          <p:cNvCxnSpPr/>
          <p:nvPr/>
        </p:nvCxnSpPr>
        <p:spPr>
          <a:xfrm>
            <a:off x="6180861" y="325184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Editable polygon"/>
          <p:cNvSpPr/>
          <p:nvPr/>
        </p:nvSpPr>
        <p:spPr>
          <a:xfrm>
            <a:off x="6377703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40" name="Editable connector"/>
          <p:cNvCxnSpPr/>
          <p:nvPr/>
        </p:nvCxnSpPr>
        <p:spPr>
          <a:xfrm>
            <a:off x="6417072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Editable connector"/>
          <p:cNvCxnSpPr/>
          <p:nvPr/>
        </p:nvCxnSpPr>
        <p:spPr>
          <a:xfrm>
            <a:off x="6377703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Editable polygon"/>
          <p:cNvSpPr/>
          <p:nvPr/>
        </p:nvSpPr>
        <p:spPr>
          <a:xfrm>
            <a:off x="6574546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43" name="Editable connector"/>
          <p:cNvCxnSpPr/>
          <p:nvPr/>
        </p:nvCxnSpPr>
        <p:spPr>
          <a:xfrm>
            <a:off x="6613915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Editable connector"/>
          <p:cNvCxnSpPr/>
          <p:nvPr/>
        </p:nvCxnSpPr>
        <p:spPr>
          <a:xfrm>
            <a:off x="6574546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Editable polygon"/>
          <p:cNvSpPr/>
          <p:nvPr/>
        </p:nvSpPr>
        <p:spPr>
          <a:xfrm>
            <a:off x="6771389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46" name="Editable connector"/>
          <p:cNvCxnSpPr/>
          <p:nvPr/>
        </p:nvCxnSpPr>
        <p:spPr>
          <a:xfrm>
            <a:off x="6810757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Editable connector"/>
          <p:cNvCxnSpPr/>
          <p:nvPr/>
        </p:nvCxnSpPr>
        <p:spPr>
          <a:xfrm>
            <a:off x="6771389" y="325184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Editable polygon"/>
          <p:cNvSpPr/>
          <p:nvPr/>
        </p:nvSpPr>
        <p:spPr>
          <a:xfrm>
            <a:off x="6968231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49" name="Editable connector"/>
          <p:cNvCxnSpPr/>
          <p:nvPr/>
        </p:nvCxnSpPr>
        <p:spPr>
          <a:xfrm>
            <a:off x="7007600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Editable connector"/>
          <p:cNvCxnSpPr/>
          <p:nvPr/>
        </p:nvCxnSpPr>
        <p:spPr>
          <a:xfrm>
            <a:off x="6968231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Editable polygon"/>
          <p:cNvSpPr/>
          <p:nvPr/>
        </p:nvSpPr>
        <p:spPr>
          <a:xfrm>
            <a:off x="7165074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52" name="Editable connector"/>
          <p:cNvCxnSpPr/>
          <p:nvPr/>
        </p:nvCxnSpPr>
        <p:spPr>
          <a:xfrm>
            <a:off x="7204443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Editable connector"/>
          <p:cNvCxnSpPr/>
          <p:nvPr/>
        </p:nvCxnSpPr>
        <p:spPr>
          <a:xfrm>
            <a:off x="7165074" y="325184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Editable polygon"/>
          <p:cNvSpPr/>
          <p:nvPr/>
        </p:nvSpPr>
        <p:spPr>
          <a:xfrm>
            <a:off x="7361917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55" name="Editable connector"/>
          <p:cNvCxnSpPr/>
          <p:nvPr/>
        </p:nvCxnSpPr>
        <p:spPr>
          <a:xfrm>
            <a:off x="7401285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Editable connector"/>
          <p:cNvCxnSpPr/>
          <p:nvPr/>
        </p:nvCxnSpPr>
        <p:spPr>
          <a:xfrm>
            <a:off x="7361917" y="325184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Editable polygon"/>
          <p:cNvSpPr/>
          <p:nvPr/>
        </p:nvSpPr>
        <p:spPr>
          <a:xfrm>
            <a:off x="7558760" y="3212473"/>
            <a:ext cx="204716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3809"/>
                </a:moveTo>
                <a:lnTo>
                  <a:pt x="19230" y="0"/>
                </a:lnTo>
                <a:lnTo>
                  <a:pt x="100000" y="0"/>
                </a:lnTo>
                <a:lnTo>
                  <a:pt x="100000" y="76190"/>
                </a:lnTo>
                <a:lnTo>
                  <a:pt x="80769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358" name="Editable connector"/>
          <p:cNvCxnSpPr/>
          <p:nvPr/>
        </p:nvCxnSpPr>
        <p:spPr>
          <a:xfrm>
            <a:off x="7598128" y="3212473"/>
            <a:ext cx="0" cy="125979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Editable connector"/>
          <p:cNvCxnSpPr/>
          <p:nvPr/>
        </p:nvCxnSpPr>
        <p:spPr>
          <a:xfrm>
            <a:off x="7558760" y="3251841"/>
            <a:ext cx="39368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Editable text"/>
          <p:cNvSpPr txBox="1"/>
          <p:nvPr/>
        </p:nvSpPr>
        <p:spPr>
          <a:xfrm>
            <a:off x="6535177" y="3023504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61" name="Editable text"/>
          <p:cNvSpPr txBox="1"/>
          <p:nvPr/>
        </p:nvSpPr>
        <p:spPr>
          <a:xfrm>
            <a:off x="6834378" y="3023504"/>
            <a:ext cx="141726" cy="236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62" name="Editable text"/>
          <p:cNvSpPr txBox="1"/>
          <p:nvPr/>
        </p:nvSpPr>
        <p:spPr>
          <a:xfrm>
            <a:off x="5787175" y="3511673"/>
            <a:ext cx="1747963" cy="299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Build BBA</a:t>
            </a:r>
          </a:p>
        </p:txBody>
      </p:sp>
      <p:sp>
        <p:nvSpPr>
          <p:cNvPr id="363" name="Editable polygon"/>
          <p:cNvSpPr/>
          <p:nvPr/>
        </p:nvSpPr>
        <p:spPr>
          <a:xfrm>
            <a:off x="7999687" y="1244045"/>
            <a:ext cx="425180" cy="24408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60000" y="30000"/>
                </a:lnTo>
                <a:lnTo>
                  <a:pt x="60000" y="0"/>
                </a:lnTo>
                <a:lnTo>
                  <a:pt x="100000" y="50000"/>
                </a:lnTo>
                <a:lnTo>
                  <a:pt x="60000" y="100000"/>
                </a:lnTo>
                <a:lnTo>
                  <a:pt x="60000" y="69999"/>
                </a:lnTo>
                <a:lnTo>
                  <a:pt x="0" y="69999"/>
                </a:lnTo>
                <a:close/>
              </a:path>
            </a:pathLst>
          </a:custGeom>
          <a:solidFill>
            <a:srgbClr val="FFF3E9"/>
          </a:solidFill>
          <a:ln w="11810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64" name="Editable polygon"/>
          <p:cNvSpPr/>
          <p:nvPr/>
        </p:nvSpPr>
        <p:spPr>
          <a:xfrm>
            <a:off x="7999687" y="2803040"/>
            <a:ext cx="425180" cy="244084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30000"/>
                </a:moveTo>
                <a:lnTo>
                  <a:pt x="60000" y="30000"/>
                </a:lnTo>
                <a:lnTo>
                  <a:pt x="60000" y="0"/>
                </a:lnTo>
                <a:lnTo>
                  <a:pt x="100000" y="50000"/>
                </a:lnTo>
                <a:lnTo>
                  <a:pt x="60000" y="100000"/>
                </a:lnTo>
                <a:lnTo>
                  <a:pt x="60000" y="69999"/>
                </a:lnTo>
                <a:lnTo>
                  <a:pt x="0" y="69999"/>
                </a:lnTo>
                <a:close/>
              </a:path>
            </a:pathLst>
          </a:custGeom>
          <a:solidFill>
            <a:srgbClr val="ECF6E9"/>
          </a:solidFill>
          <a:ln w="11810">
            <a:solidFill>
              <a:srgbClr val="4F7B3E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65" name="Editable rectangle"/>
          <p:cNvSpPr/>
          <p:nvPr/>
        </p:nvSpPr>
        <p:spPr>
          <a:xfrm>
            <a:off x="8511478" y="818865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rectangle"/>
          <p:cNvSpPr/>
          <p:nvPr/>
        </p:nvSpPr>
        <p:spPr>
          <a:xfrm>
            <a:off x="8511478" y="853509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rectangle"/>
          <p:cNvSpPr/>
          <p:nvPr/>
        </p:nvSpPr>
        <p:spPr>
          <a:xfrm>
            <a:off x="8511478" y="888154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rectangle"/>
          <p:cNvSpPr/>
          <p:nvPr/>
        </p:nvSpPr>
        <p:spPr>
          <a:xfrm>
            <a:off x="8511478" y="922798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rectangle"/>
          <p:cNvSpPr/>
          <p:nvPr/>
        </p:nvSpPr>
        <p:spPr>
          <a:xfrm>
            <a:off x="8511478" y="957442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rectangle"/>
          <p:cNvSpPr/>
          <p:nvPr/>
        </p:nvSpPr>
        <p:spPr>
          <a:xfrm>
            <a:off x="8511478" y="818865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polygon"/>
          <p:cNvSpPr/>
          <p:nvPr/>
        </p:nvSpPr>
        <p:spPr>
          <a:xfrm>
            <a:off x="8747690" y="826739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72" name="Editable ellipse"/>
          <p:cNvSpPr/>
          <p:nvPr/>
        </p:nvSpPr>
        <p:spPr>
          <a:xfrm>
            <a:off x="9125628" y="826739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rectangle"/>
          <p:cNvSpPr/>
          <p:nvPr/>
        </p:nvSpPr>
        <p:spPr>
          <a:xfrm>
            <a:off x="8511478" y="1023582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rectangle"/>
          <p:cNvSpPr/>
          <p:nvPr/>
        </p:nvSpPr>
        <p:spPr>
          <a:xfrm>
            <a:off x="8511478" y="1058226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rectangle"/>
          <p:cNvSpPr/>
          <p:nvPr/>
        </p:nvSpPr>
        <p:spPr>
          <a:xfrm>
            <a:off x="8511478" y="1092870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rectangle"/>
          <p:cNvSpPr/>
          <p:nvPr/>
        </p:nvSpPr>
        <p:spPr>
          <a:xfrm>
            <a:off x="8511478" y="1127515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rectangle"/>
          <p:cNvSpPr/>
          <p:nvPr/>
        </p:nvSpPr>
        <p:spPr>
          <a:xfrm>
            <a:off x="8511478" y="1162159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rectangle"/>
          <p:cNvSpPr/>
          <p:nvPr/>
        </p:nvSpPr>
        <p:spPr>
          <a:xfrm>
            <a:off x="8511478" y="1023582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polygon"/>
          <p:cNvSpPr/>
          <p:nvPr/>
        </p:nvSpPr>
        <p:spPr>
          <a:xfrm>
            <a:off x="8747690" y="1031455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80" name="Editable ellipse"/>
          <p:cNvSpPr/>
          <p:nvPr/>
        </p:nvSpPr>
        <p:spPr>
          <a:xfrm>
            <a:off x="9125628" y="1031455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rectangle"/>
          <p:cNvSpPr/>
          <p:nvPr/>
        </p:nvSpPr>
        <p:spPr>
          <a:xfrm>
            <a:off x="8511478" y="1228298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rectangle"/>
          <p:cNvSpPr/>
          <p:nvPr/>
        </p:nvSpPr>
        <p:spPr>
          <a:xfrm>
            <a:off x="8511478" y="1262942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rectangle"/>
          <p:cNvSpPr/>
          <p:nvPr/>
        </p:nvSpPr>
        <p:spPr>
          <a:xfrm>
            <a:off x="8511478" y="1297587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rectangle"/>
          <p:cNvSpPr/>
          <p:nvPr/>
        </p:nvSpPr>
        <p:spPr>
          <a:xfrm>
            <a:off x="8511478" y="1332231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rectangle"/>
          <p:cNvSpPr/>
          <p:nvPr/>
        </p:nvSpPr>
        <p:spPr>
          <a:xfrm>
            <a:off x="8511478" y="1366875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rectangle"/>
          <p:cNvSpPr/>
          <p:nvPr/>
        </p:nvSpPr>
        <p:spPr>
          <a:xfrm>
            <a:off x="8511478" y="1228298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polygon"/>
          <p:cNvSpPr/>
          <p:nvPr/>
        </p:nvSpPr>
        <p:spPr>
          <a:xfrm>
            <a:off x="8747690" y="1236172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88" name="Editable ellipse"/>
          <p:cNvSpPr/>
          <p:nvPr/>
        </p:nvSpPr>
        <p:spPr>
          <a:xfrm>
            <a:off x="9125628" y="1236172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rectangle"/>
          <p:cNvSpPr/>
          <p:nvPr/>
        </p:nvSpPr>
        <p:spPr>
          <a:xfrm>
            <a:off x="8511478" y="1433014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rectangle"/>
          <p:cNvSpPr/>
          <p:nvPr/>
        </p:nvSpPr>
        <p:spPr>
          <a:xfrm>
            <a:off x="8511478" y="1467659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rectangle"/>
          <p:cNvSpPr/>
          <p:nvPr/>
        </p:nvSpPr>
        <p:spPr>
          <a:xfrm>
            <a:off x="8511478" y="1502303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rectangle"/>
          <p:cNvSpPr/>
          <p:nvPr/>
        </p:nvSpPr>
        <p:spPr>
          <a:xfrm>
            <a:off x="8511478" y="1536947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rectangle"/>
          <p:cNvSpPr/>
          <p:nvPr/>
        </p:nvSpPr>
        <p:spPr>
          <a:xfrm>
            <a:off x="8511478" y="1571592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rectangle"/>
          <p:cNvSpPr/>
          <p:nvPr/>
        </p:nvSpPr>
        <p:spPr>
          <a:xfrm>
            <a:off x="8511478" y="1433014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polygon"/>
          <p:cNvSpPr/>
          <p:nvPr/>
        </p:nvSpPr>
        <p:spPr>
          <a:xfrm>
            <a:off x="8747690" y="1440888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396" name="Editable ellipse"/>
          <p:cNvSpPr/>
          <p:nvPr/>
        </p:nvSpPr>
        <p:spPr>
          <a:xfrm>
            <a:off x="9125628" y="1440888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rectangle"/>
          <p:cNvSpPr/>
          <p:nvPr/>
        </p:nvSpPr>
        <p:spPr>
          <a:xfrm>
            <a:off x="8511478" y="1637731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rectangle"/>
          <p:cNvSpPr/>
          <p:nvPr/>
        </p:nvSpPr>
        <p:spPr>
          <a:xfrm>
            <a:off x="8511478" y="1672375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rectangle"/>
          <p:cNvSpPr/>
          <p:nvPr/>
        </p:nvSpPr>
        <p:spPr>
          <a:xfrm>
            <a:off x="8511478" y="1707019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rectangle"/>
          <p:cNvSpPr/>
          <p:nvPr/>
        </p:nvSpPr>
        <p:spPr>
          <a:xfrm>
            <a:off x="8511478" y="1741664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rectangle"/>
          <p:cNvSpPr/>
          <p:nvPr/>
        </p:nvSpPr>
        <p:spPr>
          <a:xfrm>
            <a:off x="8511478" y="1776308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rectangle"/>
          <p:cNvSpPr/>
          <p:nvPr/>
        </p:nvSpPr>
        <p:spPr>
          <a:xfrm>
            <a:off x="8511478" y="1637731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polygon"/>
          <p:cNvSpPr/>
          <p:nvPr/>
        </p:nvSpPr>
        <p:spPr>
          <a:xfrm>
            <a:off x="8747690" y="1645605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04" name="Editable ellipse"/>
          <p:cNvSpPr/>
          <p:nvPr/>
        </p:nvSpPr>
        <p:spPr>
          <a:xfrm>
            <a:off x="9125628" y="1645605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rectangle"/>
          <p:cNvSpPr/>
          <p:nvPr/>
        </p:nvSpPr>
        <p:spPr>
          <a:xfrm>
            <a:off x="8511478" y="1842447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rectangle"/>
          <p:cNvSpPr/>
          <p:nvPr/>
        </p:nvSpPr>
        <p:spPr>
          <a:xfrm>
            <a:off x="8511478" y="1877092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rectangle"/>
          <p:cNvSpPr/>
          <p:nvPr/>
        </p:nvSpPr>
        <p:spPr>
          <a:xfrm>
            <a:off x="8511478" y="1911736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rectangle"/>
          <p:cNvSpPr/>
          <p:nvPr/>
        </p:nvSpPr>
        <p:spPr>
          <a:xfrm>
            <a:off x="8511478" y="1946380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rectangle"/>
          <p:cNvSpPr/>
          <p:nvPr/>
        </p:nvSpPr>
        <p:spPr>
          <a:xfrm>
            <a:off x="8511478" y="1981025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rectangle"/>
          <p:cNvSpPr/>
          <p:nvPr/>
        </p:nvSpPr>
        <p:spPr>
          <a:xfrm>
            <a:off x="8511478" y="1842447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polygon"/>
          <p:cNvSpPr/>
          <p:nvPr/>
        </p:nvSpPr>
        <p:spPr>
          <a:xfrm>
            <a:off x="8747690" y="1850321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12" name="Editable ellipse"/>
          <p:cNvSpPr/>
          <p:nvPr/>
        </p:nvSpPr>
        <p:spPr>
          <a:xfrm>
            <a:off x="9125628" y="1850321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rectangle"/>
          <p:cNvSpPr/>
          <p:nvPr/>
        </p:nvSpPr>
        <p:spPr>
          <a:xfrm>
            <a:off x="8511478" y="2047164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rectangle"/>
          <p:cNvSpPr/>
          <p:nvPr/>
        </p:nvSpPr>
        <p:spPr>
          <a:xfrm>
            <a:off x="8511478" y="2081808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rectangle"/>
          <p:cNvSpPr/>
          <p:nvPr/>
        </p:nvSpPr>
        <p:spPr>
          <a:xfrm>
            <a:off x="8511478" y="2116452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rectangle"/>
          <p:cNvSpPr/>
          <p:nvPr/>
        </p:nvSpPr>
        <p:spPr>
          <a:xfrm>
            <a:off x="8511478" y="2151097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rectangle"/>
          <p:cNvSpPr/>
          <p:nvPr/>
        </p:nvSpPr>
        <p:spPr>
          <a:xfrm>
            <a:off x="8511478" y="2185741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rectangle"/>
          <p:cNvSpPr/>
          <p:nvPr/>
        </p:nvSpPr>
        <p:spPr>
          <a:xfrm>
            <a:off x="8511478" y="2047164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polygon"/>
          <p:cNvSpPr/>
          <p:nvPr/>
        </p:nvSpPr>
        <p:spPr>
          <a:xfrm>
            <a:off x="8747690" y="2055037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20" name="Editable ellipse"/>
          <p:cNvSpPr/>
          <p:nvPr/>
        </p:nvSpPr>
        <p:spPr>
          <a:xfrm>
            <a:off x="9125628" y="2055037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rectangle"/>
          <p:cNvSpPr/>
          <p:nvPr/>
        </p:nvSpPr>
        <p:spPr>
          <a:xfrm>
            <a:off x="8511478" y="2251880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rectangle"/>
          <p:cNvSpPr/>
          <p:nvPr/>
        </p:nvSpPr>
        <p:spPr>
          <a:xfrm>
            <a:off x="8511478" y="2286524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rectangle"/>
          <p:cNvSpPr/>
          <p:nvPr/>
        </p:nvSpPr>
        <p:spPr>
          <a:xfrm>
            <a:off x="8511478" y="2321169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rectangle"/>
          <p:cNvSpPr/>
          <p:nvPr/>
        </p:nvSpPr>
        <p:spPr>
          <a:xfrm>
            <a:off x="8511478" y="2355813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rectangle"/>
          <p:cNvSpPr/>
          <p:nvPr/>
        </p:nvSpPr>
        <p:spPr>
          <a:xfrm>
            <a:off x="8511478" y="2390457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rectangle"/>
          <p:cNvSpPr/>
          <p:nvPr/>
        </p:nvSpPr>
        <p:spPr>
          <a:xfrm>
            <a:off x="8511478" y="2251880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polygon"/>
          <p:cNvSpPr/>
          <p:nvPr/>
        </p:nvSpPr>
        <p:spPr>
          <a:xfrm>
            <a:off x="8747690" y="2259754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28" name="Editable ellipse"/>
          <p:cNvSpPr/>
          <p:nvPr/>
        </p:nvSpPr>
        <p:spPr>
          <a:xfrm>
            <a:off x="9125628" y="2259754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rectangle"/>
          <p:cNvSpPr/>
          <p:nvPr/>
        </p:nvSpPr>
        <p:spPr>
          <a:xfrm>
            <a:off x="8511478" y="2456597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rectangle"/>
          <p:cNvSpPr/>
          <p:nvPr/>
        </p:nvSpPr>
        <p:spPr>
          <a:xfrm>
            <a:off x="8511478" y="2491241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rectangle"/>
          <p:cNvSpPr/>
          <p:nvPr/>
        </p:nvSpPr>
        <p:spPr>
          <a:xfrm>
            <a:off x="8511478" y="2525885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rectangle"/>
          <p:cNvSpPr/>
          <p:nvPr/>
        </p:nvSpPr>
        <p:spPr>
          <a:xfrm>
            <a:off x="8511478" y="2560529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rectangle"/>
          <p:cNvSpPr/>
          <p:nvPr/>
        </p:nvSpPr>
        <p:spPr>
          <a:xfrm>
            <a:off x="8511478" y="2595174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rectangle"/>
          <p:cNvSpPr/>
          <p:nvPr/>
        </p:nvSpPr>
        <p:spPr>
          <a:xfrm>
            <a:off x="8511478" y="2456597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polygon"/>
          <p:cNvSpPr/>
          <p:nvPr/>
        </p:nvSpPr>
        <p:spPr>
          <a:xfrm>
            <a:off x="8747690" y="2464470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36" name="Editable ellipse"/>
          <p:cNvSpPr/>
          <p:nvPr/>
        </p:nvSpPr>
        <p:spPr>
          <a:xfrm>
            <a:off x="9125628" y="2464470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rectangle"/>
          <p:cNvSpPr/>
          <p:nvPr/>
        </p:nvSpPr>
        <p:spPr>
          <a:xfrm>
            <a:off x="8511478" y="2661313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rectangle"/>
          <p:cNvSpPr/>
          <p:nvPr/>
        </p:nvSpPr>
        <p:spPr>
          <a:xfrm>
            <a:off x="8511478" y="2695957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rectangle"/>
          <p:cNvSpPr/>
          <p:nvPr/>
        </p:nvSpPr>
        <p:spPr>
          <a:xfrm>
            <a:off x="8511478" y="2730602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rectangle"/>
          <p:cNvSpPr/>
          <p:nvPr/>
        </p:nvSpPr>
        <p:spPr>
          <a:xfrm>
            <a:off x="8511478" y="2765246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rectangle"/>
          <p:cNvSpPr/>
          <p:nvPr/>
        </p:nvSpPr>
        <p:spPr>
          <a:xfrm>
            <a:off x="8511478" y="2799890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rectangle"/>
          <p:cNvSpPr/>
          <p:nvPr/>
        </p:nvSpPr>
        <p:spPr>
          <a:xfrm>
            <a:off x="8511478" y="2661313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polygon"/>
          <p:cNvSpPr/>
          <p:nvPr/>
        </p:nvSpPr>
        <p:spPr>
          <a:xfrm>
            <a:off x="8747690" y="2669187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44" name="Editable ellipse"/>
          <p:cNvSpPr/>
          <p:nvPr/>
        </p:nvSpPr>
        <p:spPr>
          <a:xfrm>
            <a:off x="9125628" y="2669187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Editable rectangle"/>
          <p:cNvSpPr/>
          <p:nvPr/>
        </p:nvSpPr>
        <p:spPr>
          <a:xfrm>
            <a:off x="8511478" y="2866029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rectangle"/>
          <p:cNvSpPr/>
          <p:nvPr/>
        </p:nvSpPr>
        <p:spPr>
          <a:xfrm>
            <a:off x="8511478" y="2900674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rectangle"/>
          <p:cNvSpPr/>
          <p:nvPr/>
        </p:nvSpPr>
        <p:spPr>
          <a:xfrm>
            <a:off x="8511478" y="2935318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rectangle"/>
          <p:cNvSpPr/>
          <p:nvPr/>
        </p:nvSpPr>
        <p:spPr>
          <a:xfrm>
            <a:off x="8511478" y="2969962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rectangle"/>
          <p:cNvSpPr/>
          <p:nvPr/>
        </p:nvSpPr>
        <p:spPr>
          <a:xfrm>
            <a:off x="8511478" y="3004607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rectangle"/>
          <p:cNvSpPr/>
          <p:nvPr/>
        </p:nvSpPr>
        <p:spPr>
          <a:xfrm>
            <a:off x="8511478" y="2866029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Editable polygon"/>
          <p:cNvSpPr/>
          <p:nvPr/>
        </p:nvSpPr>
        <p:spPr>
          <a:xfrm>
            <a:off x="8747690" y="2873903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52" name="Editable ellipse"/>
          <p:cNvSpPr/>
          <p:nvPr/>
        </p:nvSpPr>
        <p:spPr>
          <a:xfrm>
            <a:off x="9125628" y="2873903"/>
            <a:ext cx="188969" cy="165347"/>
          </a:xfrm>
          <a:prstGeom prst="ellipse">
            <a:avLst/>
          </a:prstGeom>
          <a:solidFill>
            <a:srgbClr val="B7B7B7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Editable rectangle"/>
          <p:cNvSpPr/>
          <p:nvPr/>
        </p:nvSpPr>
        <p:spPr>
          <a:xfrm>
            <a:off x="8511478" y="3070746"/>
            <a:ext cx="188969" cy="37006"/>
          </a:xfrm>
          <a:prstGeom prst="rect">
            <a:avLst/>
          </a:prstGeom>
          <a:solidFill>
            <a:srgbClr val="F3B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Editable rectangle"/>
          <p:cNvSpPr/>
          <p:nvPr/>
        </p:nvSpPr>
        <p:spPr>
          <a:xfrm>
            <a:off x="8511478" y="3105390"/>
            <a:ext cx="188969" cy="37006"/>
          </a:xfrm>
          <a:prstGeom prst="rect">
            <a:avLst/>
          </a:prstGeom>
          <a:solidFill>
            <a:srgbClr val="E4C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Editable rectangle"/>
          <p:cNvSpPr/>
          <p:nvPr/>
        </p:nvSpPr>
        <p:spPr>
          <a:xfrm>
            <a:off x="8511478" y="3140034"/>
            <a:ext cx="188969" cy="37006"/>
          </a:xfrm>
          <a:prstGeom prst="rect">
            <a:avLst/>
          </a:prstGeom>
          <a:solidFill>
            <a:srgbClr val="C7C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Editable rectangle"/>
          <p:cNvSpPr/>
          <p:nvPr/>
        </p:nvSpPr>
        <p:spPr>
          <a:xfrm>
            <a:off x="8511478" y="3174679"/>
            <a:ext cx="188969" cy="37006"/>
          </a:xfrm>
          <a:prstGeom prst="rect">
            <a:avLst/>
          </a:prstGeom>
          <a:solidFill>
            <a:srgbClr val="9FD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Editable rectangle"/>
          <p:cNvSpPr/>
          <p:nvPr/>
        </p:nvSpPr>
        <p:spPr>
          <a:xfrm>
            <a:off x="8511478" y="3209323"/>
            <a:ext cx="188969" cy="37006"/>
          </a:xfrm>
          <a:prstGeom prst="rect">
            <a:avLst/>
          </a:prstGeom>
          <a:solidFill>
            <a:srgbClr val="76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Editable rectangle"/>
          <p:cNvSpPr/>
          <p:nvPr/>
        </p:nvSpPr>
        <p:spPr>
          <a:xfrm>
            <a:off x="8511478" y="3070746"/>
            <a:ext cx="188969" cy="173221"/>
          </a:xfrm>
          <a:prstGeom prst="rect">
            <a:avLst/>
          </a:prstGeom>
          <a:noFill/>
          <a:ln w="5511">
            <a:solidFill>
              <a:srgbClr val="CFCFCF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Editable polygon"/>
          <p:cNvSpPr/>
          <p:nvPr/>
        </p:nvSpPr>
        <p:spPr>
          <a:xfrm>
            <a:off x="8747690" y="3078619"/>
            <a:ext cx="330695" cy="165347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50000"/>
                </a:moveTo>
                <a:lnTo>
                  <a:pt x="20000" y="0"/>
                </a:lnTo>
                <a:lnTo>
                  <a:pt x="20000" y="27999"/>
                </a:lnTo>
                <a:lnTo>
                  <a:pt x="79999" y="27999"/>
                </a:lnTo>
                <a:lnTo>
                  <a:pt x="79999" y="0"/>
                </a:lnTo>
                <a:lnTo>
                  <a:pt x="100000" y="50000"/>
                </a:lnTo>
                <a:lnTo>
                  <a:pt x="79999" y="100000"/>
                </a:lnTo>
                <a:lnTo>
                  <a:pt x="79999" y="72000"/>
                </a:lnTo>
                <a:lnTo>
                  <a:pt x="20000" y="7200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FDA36D"/>
          </a:solidFill>
          <a:ln w="3936">
            <a:solidFill>
              <a:srgbClr val="FDA36D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460" name="Editable ellipse"/>
          <p:cNvSpPr/>
          <p:nvPr/>
        </p:nvSpPr>
        <p:spPr>
          <a:xfrm>
            <a:off x="9125628" y="3078619"/>
            <a:ext cx="188969" cy="165347"/>
          </a:xfrm>
          <a:prstGeom prst="ellipse">
            <a:avLst/>
          </a:prstGeom>
          <a:solidFill>
            <a:srgbClr val="666666"/>
          </a:solidFill>
          <a:ln>
            <a:noFill/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Editable rectangle"/>
          <p:cNvSpPr/>
          <p:nvPr/>
        </p:nvSpPr>
        <p:spPr>
          <a:xfrm>
            <a:off x="9834261" y="708633"/>
            <a:ext cx="685012" cy="2755797"/>
          </a:xfrm>
          <a:prstGeom prst="rect">
            <a:avLst/>
          </a:prstGeom>
          <a:noFill/>
          <a:ln w="23621">
            <a:solidFill>
              <a:srgbClr val="9CB5E4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Editable polyline segment"/>
          <p:cNvCxnSpPr/>
          <p:nvPr/>
        </p:nvCxnSpPr>
        <p:spPr>
          <a:xfrm flipV="1">
            <a:off x="9385460" y="1802974"/>
            <a:ext cx="31985" cy="15852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Editable polyline segment"/>
          <p:cNvCxnSpPr/>
          <p:nvPr/>
        </p:nvCxnSpPr>
        <p:spPr>
          <a:xfrm flipV="1">
            <a:off x="9417445" y="1784812"/>
            <a:ext cx="30865" cy="18162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Editable polyline segment"/>
          <p:cNvCxnSpPr/>
          <p:nvPr/>
        </p:nvCxnSpPr>
        <p:spPr>
          <a:xfrm flipV="1">
            <a:off x="9448310" y="1764340"/>
            <a:ext cx="29745" cy="20472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Editable polyline segment"/>
          <p:cNvCxnSpPr/>
          <p:nvPr/>
        </p:nvCxnSpPr>
        <p:spPr>
          <a:xfrm flipV="1">
            <a:off x="9478055" y="1741559"/>
            <a:ext cx="28625" cy="22781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Editable polyline segment"/>
          <p:cNvCxnSpPr/>
          <p:nvPr/>
        </p:nvCxnSpPr>
        <p:spPr>
          <a:xfrm flipV="1">
            <a:off x="9506680" y="1716468"/>
            <a:ext cx="27505" cy="25091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Editable polyline segment"/>
          <p:cNvCxnSpPr/>
          <p:nvPr/>
        </p:nvCxnSpPr>
        <p:spPr>
          <a:xfrm flipV="1">
            <a:off x="9534185" y="1689067"/>
            <a:ext cx="26386" cy="27401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Editable polyline segment"/>
          <p:cNvCxnSpPr/>
          <p:nvPr/>
        </p:nvCxnSpPr>
        <p:spPr>
          <a:xfrm flipV="1">
            <a:off x="9560571" y="1659357"/>
            <a:ext cx="25266" cy="29710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Editable polyline segment"/>
          <p:cNvCxnSpPr/>
          <p:nvPr/>
        </p:nvCxnSpPr>
        <p:spPr>
          <a:xfrm flipV="1">
            <a:off x="9585837" y="1627338"/>
            <a:ext cx="24146" cy="32019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Editable polyline segment"/>
          <p:cNvCxnSpPr/>
          <p:nvPr/>
        </p:nvCxnSpPr>
        <p:spPr>
          <a:xfrm flipV="1">
            <a:off x="9609983" y="1593008"/>
            <a:ext cx="23026" cy="34330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Editable polyline segment"/>
          <p:cNvCxnSpPr/>
          <p:nvPr/>
        </p:nvCxnSpPr>
        <p:spPr>
          <a:xfrm flipV="1">
            <a:off x="9633009" y="1556369"/>
            <a:ext cx="21907" cy="36639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Editable polyline segment"/>
          <p:cNvCxnSpPr/>
          <p:nvPr/>
        </p:nvCxnSpPr>
        <p:spPr>
          <a:xfrm flipV="1">
            <a:off x="9654916" y="1517421"/>
            <a:ext cx="20786" cy="38948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Editable polyline segment"/>
          <p:cNvCxnSpPr/>
          <p:nvPr/>
        </p:nvCxnSpPr>
        <p:spPr>
          <a:xfrm flipV="1">
            <a:off x="9675702" y="1476162"/>
            <a:ext cx="19667" cy="41259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Editable polyline segment"/>
          <p:cNvCxnSpPr/>
          <p:nvPr/>
        </p:nvCxnSpPr>
        <p:spPr>
          <a:xfrm flipV="1">
            <a:off x="9695369" y="1432594"/>
            <a:ext cx="18547" cy="43568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Editable polyline segment"/>
          <p:cNvCxnSpPr/>
          <p:nvPr/>
        </p:nvCxnSpPr>
        <p:spPr>
          <a:xfrm flipV="1">
            <a:off x="9713916" y="1386717"/>
            <a:ext cx="17427" cy="45877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Editable polyline segment"/>
          <p:cNvCxnSpPr/>
          <p:nvPr/>
        </p:nvCxnSpPr>
        <p:spPr>
          <a:xfrm flipV="1">
            <a:off x="9731343" y="1338530"/>
            <a:ext cx="16307" cy="48187"/>
          </a:xfrm>
          <a:prstGeom prst="line">
            <a:avLst/>
          </a:prstGeom>
          <a:ln w="18896">
            <a:solidFill>
              <a:srgbClr val="4B98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Editable connector"/>
          <p:cNvCxnSpPr/>
          <p:nvPr/>
        </p:nvCxnSpPr>
        <p:spPr>
          <a:xfrm>
            <a:off x="9353965" y="2165269"/>
            <a:ext cx="393685" cy="0"/>
          </a:xfrm>
          <a:prstGeom prst="line">
            <a:avLst/>
          </a:prstGeom>
          <a:ln w="18896">
            <a:solidFill>
              <a:srgbClr val="4B98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Editable polyline segment"/>
          <p:cNvCxnSpPr/>
          <p:nvPr/>
        </p:nvCxnSpPr>
        <p:spPr>
          <a:xfrm>
            <a:off x="9377586" y="2700681"/>
            <a:ext cx="37969" cy="8749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Editable polyline segment"/>
          <p:cNvCxnSpPr/>
          <p:nvPr/>
        </p:nvCxnSpPr>
        <p:spPr>
          <a:xfrm>
            <a:off x="9415555" y="2709430"/>
            <a:ext cx="36219" cy="11548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Editable polyline segment"/>
          <p:cNvCxnSpPr/>
          <p:nvPr/>
        </p:nvCxnSpPr>
        <p:spPr>
          <a:xfrm>
            <a:off x="9451774" y="2720978"/>
            <a:ext cx="34469" cy="14348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Editable polyline segment"/>
          <p:cNvCxnSpPr/>
          <p:nvPr/>
        </p:nvCxnSpPr>
        <p:spPr>
          <a:xfrm>
            <a:off x="9486243" y="2735326"/>
            <a:ext cx="32720" cy="17147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Editable polyline segment"/>
          <p:cNvCxnSpPr/>
          <p:nvPr/>
        </p:nvCxnSpPr>
        <p:spPr>
          <a:xfrm>
            <a:off x="9518963" y="2752473"/>
            <a:ext cx="30970" cy="19947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Editable polyline segment"/>
          <p:cNvCxnSpPr/>
          <p:nvPr/>
        </p:nvCxnSpPr>
        <p:spPr>
          <a:xfrm>
            <a:off x="9549933" y="2772420"/>
            <a:ext cx="29220" cy="22746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Editable polyline segment"/>
          <p:cNvCxnSpPr/>
          <p:nvPr/>
        </p:nvCxnSpPr>
        <p:spPr>
          <a:xfrm>
            <a:off x="9579153" y="2795166"/>
            <a:ext cx="27471" cy="25546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Editable polyline segment"/>
          <p:cNvCxnSpPr/>
          <p:nvPr/>
        </p:nvCxnSpPr>
        <p:spPr>
          <a:xfrm>
            <a:off x="9606624" y="2820712"/>
            <a:ext cx="25720" cy="28345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Editable polyline segment"/>
          <p:cNvCxnSpPr/>
          <p:nvPr/>
        </p:nvCxnSpPr>
        <p:spPr>
          <a:xfrm>
            <a:off x="9632344" y="2849057"/>
            <a:ext cx="23971" cy="31145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Editable polyline segment"/>
          <p:cNvCxnSpPr/>
          <p:nvPr/>
        </p:nvCxnSpPr>
        <p:spPr>
          <a:xfrm>
            <a:off x="9656315" y="2880202"/>
            <a:ext cx="22222" cy="33944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Editable polyline segment"/>
          <p:cNvCxnSpPr/>
          <p:nvPr/>
        </p:nvCxnSpPr>
        <p:spPr>
          <a:xfrm>
            <a:off x="9678537" y="2914146"/>
            <a:ext cx="20471" cy="36744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Editable polyline segment"/>
          <p:cNvCxnSpPr/>
          <p:nvPr/>
        </p:nvCxnSpPr>
        <p:spPr>
          <a:xfrm>
            <a:off x="9699008" y="2950890"/>
            <a:ext cx="18722" cy="39544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Editable polyline segment"/>
          <p:cNvCxnSpPr/>
          <p:nvPr/>
        </p:nvCxnSpPr>
        <p:spPr>
          <a:xfrm>
            <a:off x="9717730" y="2990434"/>
            <a:ext cx="16973" cy="42343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Editable polyline segment"/>
          <p:cNvCxnSpPr/>
          <p:nvPr/>
        </p:nvCxnSpPr>
        <p:spPr>
          <a:xfrm>
            <a:off x="9734703" y="3032777"/>
            <a:ext cx="15222" cy="45143"/>
          </a:xfrm>
          <a:prstGeom prst="line">
            <a:avLst/>
          </a:prstGeom>
          <a:ln w="18896">
            <a:solidFill>
              <a:srgbClr val="4B9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Editable polyline segment"/>
          <p:cNvCxnSpPr/>
          <p:nvPr/>
        </p:nvCxnSpPr>
        <p:spPr>
          <a:xfrm>
            <a:off x="9749925" y="3077920"/>
            <a:ext cx="13473" cy="47942"/>
          </a:xfrm>
          <a:prstGeom prst="line">
            <a:avLst/>
          </a:prstGeom>
          <a:ln w="18896">
            <a:solidFill>
              <a:srgbClr val="4B98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Editable rectangle"/>
          <p:cNvSpPr/>
          <p:nvPr/>
        </p:nvSpPr>
        <p:spPr>
          <a:xfrm>
            <a:off x="9944493" y="755876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Editable ellipse"/>
          <p:cNvSpPr/>
          <p:nvPr/>
        </p:nvSpPr>
        <p:spPr>
          <a:xfrm>
            <a:off x="9982602" y="782552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5" name="Editable polyline segment"/>
          <p:cNvCxnSpPr/>
          <p:nvPr/>
        </p:nvCxnSpPr>
        <p:spPr>
          <a:xfrm flipV="1">
            <a:off x="9988318" y="992316"/>
            <a:ext cx="28128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Editable polyline segment"/>
          <p:cNvCxnSpPr/>
          <p:nvPr/>
        </p:nvCxnSpPr>
        <p:spPr>
          <a:xfrm flipV="1">
            <a:off x="10016446" y="982784"/>
            <a:ext cx="28127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Editable polyline segment"/>
          <p:cNvCxnSpPr/>
          <p:nvPr/>
        </p:nvCxnSpPr>
        <p:spPr>
          <a:xfrm flipV="1">
            <a:off x="10044573" y="954758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Editable polyline segment"/>
          <p:cNvCxnSpPr/>
          <p:nvPr/>
        </p:nvCxnSpPr>
        <p:spPr>
          <a:xfrm flipV="1">
            <a:off x="10072701" y="900504"/>
            <a:ext cx="28127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Editable polyline segment"/>
          <p:cNvCxnSpPr/>
          <p:nvPr/>
        </p:nvCxnSpPr>
        <p:spPr>
          <a:xfrm flipV="1">
            <a:off x="10100828" y="837239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Editable polyline segment"/>
          <p:cNvCxnSpPr/>
          <p:nvPr/>
        </p:nvCxnSpPr>
        <p:spPr>
          <a:xfrm flipV="1">
            <a:off x="10128956" y="807842"/>
            <a:ext cx="28127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Editable polyline segment"/>
          <p:cNvCxnSpPr/>
          <p:nvPr/>
        </p:nvCxnSpPr>
        <p:spPr>
          <a:xfrm>
            <a:off x="10157083" y="807842"/>
            <a:ext cx="28128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Editable polyline segment"/>
          <p:cNvCxnSpPr/>
          <p:nvPr/>
        </p:nvCxnSpPr>
        <p:spPr>
          <a:xfrm>
            <a:off x="10185211" y="837239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Editable polyline segment"/>
          <p:cNvCxnSpPr/>
          <p:nvPr/>
        </p:nvCxnSpPr>
        <p:spPr>
          <a:xfrm>
            <a:off x="10213338" y="900504"/>
            <a:ext cx="28128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Editable polyline segment"/>
          <p:cNvCxnSpPr/>
          <p:nvPr/>
        </p:nvCxnSpPr>
        <p:spPr>
          <a:xfrm>
            <a:off x="10241466" y="954758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Editable polyline segment"/>
          <p:cNvCxnSpPr/>
          <p:nvPr/>
        </p:nvCxnSpPr>
        <p:spPr>
          <a:xfrm>
            <a:off x="10269593" y="982784"/>
            <a:ext cx="28128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Editable polyline segment"/>
          <p:cNvCxnSpPr/>
          <p:nvPr/>
        </p:nvCxnSpPr>
        <p:spPr>
          <a:xfrm>
            <a:off x="10297721" y="992316"/>
            <a:ext cx="28127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Editable rectangle"/>
          <p:cNvSpPr/>
          <p:nvPr/>
        </p:nvSpPr>
        <p:spPr>
          <a:xfrm>
            <a:off x="9944493" y="1141687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Editable ellipse"/>
          <p:cNvSpPr/>
          <p:nvPr/>
        </p:nvSpPr>
        <p:spPr>
          <a:xfrm>
            <a:off x="9982602" y="1168363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Editable polyline segment"/>
          <p:cNvCxnSpPr/>
          <p:nvPr/>
        </p:nvCxnSpPr>
        <p:spPr>
          <a:xfrm flipV="1">
            <a:off x="9988318" y="1378127"/>
            <a:ext cx="28128" cy="220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Editable polyline segment"/>
          <p:cNvCxnSpPr/>
          <p:nvPr/>
        </p:nvCxnSpPr>
        <p:spPr>
          <a:xfrm flipV="1">
            <a:off x="10016446" y="1368596"/>
            <a:ext cx="28127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Editable polyline segment"/>
          <p:cNvCxnSpPr/>
          <p:nvPr/>
        </p:nvCxnSpPr>
        <p:spPr>
          <a:xfrm flipV="1">
            <a:off x="10044573" y="1340570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Editable polyline segment"/>
          <p:cNvCxnSpPr/>
          <p:nvPr/>
        </p:nvCxnSpPr>
        <p:spPr>
          <a:xfrm flipV="1">
            <a:off x="10072701" y="1286316"/>
            <a:ext cx="28127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Editable polyline segment"/>
          <p:cNvCxnSpPr/>
          <p:nvPr/>
        </p:nvCxnSpPr>
        <p:spPr>
          <a:xfrm flipV="1">
            <a:off x="10100828" y="1223051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Editable polyline segment"/>
          <p:cNvCxnSpPr/>
          <p:nvPr/>
        </p:nvCxnSpPr>
        <p:spPr>
          <a:xfrm flipV="1">
            <a:off x="10128956" y="1193654"/>
            <a:ext cx="28127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Editable polyline segment"/>
          <p:cNvCxnSpPr/>
          <p:nvPr/>
        </p:nvCxnSpPr>
        <p:spPr>
          <a:xfrm>
            <a:off x="10157083" y="1193654"/>
            <a:ext cx="28128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Editable polyline segment"/>
          <p:cNvCxnSpPr/>
          <p:nvPr/>
        </p:nvCxnSpPr>
        <p:spPr>
          <a:xfrm>
            <a:off x="10185211" y="1223051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Editable polyline segment"/>
          <p:cNvCxnSpPr/>
          <p:nvPr/>
        </p:nvCxnSpPr>
        <p:spPr>
          <a:xfrm>
            <a:off x="10213338" y="1286316"/>
            <a:ext cx="28128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Editable polyline segment"/>
          <p:cNvCxnSpPr/>
          <p:nvPr/>
        </p:nvCxnSpPr>
        <p:spPr>
          <a:xfrm>
            <a:off x="10241466" y="1340570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Editable polyline segment"/>
          <p:cNvCxnSpPr/>
          <p:nvPr/>
        </p:nvCxnSpPr>
        <p:spPr>
          <a:xfrm>
            <a:off x="10269593" y="1368596"/>
            <a:ext cx="28128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Editable polyline segment"/>
          <p:cNvCxnSpPr/>
          <p:nvPr/>
        </p:nvCxnSpPr>
        <p:spPr>
          <a:xfrm>
            <a:off x="10297721" y="1378127"/>
            <a:ext cx="28127" cy="220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Editable rectangle"/>
          <p:cNvSpPr/>
          <p:nvPr/>
        </p:nvSpPr>
        <p:spPr>
          <a:xfrm>
            <a:off x="9944493" y="1527499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Editable ellipse"/>
          <p:cNvSpPr/>
          <p:nvPr/>
        </p:nvSpPr>
        <p:spPr>
          <a:xfrm>
            <a:off x="9982602" y="1554175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Editable polyline segment"/>
          <p:cNvCxnSpPr/>
          <p:nvPr/>
        </p:nvCxnSpPr>
        <p:spPr>
          <a:xfrm flipV="1">
            <a:off x="9988318" y="1763939"/>
            <a:ext cx="28128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Editable polyline segment"/>
          <p:cNvCxnSpPr/>
          <p:nvPr/>
        </p:nvCxnSpPr>
        <p:spPr>
          <a:xfrm flipV="1">
            <a:off x="10016446" y="1754407"/>
            <a:ext cx="28127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Editable polyline segment"/>
          <p:cNvCxnSpPr/>
          <p:nvPr/>
        </p:nvCxnSpPr>
        <p:spPr>
          <a:xfrm flipV="1">
            <a:off x="10044573" y="1726381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Editable polyline segment"/>
          <p:cNvCxnSpPr/>
          <p:nvPr/>
        </p:nvCxnSpPr>
        <p:spPr>
          <a:xfrm flipV="1">
            <a:off x="10072701" y="1672128"/>
            <a:ext cx="28127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Editable polyline segment"/>
          <p:cNvCxnSpPr/>
          <p:nvPr/>
        </p:nvCxnSpPr>
        <p:spPr>
          <a:xfrm flipV="1">
            <a:off x="10100828" y="1608863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Editable polyline segment"/>
          <p:cNvCxnSpPr/>
          <p:nvPr/>
        </p:nvCxnSpPr>
        <p:spPr>
          <a:xfrm flipV="1">
            <a:off x="10128956" y="1579465"/>
            <a:ext cx="28127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Editable polyline segment"/>
          <p:cNvCxnSpPr/>
          <p:nvPr/>
        </p:nvCxnSpPr>
        <p:spPr>
          <a:xfrm>
            <a:off x="10157083" y="1579465"/>
            <a:ext cx="28128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Editable polyline segment"/>
          <p:cNvCxnSpPr/>
          <p:nvPr/>
        </p:nvCxnSpPr>
        <p:spPr>
          <a:xfrm>
            <a:off x="10185211" y="1608863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Editable polyline segment"/>
          <p:cNvCxnSpPr/>
          <p:nvPr/>
        </p:nvCxnSpPr>
        <p:spPr>
          <a:xfrm>
            <a:off x="10213338" y="1672128"/>
            <a:ext cx="28128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Editable polyline segment"/>
          <p:cNvCxnSpPr/>
          <p:nvPr/>
        </p:nvCxnSpPr>
        <p:spPr>
          <a:xfrm>
            <a:off x="10241466" y="1726381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Editable polyline segment"/>
          <p:cNvCxnSpPr/>
          <p:nvPr/>
        </p:nvCxnSpPr>
        <p:spPr>
          <a:xfrm>
            <a:off x="10269593" y="1754407"/>
            <a:ext cx="28128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Editable polyline segment"/>
          <p:cNvCxnSpPr/>
          <p:nvPr/>
        </p:nvCxnSpPr>
        <p:spPr>
          <a:xfrm>
            <a:off x="10297721" y="1763939"/>
            <a:ext cx="28127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Editable rectangle"/>
          <p:cNvSpPr/>
          <p:nvPr/>
        </p:nvSpPr>
        <p:spPr>
          <a:xfrm>
            <a:off x="9944493" y="1913311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Editable ellipse"/>
          <p:cNvSpPr/>
          <p:nvPr/>
        </p:nvSpPr>
        <p:spPr>
          <a:xfrm>
            <a:off x="9982602" y="1939987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Editable polyline segment"/>
          <p:cNvCxnSpPr/>
          <p:nvPr/>
        </p:nvCxnSpPr>
        <p:spPr>
          <a:xfrm flipV="1">
            <a:off x="9988318" y="2149751"/>
            <a:ext cx="28128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Editable polyline segment"/>
          <p:cNvCxnSpPr/>
          <p:nvPr/>
        </p:nvCxnSpPr>
        <p:spPr>
          <a:xfrm flipV="1">
            <a:off x="10016446" y="2140219"/>
            <a:ext cx="28127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Editable polyline segment"/>
          <p:cNvCxnSpPr/>
          <p:nvPr/>
        </p:nvCxnSpPr>
        <p:spPr>
          <a:xfrm flipV="1">
            <a:off x="10044573" y="2112193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Editable polyline segment"/>
          <p:cNvCxnSpPr/>
          <p:nvPr/>
        </p:nvCxnSpPr>
        <p:spPr>
          <a:xfrm flipV="1">
            <a:off x="10072701" y="2057939"/>
            <a:ext cx="28127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Editable polyline segment"/>
          <p:cNvCxnSpPr/>
          <p:nvPr/>
        </p:nvCxnSpPr>
        <p:spPr>
          <a:xfrm flipV="1">
            <a:off x="10100828" y="1994675"/>
            <a:ext cx="28128" cy="6326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Editable polyline segment"/>
          <p:cNvCxnSpPr/>
          <p:nvPr/>
        </p:nvCxnSpPr>
        <p:spPr>
          <a:xfrm flipV="1">
            <a:off x="10128956" y="1965277"/>
            <a:ext cx="28127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Editable polyline segment"/>
          <p:cNvCxnSpPr/>
          <p:nvPr/>
        </p:nvCxnSpPr>
        <p:spPr>
          <a:xfrm>
            <a:off x="10157083" y="1965277"/>
            <a:ext cx="28128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Editable polyline segment"/>
          <p:cNvCxnSpPr/>
          <p:nvPr/>
        </p:nvCxnSpPr>
        <p:spPr>
          <a:xfrm>
            <a:off x="10185211" y="1994675"/>
            <a:ext cx="28127" cy="6326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Editable polyline segment"/>
          <p:cNvCxnSpPr/>
          <p:nvPr/>
        </p:nvCxnSpPr>
        <p:spPr>
          <a:xfrm>
            <a:off x="10213338" y="2057939"/>
            <a:ext cx="28128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Editable polyline segment"/>
          <p:cNvCxnSpPr/>
          <p:nvPr/>
        </p:nvCxnSpPr>
        <p:spPr>
          <a:xfrm>
            <a:off x="10241466" y="2112193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Editable polyline segment"/>
          <p:cNvCxnSpPr/>
          <p:nvPr/>
        </p:nvCxnSpPr>
        <p:spPr>
          <a:xfrm>
            <a:off x="10269593" y="2140219"/>
            <a:ext cx="28128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Editable polyline segment"/>
          <p:cNvCxnSpPr/>
          <p:nvPr/>
        </p:nvCxnSpPr>
        <p:spPr>
          <a:xfrm>
            <a:off x="10297721" y="2149751"/>
            <a:ext cx="28127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Editable rectangle"/>
          <p:cNvSpPr/>
          <p:nvPr/>
        </p:nvSpPr>
        <p:spPr>
          <a:xfrm>
            <a:off x="9944493" y="2299122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Editable ellipse"/>
          <p:cNvSpPr/>
          <p:nvPr/>
        </p:nvSpPr>
        <p:spPr>
          <a:xfrm>
            <a:off x="9982602" y="2325798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1" name="Editable polyline segment"/>
          <p:cNvCxnSpPr/>
          <p:nvPr/>
        </p:nvCxnSpPr>
        <p:spPr>
          <a:xfrm flipV="1">
            <a:off x="9988318" y="2535562"/>
            <a:ext cx="28128" cy="220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Editable polyline segment"/>
          <p:cNvCxnSpPr/>
          <p:nvPr/>
        </p:nvCxnSpPr>
        <p:spPr>
          <a:xfrm flipV="1">
            <a:off x="10016446" y="2526031"/>
            <a:ext cx="28127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Editable polyline segment"/>
          <p:cNvCxnSpPr/>
          <p:nvPr/>
        </p:nvCxnSpPr>
        <p:spPr>
          <a:xfrm flipV="1">
            <a:off x="10044573" y="2498005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Editable polyline segment"/>
          <p:cNvCxnSpPr/>
          <p:nvPr/>
        </p:nvCxnSpPr>
        <p:spPr>
          <a:xfrm flipV="1">
            <a:off x="10072701" y="2443751"/>
            <a:ext cx="28127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Editable polyline segment"/>
          <p:cNvCxnSpPr/>
          <p:nvPr/>
        </p:nvCxnSpPr>
        <p:spPr>
          <a:xfrm flipV="1">
            <a:off x="10100828" y="2380486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Editable polyline segment"/>
          <p:cNvCxnSpPr/>
          <p:nvPr/>
        </p:nvCxnSpPr>
        <p:spPr>
          <a:xfrm flipV="1">
            <a:off x="10128956" y="2351089"/>
            <a:ext cx="28127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Editable polyline segment"/>
          <p:cNvCxnSpPr/>
          <p:nvPr/>
        </p:nvCxnSpPr>
        <p:spPr>
          <a:xfrm>
            <a:off x="10157083" y="2351089"/>
            <a:ext cx="28128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Editable polyline segment"/>
          <p:cNvCxnSpPr/>
          <p:nvPr/>
        </p:nvCxnSpPr>
        <p:spPr>
          <a:xfrm>
            <a:off x="10185211" y="2380486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Editable polyline segment"/>
          <p:cNvCxnSpPr/>
          <p:nvPr/>
        </p:nvCxnSpPr>
        <p:spPr>
          <a:xfrm>
            <a:off x="10213338" y="2443751"/>
            <a:ext cx="28128" cy="5425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Editable polyline segment"/>
          <p:cNvCxnSpPr/>
          <p:nvPr/>
        </p:nvCxnSpPr>
        <p:spPr>
          <a:xfrm>
            <a:off x="10241466" y="2498005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Editable polyline segment"/>
          <p:cNvCxnSpPr/>
          <p:nvPr/>
        </p:nvCxnSpPr>
        <p:spPr>
          <a:xfrm>
            <a:off x="10269593" y="2526031"/>
            <a:ext cx="28128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Editable polyline segment"/>
          <p:cNvCxnSpPr/>
          <p:nvPr/>
        </p:nvCxnSpPr>
        <p:spPr>
          <a:xfrm>
            <a:off x="10297721" y="2535562"/>
            <a:ext cx="28127" cy="220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Editable rectangle"/>
          <p:cNvSpPr/>
          <p:nvPr/>
        </p:nvSpPr>
        <p:spPr>
          <a:xfrm>
            <a:off x="9944493" y="2684934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Editable ellipse"/>
          <p:cNvSpPr/>
          <p:nvPr/>
        </p:nvSpPr>
        <p:spPr>
          <a:xfrm>
            <a:off x="9982602" y="2711610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Editable polyline segment"/>
          <p:cNvCxnSpPr/>
          <p:nvPr/>
        </p:nvCxnSpPr>
        <p:spPr>
          <a:xfrm flipV="1">
            <a:off x="9988318" y="2921374"/>
            <a:ext cx="28128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Editable polyline segment"/>
          <p:cNvCxnSpPr/>
          <p:nvPr/>
        </p:nvCxnSpPr>
        <p:spPr>
          <a:xfrm flipV="1">
            <a:off x="10016446" y="2911843"/>
            <a:ext cx="28127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Editable polyline segment"/>
          <p:cNvCxnSpPr/>
          <p:nvPr/>
        </p:nvCxnSpPr>
        <p:spPr>
          <a:xfrm flipV="1">
            <a:off x="10044573" y="2883816"/>
            <a:ext cx="28128" cy="2802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Editable polyline segment"/>
          <p:cNvCxnSpPr/>
          <p:nvPr/>
        </p:nvCxnSpPr>
        <p:spPr>
          <a:xfrm flipV="1">
            <a:off x="10072701" y="2829563"/>
            <a:ext cx="28127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Editable polyline segment"/>
          <p:cNvCxnSpPr/>
          <p:nvPr/>
        </p:nvCxnSpPr>
        <p:spPr>
          <a:xfrm flipV="1">
            <a:off x="10100828" y="2766298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Editable polyline segment"/>
          <p:cNvCxnSpPr/>
          <p:nvPr/>
        </p:nvCxnSpPr>
        <p:spPr>
          <a:xfrm flipV="1">
            <a:off x="10128956" y="2736901"/>
            <a:ext cx="28127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Editable polyline segment"/>
          <p:cNvCxnSpPr/>
          <p:nvPr/>
        </p:nvCxnSpPr>
        <p:spPr>
          <a:xfrm>
            <a:off x="10157083" y="2736901"/>
            <a:ext cx="28128" cy="2939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Editable polyline segment"/>
          <p:cNvCxnSpPr/>
          <p:nvPr/>
        </p:nvCxnSpPr>
        <p:spPr>
          <a:xfrm>
            <a:off x="10185211" y="2766298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Editable polyline segment"/>
          <p:cNvCxnSpPr/>
          <p:nvPr/>
        </p:nvCxnSpPr>
        <p:spPr>
          <a:xfrm>
            <a:off x="10213338" y="2829563"/>
            <a:ext cx="28128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Editable polyline segment"/>
          <p:cNvCxnSpPr/>
          <p:nvPr/>
        </p:nvCxnSpPr>
        <p:spPr>
          <a:xfrm>
            <a:off x="10241466" y="2883816"/>
            <a:ext cx="28127" cy="28027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Editable polyline segment"/>
          <p:cNvCxnSpPr/>
          <p:nvPr/>
        </p:nvCxnSpPr>
        <p:spPr>
          <a:xfrm>
            <a:off x="10269593" y="2911843"/>
            <a:ext cx="28128" cy="953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Editable polyline segment"/>
          <p:cNvCxnSpPr/>
          <p:nvPr/>
        </p:nvCxnSpPr>
        <p:spPr>
          <a:xfrm>
            <a:off x="10297721" y="2921374"/>
            <a:ext cx="28127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Editable rectangle"/>
          <p:cNvSpPr/>
          <p:nvPr/>
        </p:nvSpPr>
        <p:spPr>
          <a:xfrm>
            <a:off x="9944493" y="3070746"/>
            <a:ext cx="425180" cy="346443"/>
          </a:xfrm>
          <a:prstGeom prst="rect">
            <a:avLst/>
          </a:prstGeom>
          <a:solidFill>
            <a:srgbClr val="FFFFFF"/>
          </a:solidFill>
          <a:ln w="6298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Editable ellipse"/>
          <p:cNvSpPr/>
          <p:nvPr/>
        </p:nvSpPr>
        <p:spPr>
          <a:xfrm>
            <a:off x="9982602" y="3097422"/>
            <a:ext cx="348962" cy="294996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Editable polyline segment"/>
          <p:cNvCxnSpPr/>
          <p:nvPr/>
        </p:nvCxnSpPr>
        <p:spPr>
          <a:xfrm flipV="1">
            <a:off x="9988318" y="3307186"/>
            <a:ext cx="28128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Editable polyline segment"/>
          <p:cNvCxnSpPr/>
          <p:nvPr/>
        </p:nvCxnSpPr>
        <p:spPr>
          <a:xfrm flipV="1">
            <a:off x="10016446" y="3297654"/>
            <a:ext cx="28127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Editable polyline segment"/>
          <p:cNvCxnSpPr/>
          <p:nvPr/>
        </p:nvCxnSpPr>
        <p:spPr>
          <a:xfrm flipV="1">
            <a:off x="10044573" y="3269628"/>
            <a:ext cx="28128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Editable polyline segment"/>
          <p:cNvCxnSpPr/>
          <p:nvPr/>
        </p:nvCxnSpPr>
        <p:spPr>
          <a:xfrm flipV="1">
            <a:off x="10072701" y="3215375"/>
            <a:ext cx="28127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Editable polyline segment"/>
          <p:cNvCxnSpPr/>
          <p:nvPr/>
        </p:nvCxnSpPr>
        <p:spPr>
          <a:xfrm flipV="1">
            <a:off x="10100828" y="3152110"/>
            <a:ext cx="28128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Editable polyline segment"/>
          <p:cNvCxnSpPr/>
          <p:nvPr/>
        </p:nvCxnSpPr>
        <p:spPr>
          <a:xfrm flipV="1">
            <a:off x="10128956" y="3122712"/>
            <a:ext cx="28127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Editable polyline segment"/>
          <p:cNvCxnSpPr/>
          <p:nvPr/>
        </p:nvCxnSpPr>
        <p:spPr>
          <a:xfrm>
            <a:off x="10157083" y="3122712"/>
            <a:ext cx="28128" cy="2939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Editable polyline segment"/>
          <p:cNvCxnSpPr/>
          <p:nvPr/>
        </p:nvCxnSpPr>
        <p:spPr>
          <a:xfrm>
            <a:off x="10185211" y="3152110"/>
            <a:ext cx="28127" cy="63265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Editable polyline segment"/>
          <p:cNvCxnSpPr/>
          <p:nvPr/>
        </p:nvCxnSpPr>
        <p:spPr>
          <a:xfrm>
            <a:off x="10213338" y="3215375"/>
            <a:ext cx="28128" cy="54253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Editable polyline segment"/>
          <p:cNvCxnSpPr/>
          <p:nvPr/>
        </p:nvCxnSpPr>
        <p:spPr>
          <a:xfrm>
            <a:off x="10241466" y="3269628"/>
            <a:ext cx="28127" cy="28026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Editable polyline segment"/>
          <p:cNvCxnSpPr/>
          <p:nvPr/>
        </p:nvCxnSpPr>
        <p:spPr>
          <a:xfrm>
            <a:off x="10269593" y="3297654"/>
            <a:ext cx="28128" cy="953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Editable polyline segment"/>
          <p:cNvCxnSpPr/>
          <p:nvPr/>
        </p:nvCxnSpPr>
        <p:spPr>
          <a:xfrm>
            <a:off x="10297721" y="3307186"/>
            <a:ext cx="28127" cy="220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Editable rectangle"/>
          <p:cNvSpPr/>
          <p:nvPr/>
        </p:nvSpPr>
        <p:spPr>
          <a:xfrm>
            <a:off x="10779106" y="740128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Editable text"/>
          <p:cNvSpPr txBox="1"/>
          <p:nvPr/>
        </p:nvSpPr>
        <p:spPr>
          <a:xfrm>
            <a:off x="10814538" y="748002"/>
            <a:ext cx="157474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593" name="Editable text"/>
          <p:cNvSpPr txBox="1"/>
          <p:nvPr/>
        </p:nvSpPr>
        <p:spPr>
          <a:xfrm>
            <a:off x="10964138" y="895083"/>
            <a:ext cx="94484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594" name="Editable text"/>
          <p:cNvSpPr txBox="1"/>
          <p:nvPr/>
        </p:nvSpPr>
        <p:spPr>
          <a:xfrm>
            <a:off x="11050749" y="748002"/>
            <a:ext cx="20471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595" name="Editable text"/>
          <p:cNvSpPr txBox="1"/>
          <p:nvPr/>
        </p:nvSpPr>
        <p:spPr>
          <a:xfrm>
            <a:off x="11306645" y="732254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596" name="Editable rectangle"/>
          <p:cNvSpPr/>
          <p:nvPr/>
        </p:nvSpPr>
        <p:spPr>
          <a:xfrm>
            <a:off x="11629467" y="740128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7" name="Editable connector"/>
          <p:cNvCxnSpPr/>
          <p:nvPr/>
        </p:nvCxnSpPr>
        <p:spPr>
          <a:xfrm flipV="1">
            <a:off x="11629467" y="740128"/>
            <a:ext cx="86611" cy="866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Editable connector"/>
          <p:cNvCxnSpPr/>
          <p:nvPr/>
        </p:nvCxnSpPr>
        <p:spPr>
          <a:xfrm flipV="1">
            <a:off x="11629467" y="740128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Editable connector"/>
          <p:cNvCxnSpPr/>
          <p:nvPr/>
        </p:nvCxnSpPr>
        <p:spPr>
          <a:xfrm flipV="1">
            <a:off x="11629467" y="740128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Editable connector"/>
          <p:cNvCxnSpPr/>
          <p:nvPr/>
        </p:nvCxnSpPr>
        <p:spPr>
          <a:xfrm flipH="1">
            <a:off x="11700330" y="740128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Editable connector"/>
          <p:cNvCxnSpPr/>
          <p:nvPr/>
        </p:nvCxnSpPr>
        <p:spPr>
          <a:xfrm flipH="1">
            <a:off x="11802688" y="740128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Editable connector"/>
          <p:cNvCxnSpPr/>
          <p:nvPr/>
        </p:nvCxnSpPr>
        <p:spPr>
          <a:xfrm flipH="1">
            <a:off x="11905047" y="826739"/>
            <a:ext cx="236211" cy="2362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Editable rectangle"/>
          <p:cNvSpPr/>
          <p:nvPr/>
        </p:nvSpPr>
        <p:spPr>
          <a:xfrm>
            <a:off x="10779106" y="1181056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Editable text"/>
          <p:cNvSpPr txBox="1"/>
          <p:nvPr/>
        </p:nvSpPr>
        <p:spPr>
          <a:xfrm>
            <a:off x="10814538" y="1188929"/>
            <a:ext cx="157474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05" name="Editable text"/>
          <p:cNvSpPr txBox="1"/>
          <p:nvPr/>
        </p:nvSpPr>
        <p:spPr>
          <a:xfrm>
            <a:off x="10964138" y="1336010"/>
            <a:ext cx="94484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606" name="Editable text"/>
          <p:cNvSpPr txBox="1"/>
          <p:nvPr/>
        </p:nvSpPr>
        <p:spPr>
          <a:xfrm>
            <a:off x="11050749" y="1188929"/>
            <a:ext cx="20471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07" name="Editable text"/>
          <p:cNvSpPr txBox="1"/>
          <p:nvPr/>
        </p:nvSpPr>
        <p:spPr>
          <a:xfrm>
            <a:off x="11306645" y="1173182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08" name="Editable rectangle"/>
          <p:cNvSpPr/>
          <p:nvPr/>
        </p:nvSpPr>
        <p:spPr>
          <a:xfrm>
            <a:off x="11629467" y="1181056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9" name="Editable connector"/>
          <p:cNvCxnSpPr/>
          <p:nvPr/>
        </p:nvCxnSpPr>
        <p:spPr>
          <a:xfrm flipV="1">
            <a:off x="11629467" y="1181056"/>
            <a:ext cx="86611" cy="866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Editable connector"/>
          <p:cNvCxnSpPr/>
          <p:nvPr/>
        </p:nvCxnSpPr>
        <p:spPr>
          <a:xfrm flipV="1">
            <a:off x="11629467" y="1181056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Editable connector"/>
          <p:cNvCxnSpPr/>
          <p:nvPr/>
        </p:nvCxnSpPr>
        <p:spPr>
          <a:xfrm flipV="1">
            <a:off x="11629467" y="1181056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Editable connector"/>
          <p:cNvCxnSpPr/>
          <p:nvPr/>
        </p:nvCxnSpPr>
        <p:spPr>
          <a:xfrm flipH="1">
            <a:off x="11700330" y="1181056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Editable connector"/>
          <p:cNvCxnSpPr/>
          <p:nvPr/>
        </p:nvCxnSpPr>
        <p:spPr>
          <a:xfrm flipH="1">
            <a:off x="11802688" y="1181056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Editable connector"/>
          <p:cNvCxnSpPr/>
          <p:nvPr/>
        </p:nvCxnSpPr>
        <p:spPr>
          <a:xfrm flipH="1">
            <a:off x="11905047" y="1267667"/>
            <a:ext cx="236211" cy="2362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Editable rectangle"/>
          <p:cNvSpPr/>
          <p:nvPr/>
        </p:nvSpPr>
        <p:spPr>
          <a:xfrm>
            <a:off x="10779106" y="1629857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Editable text"/>
          <p:cNvSpPr txBox="1"/>
          <p:nvPr/>
        </p:nvSpPr>
        <p:spPr>
          <a:xfrm>
            <a:off x="10814538" y="1637731"/>
            <a:ext cx="157474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17" name="Editable text"/>
          <p:cNvSpPr txBox="1"/>
          <p:nvPr/>
        </p:nvSpPr>
        <p:spPr>
          <a:xfrm>
            <a:off x="10964138" y="1784812"/>
            <a:ext cx="94484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618" name="Editable text"/>
          <p:cNvSpPr txBox="1"/>
          <p:nvPr/>
        </p:nvSpPr>
        <p:spPr>
          <a:xfrm>
            <a:off x="11050749" y="1637731"/>
            <a:ext cx="20471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19" name="Editable text"/>
          <p:cNvSpPr txBox="1"/>
          <p:nvPr/>
        </p:nvSpPr>
        <p:spPr>
          <a:xfrm>
            <a:off x="11306645" y="1621983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20" name="Editable rectangle"/>
          <p:cNvSpPr/>
          <p:nvPr/>
        </p:nvSpPr>
        <p:spPr>
          <a:xfrm>
            <a:off x="11629467" y="1629857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1" name="Editable connector"/>
          <p:cNvCxnSpPr/>
          <p:nvPr/>
        </p:nvCxnSpPr>
        <p:spPr>
          <a:xfrm flipV="1">
            <a:off x="11629467" y="1629857"/>
            <a:ext cx="86611" cy="866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Editable connector"/>
          <p:cNvCxnSpPr/>
          <p:nvPr/>
        </p:nvCxnSpPr>
        <p:spPr>
          <a:xfrm flipV="1">
            <a:off x="11629467" y="1629857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Editable connector"/>
          <p:cNvCxnSpPr/>
          <p:nvPr/>
        </p:nvCxnSpPr>
        <p:spPr>
          <a:xfrm flipV="1">
            <a:off x="11629467" y="1629857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Editable connector"/>
          <p:cNvCxnSpPr/>
          <p:nvPr/>
        </p:nvCxnSpPr>
        <p:spPr>
          <a:xfrm flipH="1">
            <a:off x="11700330" y="1629857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Editable connector"/>
          <p:cNvCxnSpPr/>
          <p:nvPr/>
        </p:nvCxnSpPr>
        <p:spPr>
          <a:xfrm flipH="1">
            <a:off x="11802688" y="1629857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Editable connector"/>
          <p:cNvCxnSpPr/>
          <p:nvPr/>
        </p:nvCxnSpPr>
        <p:spPr>
          <a:xfrm flipH="1">
            <a:off x="11905047" y="1716468"/>
            <a:ext cx="236211" cy="2362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Editable rectangle"/>
          <p:cNvSpPr/>
          <p:nvPr/>
        </p:nvSpPr>
        <p:spPr>
          <a:xfrm>
            <a:off x="10779106" y="2102280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Editable text"/>
          <p:cNvSpPr txBox="1"/>
          <p:nvPr/>
        </p:nvSpPr>
        <p:spPr>
          <a:xfrm>
            <a:off x="10814538" y="2110153"/>
            <a:ext cx="157474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29" name="Editable text"/>
          <p:cNvSpPr txBox="1"/>
          <p:nvPr/>
        </p:nvSpPr>
        <p:spPr>
          <a:xfrm>
            <a:off x="10964138" y="2257234"/>
            <a:ext cx="94484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30" name="Editable text"/>
          <p:cNvSpPr txBox="1"/>
          <p:nvPr/>
        </p:nvSpPr>
        <p:spPr>
          <a:xfrm>
            <a:off x="11050749" y="2110153"/>
            <a:ext cx="20471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31" name="Editable text"/>
          <p:cNvSpPr txBox="1"/>
          <p:nvPr/>
        </p:nvSpPr>
        <p:spPr>
          <a:xfrm>
            <a:off x="11306645" y="2094406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32" name="Editable rectangle"/>
          <p:cNvSpPr/>
          <p:nvPr/>
        </p:nvSpPr>
        <p:spPr>
          <a:xfrm>
            <a:off x="11629467" y="2102280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3" name="Editable connector"/>
          <p:cNvCxnSpPr/>
          <p:nvPr/>
        </p:nvCxnSpPr>
        <p:spPr>
          <a:xfrm flipV="1">
            <a:off x="11629467" y="2102280"/>
            <a:ext cx="86611" cy="8661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Editable connector"/>
          <p:cNvCxnSpPr/>
          <p:nvPr/>
        </p:nvCxnSpPr>
        <p:spPr>
          <a:xfrm flipV="1">
            <a:off x="11629467" y="2102280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Editable connector"/>
          <p:cNvCxnSpPr/>
          <p:nvPr/>
        </p:nvCxnSpPr>
        <p:spPr>
          <a:xfrm flipV="1">
            <a:off x="11629467" y="2102280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Editable connector"/>
          <p:cNvCxnSpPr/>
          <p:nvPr/>
        </p:nvCxnSpPr>
        <p:spPr>
          <a:xfrm flipH="1">
            <a:off x="11700330" y="2102280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Editable connector"/>
          <p:cNvCxnSpPr/>
          <p:nvPr/>
        </p:nvCxnSpPr>
        <p:spPr>
          <a:xfrm flipH="1">
            <a:off x="11802688" y="2102280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Editable connector"/>
          <p:cNvCxnSpPr/>
          <p:nvPr/>
        </p:nvCxnSpPr>
        <p:spPr>
          <a:xfrm flipH="1">
            <a:off x="11905047" y="2188890"/>
            <a:ext cx="236211" cy="23621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Editable rectangle"/>
          <p:cNvSpPr/>
          <p:nvPr/>
        </p:nvSpPr>
        <p:spPr>
          <a:xfrm>
            <a:off x="10779106" y="2692808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Editable text"/>
          <p:cNvSpPr txBox="1"/>
          <p:nvPr/>
        </p:nvSpPr>
        <p:spPr>
          <a:xfrm>
            <a:off x="10779106" y="2700681"/>
            <a:ext cx="14172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41" name="Editable text"/>
          <p:cNvSpPr txBox="1"/>
          <p:nvPr/>
        </p:nvSpPr>
        <p:spPr>
          <a:xfrm>
            <a:off x="10912959" y="2847762"/>
            <a:ext cx="188969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n-1</a:t>
            </a:r>
          </a:p>
        </p:txBody>
      </p:sp>
      <p:sp>
        <p:nvSpPr>
          <p:cNvPr id="642" name="Editable text"/>
          <p:cNvSpPr txBox="1"/>
          <p:nvPr/>
        </p:nvSpPr>
        <p:spPr>
          <a:xfrm>
            <a:off x="11094055" y="2700681"/>
            <a:ext cx="196842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43" name="Editable text"/>
          <p:cNvSpPr txBox="1"/>
          <p:nvPr/>
        </p:nvSpPr>
        <p:spPr>
          <a:xfrm>
            <a:off x="11306645" y="2684934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44" name="Editable rectangle"/>
          <p:cNvSpPr/>
          <p:nvPr/>
        </p:nvSpPr>
        <p:spPr>
          <a:xfrm>
            <a:off x="11629467" y="2692808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Editable connector"/>
          <p:cNvCxnSpPr/>
          <p:nvPr/>
        </p:nvCxnSpPr>
        <p:spPr>
          <a:xfrm flipV="1">
            <a:off x="11629467" y="2692808"/>
            <a:ext cx="86611" cy="866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Editable connector"/>
          <p:cNvCxnSpPr/>
          <p:nvPr/>
        </p:nvCxnSpPr>
        <p:spPr>
          <a:xfrm flipV="1">
            <a:off x="11629467" y="2692808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Editable connector"/>
          <p:cNvCxnSpPr/>
          <p:nvPr/>
        </p:nvCxnSpPr>
        <p:spPr>
          <a:xfrm flipV="1">
            <a:off x="11629467" y="2692808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Editable connector"/>
          <p:cNvCxnSpPr/>
          <p:nvPr/>
        </p:nvCxnSpPr>
        <p:spPr>
          <a:xfrm flipH="1">
            <a:off x="11700330" y="2692808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Editable connector"/>
          <p:cNvCxnSpPr/>
          <p:nvPr/>
        </p:nvCxnSpPr>
        <p:spPr>
          <a:xfrm flipH="1">
            <a:off x="11802688" y="2692808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Editable connector"/>
          <p:cNvCxnSpPr/>
          <p:nvPr/>
        </p:nvCxnSpPr>
        <p:spPr>
          <a:xfrm flipH="1">
            <a:off x="11905047" y="2779419"/>
            <a:ext cx="236211" cy="2362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Editable rectangle"/>
          <p:cNvSpPr/>
          <p:nvPr/>
        </p:nvSpPr>
        <p:spPr>
          <a:xfrm>
            <a:off x="10779106" y="3125862"/>
            <a:ext cx="511791" cy="322822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Editable text"/>
          <p:cNvSpPr txBox="1"/>
          <p:nvPr/>
        </p:nvSpPr>
        <p:spPr>
          <a:xfrm>
            <a:off x="10806664" y="3133735"/>
            <a:ext cx="157474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53" name="Editable text"/>
          <p:cNvSpPr txBox="1"/>
          <p:nvPr/>
        </p:nvSpPr>
        <p:spPr>
          <a:xfrm>
            <a:off x="10956265" y="3280816"/>
            <a:ext cx="110231" cy="109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n</a:t>
            </a:r>
          </a:p>
        </p:txBody>
      </p:sp>
      <p:sp>
        <p:nvSpPr>
          <p:cNvPr id="654" name="Editable text"/>
          <p:cNvSpPr txBox="1"/>
          <p:nvPr/>
        </p:nvSpPr>
        <p:spPr>
          <a:xfrm>
            <a:off x="11058623" y="3133735"/>
            <a:ext cx="204716" cy="3070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55" name="Editable text"/>
          <p:cNvSpPr txBox="1"/>
          <p:nvPr/>
        </p:nvSpPr>
        <p:spPr>
          <a:xfrm>
            <a:off x="11306645" y="3117988"/>
            <a:ext cx="299200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56" name="Editable rectangle"/>
          <p:cNvSpPr/>
          <p:nvPr/>
        </p:nvSpPr>
        <p:spPr>
          <a:xfrm>
            <a:off x="11629467" y="3125862"/>
            <a:ext cx="511791" cy="322822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Editable connector"/>
          <p:cNvCxnSpPr/>
          <p:nvPr/>
        </p:nvCxnSpPr>
        <p:spPr>
          <a:xfrm flipV="1">
            <a:off x="11629467" y="3125862"/>
            <a:ext cx="86611" cy="866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Editable connector"/>
          <p:cNvCxnSpPr/>
          <p:nvPr/>
        </p:nvCxnSpPr>
        <p:spPr>
          <a:xfrm flipV="1">
            <a:off x="11629467" y="3125862"/>
            <a:ext cx="188969" cy="1889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Editable connector"/>
          <p:cNvCxnSpPr/>
          <p:nvPr/>
        </p:nvCxnSpPr>
        <p:spPr>
          <a:xfrm flipV="1">
            <a:off x="11629467" y="3125862"/>
            <a:ext cx="291327" cy="29132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Editable connector"/>
          <p:cNvCxnSpPr/>
          <p:nvPr/>
        </p:nvCxnSpPr>
        <p:spPr>
          <a:xfrm flipH="1">
            <a:off x="11700330" y="3125862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Editable connector"/>
          <p:cNvCxnSpPr/>
          <p:nvPr/>
        </p:nvCxnSpPr>
        <p:spPr>
          <a:xfrm flipH="1">
            <a:off x="11802688" y="3125862"/>
            <a:ext cx="322822" cy="3228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Editable connector"/>
          <p:cNvCxnSpPr/>
          <p:nvPr/>
        </p:nvCxnSpPr>
        <p:spPr>
          <a:xfrm flipH="1">
            <a:off x="11905047" y="3212473"/>
            <a:ext cx="236211" cy="23621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Editable text"/>
          <p:cNvSpPr txBox="1"/>
          <p:nvPr/>
        </p:nvSpPr>
        <p:spPr>
          <a:xfrm>
            <a:off x="11164918" y="2409354"/>
            <a:ext cx="181095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64" name="Editable text"/>
          <p:cNvSpPr txBox="1"/>
          <p:nvPr/>
        </p:nvSpPr>
        <p:spPr>
          <a:xfrm>
            <a:off x="11613719" y="2409354"/>
            <a:ext cx="181095" cy="338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65" name="Editable rectangle"/>
          <p:cNvSpPr/>
          <p:nvPr/>
        </p:nvSpPr>
        <p:spPr>
          <a:xfrm>
            <a:off x="12416838" y="708633"/>
            <a:ext cx="1133814" cy="2747924"/>
          </a:xfrm>
          <a:prstGeom prst="rect">
            <a:avLst/>
          </a:prstGeom>
          <a:noFill/>
          <a:ln w="23621">
            <a:solidFill>
              <a:srgbClr val="71AE47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Editable rectangle"/>
          <p:cNvSpPr/>
          <p:nvPr/>
        </p:nvSpPr>
        <p:spPr>
          <a:xfrm>
            <a:off x="12582185" y="763749"/>
            <a:ext cx="755876" cy="614149"/>
          </a:xfrm>
          <a:prstGeom prst="roundRect">
            <a:avLst/>
          </a:prstGeom>
          <a:solidFill>
            <a:srgbClr val="E6F3F8"/>
          </a:solidFill>
          <a:ln w="1102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Editable rectangle"/>
          <p:cNvSpPr/>
          <p:nvPr/>
        </p:nvSpPr>
        <p:spPr>
          <a:xfrm>
            <a:off x="12684544" y="1173182"/>
            <a:ext cx="110231" cy="141726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Editable rectangle"/>
          <p:cNvSpPr/>
          <p:nvPr/>
        </p:nvSpPr>
        <p:spPr>
          <a:xfrm>
            <a:off x="12818397" y="1070824"/>
            <a:ext cx="110231" cy="244084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Editable rectangle"/>
          <p:cNvSpPr/>
          <p:nvPr/>
        </p:nvSpPr>
        <p:spPr>
          <a:xfrm>
            <a:off x="12952250" y="803118"/>
            <a:ext cx="110231" cy="511791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Editable rectangle"/>
          <p:cNvSpPr/>
          <p:nvPr/>
        </p:nvSpPr>
        <p:spPr>
          <a:xfrm>
            <a:off x="13086103" y="1125940"/>
            <a:ext cx="110231" cy="188969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Editable rectangle"/>
          <p:cNvSpPr/>
          <p:nvPr/>
        </p:nvSpPr>
        <p:spPr>
          <a:xfrm>
            <a:off x="13219956" y="1204677"/>
            <a:ext cx="110231" cy="110231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Editable rectangle"/>
          <p:cNvSpPr/>
          <p:nvPr/>
        </p:nvSpPr>
        <p:spPr>
          <a:xfrm>
            <a:off x="12582185" y="1440888"/>
            <a:ext cx="755876" cy="614149"/>
          </a:xfrm>
          <a:prstGeom prst="roundRect">
            <a:avLst/>
          </a:prstGeom>
          <a:solidFill>
            <a:srgbClr val="E6F3F8"/>
          </a:solidFill>
          <a:ln w="1102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Editable rectangle"/>
          <p:cNvSpPr/>
          <p:nvPr/>
        </p:nvSpPr>
        <p:spPr>
          <a:xfrm>
            <a:off x="12684544" y="1700721"/>
            <a:ext cx="110231" cy="291327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Editable rectangle"/>
          <p:cNvSpPr/>
          <p:nvPr/>
        </p:nvSpPr>
        <p:spPr>
          <a:xfrm>
            <a:off x="12818397" y="1582615"/>
            <a:ext cx="110231" cy="409432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Editable rectangle"/>
          <p:cNvSpPr/>
          <p:nvPr/>
        </p:nvSpPr>
        <p:spPr>
          <a:xfrm>
            <a:off x="12952250" y="1472383"/>
            <a:ext cx="110231" cy="519664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Editable rectangle"/>
          <p:cNvSpPr/>
          <p:nvPr/>
        </p:nvSpPr>
        <p:spPr>
          <a:xfrm>
            <a:off x="13086103" y="1716468"/>
            <a:ext cx="110231" cy="275579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Editable rectangle"/>
          <p:cNvSpPr/>
          <p:nvPr/>
        </p:nvSpPr>
        <p:spPr>
          <a:xfrm>
            <a:off x="13219956" y="1779458"/>
            <a:ext cx="110231" cy="212590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Editable rectangle"/>
          <p:cNvSpPr/>
          <p:nvPr/>
        </p:nvSpPr>
        <p:spPr>
          <a:xfrm>
            <a:off x="12582185" y="2118027"/>
            <a:ext cx="755876" cy="614149"/>
          </a:xfrm>
          <a:prstGeom prst="roundRect">
            <a:avLst/>
          </a:prstGeom>
          <a:solidFill>
            <a:srgbClr val="E6F3F8"/>
          </a:solidFill>
          <a:ln w="1102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Editable rectangle"/>
          <p:cNvSpPr/>
          <p:nvPr/>
        </p:nvSpPr>
        <p:spPr>
          <a:xfrm>
            <a:off x="12684544" y="2417228"/>
            <a:ext cx="110231" cy="25195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Editable rectangle"/>
          <p:cNvSpPr/>
          <p:nvPr/>
        </p:nvSpPr>
        <p:spPr>
          <a:xfrm>
            <a:off x="12818397" y="2314870"/>
            <a:ext cx="110231" cy="354316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Editable rectangle"/>
          <p:cNvSpPr/>
          <p:nvPr/>
        </p:nvSpPr>
        <p:spPr>
          <a:xfrm>
            <a:off x="12952250" y="2251880"/>
            <a:ext cx="110231" cy="417306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Editable rectangle"/>
          <p:cNvSpPr/>
          <p:nvPr/>
        </p:nvSpPr>
        <p:spPr>
          <a:xfrm>
            <a:off x="13086103" y="2362112"/>
            <a:ext cx="110231" cy="307074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Editable rectangle"/>
          <p:cNvSpPr/>
          <p:nvPr/>
        </p:nvSpPr>
        <p:spPr>
          <a:xfrm>
            <a:off x="13219956" y="2511712"/>
            <a:ext cx="110231" cy="157474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Editable rectangle"/>
          <p:cNvSpPr/>
          <p:nvPr/>
        </p:nvSpPr>
        <p:spPr>
          <a:xfrm>
            <a:off x="12582185" y="2787292"/>
            <a:ext cx="755876" cy="614149"/>
          </a:xfrm>
          <a:prstGeom prst="roundRect">
            <a:avLst/>
          </a:prstGeom>
          <a:solidFill>
            <a:srgbClr val="E6F3F8"/>
          </a:solidFill>
          <a:ln w="1102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Editable rectangle"/>
          <p:cNvSpPr/>
          <p:nvPr/>
        </p:nvSpPr>
        <p:spPr>
          <a:xfrm>
            <a:off x="12684544" y="2960514"/>
            <a:ext cx="110231" cy="37793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Editable rectangle"/>
          <p:cNvSpPr/>
          <p:nvPr/>
        </p:nvSpPr>
        <p:spPr>
          <a:xfrm>
            <a:off x="12818397" y="2960514"/>
            <a:ext cx="110231" cy="37793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Editable rectangle"/>
          <p:cNvSpPr/>
          <p:nvPr/>
        </p:nvSpPr>
        <p:spPr>
          <a:xfrm>
            <a:off x="12952250" y="2960514"/>
            <a:ext cx="110231" cy="37793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Editable rectangle"/>
          <p:cNvSpPr/>
          <p:nvPr/>
        </p:nvSpPr>
        <p:spPr>
          <a:xfrm>
            <a:off x="13086103" y="2960514"/>
            <a:ext cx="110231" cy="37793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Editable rectangle"/>
          <p:cNvSpPr/>
          <p:nvPr/>
        </p:nvSpPr>
        <p:spPr>
          <a:xfrm>
            <a:off x="13219956" y="2960514"/>
            <a:ext cx="110231" cy="377938"/>
          </a:xfrm>
          <a:prstGeom prst="rect">
            <a:avLst/>
          </a:prstGeom>
          <a:solidFill>
            <a:srgbClr val="E8F5D8"/>
          </a:solidFill>
          <a:ln w="10235">
            <a:solidFill>
              <a:srgbClr val="A7D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Editable text"/>
          <p:cNvSpPr txBox="1"/>
          <p:nvPr/>
        </p:nvSpPr>
        <p:spPr>
          <a:xfrm>
            <a:off x="9653166" y="3511673"/>
            <a:ext cx="240935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Adaptive transformation</a:t>
            </a:r>
          </a:p>
        </p:txBody>
      </p:sp>
      <p:sp>
        <p:nvSpPr>
          <p:cNvPr id="691" name="Editable rectangle"/>
          <p:cNvSpPr/>
          <p:nvPr/>
        </p:nvSpPr>
        <p:spPr>
          <a:xfrm>
            <a:off x="551159" y="4527382"/>
            <a:ext cx="5409237" cy="598401"/>
          </a:xfrm>
          <a:prstGeom prst="rect">
            <a:avLst/>
          </a:prstGeom>
          <a:noFill/>
          <a:ln w="1732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Editable rectangle"/>
          <p:cNvSpPr/>
          <p:nvPr/>
        </p:nvSpPr>
        <p:spPr>
          <a:xfrm>
            <a:off x="1015708" y="4676982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Editable text"/>
          <p:cNvSpPr txBox="1"/>
          <p:nvPr/>
        </p:nvSpPr>
        <p:spPr>
          <a:xfrm>
            <a:off x="1055076" y="4684856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694" name="Editable text"/>
          <p:cNvSpPr txBox="1"/>
          <p:nvPr/>
        </p:nvSpPr>
        <p:spPr>
          <a:xfrm>
            <a:off x="1204677" y="4835716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695" name="Editable text"/>
          <p:cNvSpPr txBox="1"/>
          <p:nvPr/>
        </p:nvSpPr>
        <p:spPr>
          <a:xfrm>
            <a:off x="1291288" y="4684856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696" name="Editable text"/>
          <p:cNvSpPr txBox="1"/>
          <p:nvPr/>
        </p:nvSpPr>
        <p:spPr>
          <a:xfrm>
            <a:off x="1551120" y="4669109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697" name="Editable rectangle"/>
          <p:cNvSpPr/>
          <p:nvPr/>
        </p:nvSpPr>
        <p:spPr>
          <a:xfrm>
            <a:off x="1881816" y="4676982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8" name="Editable connector"/>
          <p:cNvCxnSpPr/>
          <p:nvPr/>
        </p:nvCxnSpPr>
        <p:spPr>
          <a:xfrm flipV="1">
            <a:off x="1881816" y="4676982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Editable connector"/>
          <p:cNvCxnSpPr/>
          <p:nvPr/>
        </p:nvCxnSpPr>
        <p:spPr>
          <a:xfrm flipV="1">
            <a:off x="1881816" y="4676982"/>
            <a:ext cx="181095" cy="1810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Editable connector"/>
          <p:cNvCxnSpPr/>
          <p:nvPr/>
        </p:nvCxnSpPr>
        <p:spPr>
          <a:xfrm flipV="1">
            <a:off x="1881816" y="4676982"/>
            <a:ext cx="283453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Editable connector"/>
          <p:cNvCxnSpPr/>
          <p:nvPr/>
        </p:nvCxnSpPr>
        <p:spPr>
          <a:xfrm flipH="1">
            <a:off x="1936932" y="4676982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Editable connector"/>
          <p:cNvCxnSpPr/>
          <p:nvPr/>
        </p:nvCxnSpPr>
        <p:spPr>
          <a:xfrm flipH="1">
            <a:off x="2039290" y="4676982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Editable connector"/>
          <p:cNvCxnSpPr/>
          <p:nvPr/>
        </p:nvCxnSpPr>
        <p:spPr>
          <a:xfrm flipH="1">
            <a:off x="2141648" y="4739972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Editable rectangle"/>
          <p:cNvSpPr/>
          <p:nvPr/>
        </p:nvSpPr>
        <p:spPr>
          <a:xfrm>
            <a:off x="4086454" y="4676982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Editable text"/>
          <p:cNvSpPr txBox="1"/>
          <p:nvPr/>
        </p:nvSpPr>
        <p:spPr>
          <a:xfrm>
            <a:off x="4125823" y="4684856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06" name="Editable text"/>
          <p:cNvSpPr txBox="1"/>
          <p:nvPr/>
        </p:nvSpPr>
        <p:spPr>
          <a:xfrm>
            <a:off x="4275423" y="4835716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0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707" name="Editable text"/>
          <p:cNvSpPr txBox="1"/>
          <p:nvPr/>
        </p:nvSpPr>
        <p:spPr>
          <a:xfrm>
            <a:off x="4362034" y="4684856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08" name="Editable text"/>
          <p:cNvSpPr txBox="1"/>
          <p:nvPr/>
        </p:nvSpPr>
        <p:spPr>
          <a:xfrm>
            <a:off x="4621866" y="4669109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09" name="Editable rectangle"/>
          <p:cNvSpPr/>
          <p:nvPr/>
        </p:nvSpPr>
        <p:spPr>
          <a:xfrm>
            <a:off x="4952562" y="4676982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0" name="Editable connector"/>
          <p:cNvCxnSpPr/>
          <p:nvPr/>
        </p:nvCxnSpPr>
        <p:spPr>
          <a:xfrm flipV="1">
            <a:off x="4952562" y="4676982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Editable connector"/>
          <p:cNvCxnSpPr/>
          <p:nvPr/>
        </p:nvCxnSpPr>
        <p:spPr>
          <a:xfrm flipV="1">
            <a:off x="4952562" y="4676982"/>
            <a:ext cx="181095" cy="1810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Editable connector"/>
          <p:cNvCxnSpPr/>
          <p:nvPr/>
        </p:nvCxnSpPr>
        <p:spPr>
          <a:xfrm flipV="1">
            <a:off x="4952562" y="4676982"/>
            <a:ext cx="283454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Editable connector"/>
          <p:cNvCxnSpPr/>
          <p:nvPr/>
        </p:nvCxnSpPr>
        <p:spPr>
          <a:xfrm flipH="1">
            <a:off x="5007678" y="4676982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Editable connector"/>
          <p:cNvCxnSpPr/>
          <p:nvPr/>
        </p:nvCxnSpPr>
        <p:spPr>
          <a:xfrm flipH="1">
            <a:off x="5110036" y="4676982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Editable connector"/>
          <p:cNvCxnSpPr/>
          <p:nvPr/>
        </p:nvCxnSpPr>
        <p:spPr>
          <a:xfrm flipH="1">
            <a:off x="5212394" y="4739972"/>
            <a:ext cx="267707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Editable polygon"/>
          <p:cNvSpPr/>
          <p:nvPr/>
        </p:nvSpPr>
        <p:spPr>
          <a:xfrm>
            <a:off x="1894617" y="5116882"/>
            <a:ext cx="486850" cy="254468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6197" y="0"/>
                </a:moveTo>
                <a:lnTo>
                  <a:pt x="64337" y="36142"/>
                </a:lnTo>
                <a:lnTo>
                  <a:pt x="68985" y="8775"/>
                </a:lnTo>
                <a:lnTo>
                  <a:pt x="100000" y="78482"/>
                </a:lnTo>
                <a:lnTo>
                  <a:pt x="53493" y="100000"/>
                </a:lnTo>
                <a:lnTo>
                  <a:pt x="58140" y="72632"/>
                </a:lnTo>
                <a:lnTo>
                  <a:pt x="0" y="36489"/>
                </a:lnTo>
                <a:close/>
              </a:path>
            </a:pathLst>
          </a:custGeom>
          <a:solidFill>
            <a:srgbClr val="FFF9FF"/>
          </a:solidFill>
          <a:ln w="13385">
            <a:solidFill>
              <a:srgbClr val="F18AD2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717" name="Editable polygon"/>
          <p:cNvSpPr/>
          <p:nvPr/>
        </p:nvSpPr>
        <p:spPr>
          <a:xfrm>
            <a:off x="4090719" y="5116882"/>
            <a:ext cx="486850" cy="254468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93802" y="0"/>
                </a:moveTo>
                <a:lnTo>
                  <a:pt x="35662" y="36142"/>
                </a:lnTo>
                <a:lnTo>
                  <a:pt x="31014" y="8775"/>
                </a:lnTo>
                <a:lnTo>
                  <a:pt x="0" y="78482"/>
                </a:lnTo>
                <a:lnTo>
                  <a:pt x="46506" y="100000"/>
                </a:lnTo>
                <a:lnTo>
                  <a:pt x="41859" y="72632"/>
                </a:lnTo>
                <a:lnTo>
                  <a:pt x="100000" y="36489"/>
                </a:lnTo>
                <a:close/>
              </a:path>
            </a:pathLst>
          </a:custGeom>
          <a:solidFill>
            <a:srgbClr val="FFF9FF"/>
          </a:solidFill>
          <a:ln w="13385">
            <a:solidFill>
              <a:srgbClr val="F18AD2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718" name="Editable text"/>
          <p:cNvSpPr txBox="1"/>
          <p:nvPr/>
        </p:nvSpPr>
        <p:spPr>
          <a:xfrm>
            <a:off x="2700681" y="5180900"/>
            <a:ext cx="1196803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000000"/>
                </a:solidFill>
                <a:latin typeface="Liberation Serif"/>
              </a:rPr>
              <a:t>HODMMD</a:t>
            </a:r>
          </a:p>
        </p:txBody>
      </p:sp>
      <p:cxnSp>
        <p:nvCxnSpPr>
          <p:cNvPr id="719" name="Editable connector"/>
          <p:cNvCxnSpPr/>
          <p:nvPr/>
        </p:nvCxnSpPr>
        <p:spPr>
          <a:xfrm flipH="1">
            <a:off x="1322783" y="5503722"/>
            <a:ext cx="1968427" cy="0"/>
          </a:xfrm>
          <a:prstGeom prst="line">
            <a:avLst/>
          </a:prstGeom>
          <a:ln w="1732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Editable connector"/>
          <p:cNvCxnSpPr/>
          <p:nvPr/>
        </p:nvCxnSpPr>
        <p:spPr>
          <a:xfrm flipV="1">
            <a:off x="3291210" y="5417111"/>
            <a:ext cx="0" cy="86611"/>
          </a:xfrm>
          <a:prstGeom prst="line">
            <a:avLst/>
          </a:prstGeom>
          <a:ln w="1732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Editable connector"/>
          <p:cNvCxnSpPr/>
          <p:nvPr/>
        </p:nvCxnSpPr>
        <p:spPr>
          <a:xfrm>
            <a:off x="1322783" y="5503722"/>
            <a:ext cx="0" cy="259832"/>
          </a:xfrm>
          <a:prstGeom prst="line">
            <a:avLst/>
          </a:prstGeom>
          <a:ln w="17322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2" name="Editable rectangle"/>
          <p:cNvSpPr/>
          <p:nvPr/>
        </p:nvSpPr>
        <p:spPr>
          <a:xfrm>
            <a:off x="551159" y="5771428"/>
            <a:ext cx="1574741" cy="511791"/>
          </a:xfrm>
          <a:prstGeom prst="rect">
            <a:avLst/>
          </a:prstGeom>
          <a:noFill/>
          <a:ln w="1732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Editable ellipse"/>
          <p:cNvSpPr/>
          <p:nvPr/>
        </p:nvSpPr>
        <p:spPr>
          <a:xfrm>
            <a:off x="645644" y="5928902"/>
            <a:ext cx="236211" cy="212590"/>
          </a:xfrm>
          <a:prstGeom prst="ellipse">
            <a:avLst/>
          </a:prstGeom>
          <a:noFill/>
          <a:ln w="17322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Editable ellipse"/>
          <p:cNvSpPr/>
          <p:nvPr/>
        </p:nvSpPr>
        <p:spPr>
          <a:xfrm>
            <a:off x="1023582" y="5928902"/>
            <a:ext cx="236211" cy="212590"/>
          </a:xfrm>
          <a:prstGeom prst="ellipse">
            <a:avLst/>
          </a:prstGeom>
          <a:noFill/>
          <a:ln w="17322">
            <a:solidFill>
              <a:srgbClr val="4F7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Editable ellipse"/>
          <p:cNvSpPr/>
          <p:nvPr/>
        </p:nvSpPr>
        <p:spPr>
          <a:xfrm>
            <a:off x="1401520" y="5928902"/>
            <a:ext cx="236211" cy="212590"/>
          </a:xfrm>
          <a:prstGeom prst="ellipse">
            <a:avLst/>
          </a:prstGeom>
          <a:noFill/>
          <a:ln w="17322">
            <a:solidFill>
              <a:srgbClr val="087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Editable ellipse"/>
          <p:cNvSpPr/>
          <p:nvPr/>
        </p:nvSpPr>
        <p:spPr>
          <a:xfrm>
            <a:off x="1779458" y="5928902"/>
            <a:ext cx="236211" cy="212590"/>
          </a:xfrm>
          <a:prstGeom prst="ellipse">
            <a:avLst/>
          </a:prstGeom>
          <a:noFill/>
          <a:ln w="17322">
            <a:solidFill>
              <a:srgbClr val="D74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Editable rectangle"/>
          <p:cNvSpPr/>
          <p:nvPr/>
        </p:nvSpPr>
        <p:spPr>
          <a:xfrm>
            <a:off x="2212512" y="5771428"/>
            <a:ext cx="3747885" cy="511791"/>
          </a:xfrm>
          <a:prstGeom prst="rect">
            <a:avLst/>
          </a:prstGeom>
          <a:noFill/>
          <a:ln w="1732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Editable ellipse"/>
          <p:cNvSpPr/>
          <p:nvPr/>
        </p:nvSpPr>
        <p:spPr>
          <a:xfrm>
            <a:off x="2362112" y="5928902"/>
            <a:ext cx="228337" cy="212590"/>
          </a:xfrm>
          <a:prstGeom prst="ellipse">
            <a:avLst/>
          </a:prstGeom>
          <a:noFill/>
          <a:ln w="15747">
            <a:solidFill>
              <a:srgbClr val="9CB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Editable ellipse"/>
          <p:cNvSpPr/>
          <p:nvPr/>
        </p:nvSpPr>
        <p:spPr>
          <a:xfrm>
            <a:off x="2700681" y="5928902"/>
            <a:ext cx="228337" cy="212590"/>
          </a:xfrm>
          <a:prstGeom prst="ellipse">
            <a:avLst/>
          </a:prstGeom>
          <a:noFill/>
          <a:ln w="15747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Editable ellipse"/>
          <p:cNvSpPr/>
          <p:nvPr/>
        </p:nvSpPr>
        <p:spPr>
          <a:xfrm>
            <a:off x="3039251" y="5928902"/>
            <a:ext cx="228337" cy="212590"/>
          </a:xfrm>
          <a:prstGeom prst="ellipse">
            <a:avLst/>
          </a:prstGeom>
          <a:noFill/>
          <a:ln w="15747">
            <a:solidFill>
              <a:srgbClr val="087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Editable ellipse"/>
          <p:cNvSpPr/>
          <p:nvPr/>
        </p:nvSpPr>
        <p:spPr>
          <a:xfrm>
            <a:off x="3377820" y="5928902"/>
            <a:ext cx="228337" cy="212590"/>
          </a:xfrm>
          <a:prstGeom prst="ellipse">
            <a:avLst/>
          </a:prstGeom>
          <a:noFill/>
          <a:ln w="15747">
            <a:solidFill>
              <a:srgbClr val="D74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Editable ellipse"/>
          <p:cNvSpPr/>
          <p:nvPr/>
        </p:nvSpPr>
        <p:spPr>
          <a:xfrm>
            <a:off x="4338413" y="5928902"/>
            <a:ext cx="228337" cy="212590"/>
          </a:xfrm>
          <a:prstGeom prst="ellipse">
            <a:avLst/>
          </a:prstGeom>
          <a:noFill/>
          <a:ln w="15747">
            <a:solidFill>
              <a:srgbClr val="4F7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Editable ellipse"/>
          <p:cNvSpPr/>
          <p:nvPr/>
        </p:nvSpPr>
        <p:spPr>
          <a:xfrm>
            <a:off x="4676982" y="5928902"/>
            <a:ext cx="228337" cy="212590"/>
          </a:xfrm>
          <a:prstGeom prst="ellipse">
            <a:avLst/>
          </a:prstGeom>
          <a:noFill/>
          <a:ln w="15747">
            <a:solidFill>
              <a:srgbClr val="D74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Editable ellipse"/>
          <p:cNvSpPr/>
          <p:nvPr/>
        </p:nvSpPr>
        <p:spPr>
          <a:xfrm>
            <a:off x="5015552" y="5928902"/>
            <a:ext cx="228337" cy="212590"/>
          </a:xfrm>
          <a:prstGeom prst="ellipse">
            <a:avLst/>
          </a:prstGeom>
          <a:noFill/>
          <a:ln w="15747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Editable ellipse"/>
          <p:cNvSpPr/>
          <p:nvPr/>
        </p:nvSpPr>
        <p:spPr>
          <a:xfrm>
            <a:off x="5354121" y="5928902"/>
            <a:ext cx="228337" cy="212590"/>
          </a:xfrm>
          <a:prstGeom prst="ellipse">
            <a:avLst/>
          </a:prstGeom>
          <a:noFill/>
          <a:ln w="15747">
            <a:solidFill>
              <a:srgbClr val="087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Editable ellipse"/>
          <p:cNvSpPr/>
          <p:nvPr/>
        </p:nvSpPr>
        <p:spPr>
          <a:xfrm>
            <a:off x="5692691" y="5928902"/>
            <a:ext cx="228337" cy="212590"/>
          </a:xfrm>
          <a:prstGeom prst="ellipse">
            <a:avLst/>
          </a:prstGeom>
          <a:noFill/>
          <a:ln w="1574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Editable text"/>
          <p:cNvSpPr txBox="1"/>
          <p:nvPr/>
        </p:nvSpPr>
        <p:spPr>
          <a:xfrm>
            <a:off x="3724264" y="5842291"/>
            <a:ext cx="314948" cy="3306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738" name="Editable text"/>
          <p:cNvSpPr txBox="1"/>
          <p:nvPr/>
        </p:nvSpPr>
        <p:spPr>
          <a:xfrm>
            <a:off x="4031338" y="5842291"/>
            <a:ext cx="314948" cy="3306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739" name="Editable rectangle"/>
          <p:cNvSpPr/>
          <p:nvPr/>
        </p:nvSpPr>
        <p:spPr>
          <a:xfrm>
            <a:off x="614149" y="6456440"/>
            <a:ext cx="535412" cy="338569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Editable text"/>
          <p:cNvSpPr txBox="1"/>
          <p:nvPr/>
        </p:nvSpPr>
        <p:spPr>
          <a:xfrm>
            <a:off x="661391" y="6464314"/>
            <a:ext cx="157474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41" name="Editable text"/>
          <p:cNvSpPr txBox="1"/>
          <p:nvPr/>
        </p:nvSpPr>
        <p:spPr>
          <a:xfrm>
            <a:off x="810991" y="6618954"/>
            <a:ext cx="94484" cy="115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742" name="Editable text"/>
          <p:cNvSpPr txBox="1"/>
          <p:nvPr/>
        </p:nvSpPr>
        <p:spPr>
          <a:xfrm>
            <a:off x="897602" y="6464314"/>
            <a:ext cx="204716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43" name="Editable text"/>
          <p:cNvSpPr txBox="1"/>
          <p:nvPr/>
        </p:nvSpPr>
        <p:spPr>
          <a:xfrm>
            <a:off x="1165308" y="6448567"/>
            <a:ext cx="299200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44" name="Editable rectangle"/>
          <p:cNvSpPr/>
          <p:nvPr/>
        </p:nvSpPr>
        <p:spPr>
          <a:xfrm>
            <a:off x="1488130" y="6456440"/>
            <a:ext cx="543285" cy="338569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Editable connector"/>
          <p:cNvCxnSpPr/>
          <p:nvPr/>
        </p:nvCxnSpPr>
        <p:spPr>
          <a:xfrm flipV="1">
            <a:off x="1488130" y="6456440"/>
            <a:ext cx="70864" cy="7086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Editable connector"/>
          <p:cNvCxnSpPr/>
          <p:nvPr/>
        </p:nvCxnSpPr>
        <p:spPr>
          <a:xfrm flipV="1">
            <a:off x="1488130" y="6456440"/>
            <a:ext cx="173222" cy="1732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Editable connector"/>
          <p:cNvCxnSpPr/>
          <p:nvPr/>
        </p:nvCxnSpPr>
        <p:spPr>
          <a:xfrm flipV="1">
            <a:off x="1488130" y="6456440"/>
            <a:ext cx="275580" cy="27558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Editable connector"/>
          <p:cNvCxnSpPr/>
          <p:nvPr/>
        </p:nvCxnSpPr>
        <p:spPr>
          <a:xfrm flipH="1">
            <a:off x="1527499" y="6456440"/>
            <a:ext cx="338569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Editable connector"/>
          <p:cNvCxnSpPr/>
          <p:nvPr/>
        </p:nvCxnSpPr>
        <p:spPr>
          <a:xfrm flipH="1">
            <a:off x="1629857" y="6456440"/>
            <a:ext cx="338570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Editable connector"/>
          <p:cNvCxnSpPr/>
          <p:nvPr/>
        </p:nvCxnSpPr>
        <p:spPr>
          <a:xfrm flipH="1">
            <a:off x="1732215" y="6495809"/>
            <a:ext cx="299201" cy="29920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Editable rectangle"/>
          <p:cNvSpPr/>
          <p:nvPr/>
        </p:nvSpPr>
        <p:spPr>
          <a:xfrm>
            <a:off x="614149" y="6920989"/>
            <a:ext cx="535412" cy="338569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Editable text"/>
          <p:cNvSpPr txBox="1"/>
          <p:nvPr/>
        </p:nvSpPr>
        <p:spPr>
          <a:xfrm>
            <a:off x="661391" y="6928863"/>
            <a:ext cx="157474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53" name="Editable text"/>
          <p:cNvSpPr txBox="1"/>
          <p:nvPr/>
        </p:nvSpPr>
        <p:spPr>
          <a:xfrm>
            <a:off x="810991" y="7083503"/>
            <a:ext cx="94484" cy="115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754" name="Editable text"/>
          <p:cNvSpPr txBox="1"/>
          <p:nvPr/>
        </p:nvSpPr>
        <p:spPr>
          <a:xfrm>
            <a:off x="897602" y="6928863"/>
            <a:ext cx="204716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55" name="Editable text"/>
          <p:cNvSpPr txBox="1"/>
          <p:nvPr/>
        </p:nvSpPr>
        <p:spPr>
          <a:xfrm>
            <a:off x="1165308" y="6913115"/>
            <a:ext cx="299200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56" name="Editable rectangle"/>
          <p:cNvSpPr/>
          <p:nvPr/>
        </p:nvSpPr>
        <p:spPr>
          <a:xfrm>
            <a:off x="1488130" y="6920989"/>
            <a:ext cx="543285" cy="338569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Editable connector"/>
          <p:cNvCxnSpPr/>
          <p:nvPr/>
        </p:nvCxnSpPr>
        <p:spPr>
          <a:xfrm flipV="1">
            <a:off x="1488130" y="6920989"/>
            <a:ext cx="70864" cy="7086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Editable connector"/>
          <p:cNvCxnSpPr/>
          <p:nvPr/>
        </p:nvCxnSpPr>
        <p:spPr>
          <a:xfrm flipV="1">
            <a:off x="1488130" y="6920989"/>
            <a:ext cx="173222" cy="1732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Editable connector"/>
          <p:cNvCxnSpPr/>
          <p:nvPr/>
        </p:nvCxnSpPr>
        <p:spPr>
          <a:xfrm flipV="1">
            <a:off x="1488130" y="6920989"/>
            <a:ext cx="275580" cy="27558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Editable connector"/>
          <p:cNvCxnSpPr/>
          <p:nvPr/>
        </p:nvCxnSpPr>
        <p:spPr>
          <a:xfrm flipH="1">
            <a:off x="1527499" y="6920989"/>
            <a:ext cx="338569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Editable connector"/>
          <p:cNvCxnSpPr/>
          <p:nvPr/>
        </p:nvCxnSpPr>
        <p:spPr>
          <a:xfrm flipH="1">
            <a:off x="1629857" y="6920989"/>
            <a:ext cx="338570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Editable connector"/>
          <p:cNvCxnSpPr/>
          <p:nvPr/>
        </p:nvCxnSpPr>
        <p:spPr>
          <a:xfrm flipH="1">
            <a:off x="1732215" y="6960358"/>
            <a:ext cx="299201" cy="29920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Editable rectangle"/>
          <p:cNvSpPr/>
          <p:nvPr/>
        </p:nvSpPr>
        <p:spPr>
          <a:xfrm>
            <a:off x="614149" y="7385538"/>
            <a:ext cx="535412" cy="338569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Editable text"/>
          <p:cNvSpPr txBox="1"/>
          <p:nvPr/>
        </p:nvSpPr>
        <p:spPr>
          <a:xfrm>
            <a:off x="661391" y="7393412"/>
            <a:ext cx="157474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65" name="Editable text"/>
          <p:cNvSpPr txBox="1"/>
          <p:nvPr/>
        </p:nvSpPr>
        <p:spPr>
          <a:xfrm>
            <a:off x="810991" y="7548051"/>
            <a:ext cx="94484" cy="115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766" name="Editable text"/>
          <p:cNvSpPr txBox="1"/>
          <p:nvPr/>
        </p:nvSpPr>
        <p:spPr>
          <a:xfrm>
            <a:off x="897602" y="7393412"/>
            <a:ext cx="204716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67" name="Editable text"/>
          <p:cNvSpPr txBox="1"/>
          <p:nvPr/>
        </p:nvSpPr>
        <p:spPr>
          <a:xfrm>
            <a:off x="1165308" y="7377664"/>
            <a:ext cx="299200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68" name="Editable rectangle"/>
          <p:cNvSpPr/>
          <p:nvPr/>
        </p:nvSpPr>
        <p:spPr>
          <a:xfrm>
            <a:off x="1488130" y="7385538"/>
            <a:ext cx="543285" cy="338569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9" name="Editable connector"/>
          <p:cNvCxnSpPr/>
          <p:nvPr/>
        </p:nvCxnSpPr>
        <p:spPr>
          <a:xfrm flipV="1">
            <a:off x="1488130" y="7385538"/>
            <a:ext cx="70864" cy="70863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Editable connector"/>
          <p:cNvCxnSpPr/>
          <p:nvPr/>
        </p:nvCxnSpPr>
        <p:spPr>
          <a:xfrm flipV="1">
            <a:off x="1488130" y="7385538"/>
            <a:ext cx="173222" cy="1732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Editable connector"/>
          <p:cNvCxnSpPr/>
          <p:nvPr/>
        </p:nvCxnSpPr>
        <p:spPr>
          <a:xfrm flipV="1">
            <a:off x="1488130" y="7385538"/>
            <a:ext cx="275580" cy="27558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Editable connector"/>
          <p:cNvCxnSpPr/>
          <p:nvPr/>
        </p:nvCxnSpPr>
        <p:spPr>
          <a:xfrm flipH="1">
            <a:off x="1527499" y="7385538"/>
            <a:ext cx="338569" cy="3385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Editable connector"/>
          <p:cNvCxnSpPr/>
          <p:nvPr/>
        </p:nvCxnSpPr>
        <p:spPr>
          <a:xfrm flipH="1">
            <a:off x="1629857" y="7385538"/>
            <a:ext cx="338570" cy="338569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Editable connector"/>
          <p:cNvCxnSpPr/>
          <p:nvPr/>
        </p:nvCxnSpPr>
        <p:spPr>
          <a:xfrm flipH="1">
            <a:off x="1732215" y="7424907"/>
            <a:ext cx="299201" cy="29920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5" name="Editable rectangle"/>
          <p:cNvSpPr/>
          <p:nvPr/>
        </p:nvSpPr>
        <p:spPr>
          <a:xfrm>
            <a:off x="614149" y="8078424"/>
            <a:ext cx="535412" cy="338569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Editable text"/>
          <p:cNvSpPr txBox="1"/>
          <p:nvPr/>
        </p:nvSpPr>
        <p:spPr>
          <a:xfrm>
            <a:off x="625959" y="8086298"/>
            <a:ext cx="141726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77" name="Editable text"/>
          <p:cNvSpPr txBox="1"/>
          <p:nvPr/>
        </p:nvSpPr>
        <p:spPr>
          <a:xfrm>
            <a:off x="759812" y="8240938"/>
            <a:ext cx="188969" cy="115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n-1</a:t>
            </a:r>
          </a:p>
        </p:txBody>
      </p:sp>
      <p:sp>
        <p:nvSpPr>
          <p:cNvPr id="778" name="Editable text"/>
          <p:cNvSpPr txBox="1"/>
          <p:nvPr/>
        </p:nvSpPr>
        <p:spPr>
          <a:xfrm>
            <a:off x="940908" y="8086298"/>
            <a:ext cx="196842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79" name="Editable text"/>
          <p:cNvSpPr txBox="1"/>
          <p:nvPr/>
        </p:nvSpPr>
        <p:spPr>
          <a:xfrm>
            <a:off x="1165308" y="8070551"/>
            <a:ext cx="299200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80" name="Editable rectangle"/>
          <p:cNvSpPr/>
          <p:nvPr/>
        </p:nvSpPr>
        <p:spPr>
          <a:xfrm>
            <a:off x="1488130" y="8078424"/>
            <a:ext cx="543285" cy="338569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1" name="Editable connector"/>
          <p:cNvCxnSpPr/>
          <p:nvPr/>
        </p:nvCxnSpPr>
        <p:spPr>
          <a:xfrm flipV="1">
            <a:off x="1488130" y="8078424"/>
            <a:ext cx="70864" cy="7086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Editable connector"/>
          <p:cNvCxnSpPr/>
          <p:nvPr/>
        </p:nvCxnSpPr>
        <p:spPr>
          <a:xfrm flipV="1">
            <a:off x="1488130" y="8078424"/>
            <a:ext cx="173222" cy="1732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Editable connector"/>
          <p:cNvCxnSpPr/>
          <p:nvPr/>
        </p:nvCxnSpPr>
        <p:spPr>
          <a:xfrm flipV="1">
            <a:off x="1488130" y="8078424"/>
            <a:ext cx="275580" cy="27558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Editable connector"/>
          <p:cNvCxnSpPr/>
          <p:nvPr/>
        </p:nvCxnSpPr>
        <p:spPr>
          <a:xfrm flipH="1">
            <a:off x="1527499" y="8078424"/>
            <a:ext cx="338569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Editable connector"/>
          <p:cNvCxnSpPr/>
          <p:nvPr/>
        </p:nvCxnSpPr>
        <p:spPr>
          <a:xfrm flipH="1">
            <a:off x="1629857" y="8078424"/>
            <a:ext cx="338570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Editable connector"/>
          <p:cNvCxnSpPr/>
          <p:nvPr/>
        </p:nvCxnSpPr>
        <p:spPr>
          <a:xfrm flipH="1">
            <a:off x="1732215" y="8117793"/>
            <a:ext cx="299201" cy="29920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7" name="Editable rectangle"/>
          <p:cNvSpPr/>
          <p:nvPr/>
        </p:nvSpPr>
        <p:spPr>
          <a:xfrm>
            <a:off x="614149" y="8542973"/>
            <a:ext cx="535412" cy="338569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Editable text"/>
          <p:cNvSpPr txBox="1"/>
          <p:nvPr/>
        </p:nvSpPr>
        <p:spPr>
          <a:xfrm>
            <a:off x="653517" y="8550847"/>
            <a:ext cx="157474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789" name="Editable text"/>
          <p:cNvSpPr txBox="1"/>
          <p:nvPr/>
        </p:nvSpPr>
        <p:spPr>
          <a:xfrm>
            <a:off x="803118" y="8705486"/>
            <a:ext cx="110231" cy="115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n</a:t>
            </a:r>
          </a:p>
        </p:txBody>
      </p:sp>
      <p:sp>
        <p:nvSpPr>
          <p:cNvPr id="790" name="Editable text"/>
          <p:cNvSpPr txBox="1"/>
          <p:nvPr/>
        </p:nvSpPr>
        <p:spPr>
          <a:xfrm>
            <a:off x="905476" y="8550847"/>
            <a:ext cx="204716" cy="3228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791" name="Editable text"/>
          <p:cNvSpPr txBox="1"/>
          <p:nvPr/>
        </p:nvSpPr>
        <p:spPr>
          <a:xfrm>
            <a:off x="1165308" y="8535099"/>
            <a:ext cx="299200" cy="354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792" name="Editable rectangle"/>
          <p:cNvSpPr/>
          <p:nvPr/>
        </p:nvSpPr>
        <p:spPr>
          <a:xfrm>
            <a:off x="1488130" y="8542973"/>
            <a:ext cx="543285" cy="338569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3" name="Editable connector"/>
          <p:cNvCxnSpPr/>
          <p:nvPr/>
        </p:nvCxnSpPr>
        <p:spPr>
          <a:xfrm flipV="1">
            <a:off x="1488130" y="8542973"/>
            <a:ext cx="70864" cy="70863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Editable connector"/>
          <p:cNvCxnSpPr/>
          <p:nvPr/>
        </p:nvCxnSpPr>
        <p:spPr>
          <a:xfrm flipV="1">
            <a:off x="1488130" y="8542973"/>
            <a:ext cx="173222" cy="173222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Editable connector"/>
          <p:cNvCxnSpPr/>
          <p:nvPr/>
        </p:nvCxnSpPr>
        <p:spPr>
          <a:xfrm flipV="1">
            <a:off x="1488130" y="8542973"/>
            <a:ext cx="275580" cy="27558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Editable connector"/>
          <p:cNvCxnSpPr/>
          <p:nvPr/>
        </p:nvCxnSpPr>
        <p:spPr>
          <a:xfrm flipH="1">
            <a:off x="1527499" y="8542973"/>
            <a:ext cx="338569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Editable connector"/>
          <p:cNvCxnSpPr/>
          <p:nvPr/>
        </p:nvCxnSpPr>
        <p:spPr>
          <a:xfrm flipH="1">
            <a:off x="1629857" y="8542973"/>
            <a:ext cx="338570" cy="338570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Editable connector"/>
          <p:cNvCxnSpPr/>
          <p:nvPr/>
        </p:nvCxnSpPr>
        <p:spPr>
          <a:xfrm flipH="1">
            <a:off x="1732215" y="8582342"/>
            <a:ext cx="299201" cy="299201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9" name="Editable text"/>
          <p:cNvSpPr txBox="1"/>
          <p:nvPr/>
        </p:nvSpPr>
        <p:spPr>
          <a:xfrm>
            <a:off x="1015708" y="7684739"/>
            <a:ext cx="275579" cy="385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00" name="Editable text"/>
          <p:cNvSpPr txBox="1"/>
          <p:nvPr/>
        </p:nvSpPr>
        <p:spPr>
          <a:xfrm>
            <a:off x="1708594" y="7684739"/>
            <a:ext cx="275579" cy="385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01" name="Editable text"/>
          <p:cNvSpPr txBox="1"/>
          <p:nvPr/>
        </p:nvSpPr>
        <p:spPr>
          <a:xfrm>
            <a:off x="2165269" y="7267432"/>
            <a:ext cx="307074" cy="370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802" name="Editable rectangle"/>
          <p:cNvSpPr/>
          <p:nvPr/>
        </p:nvSpPr>
        <p:spPr>
          <a:xfrm>
            <a:off x="2677060" y="6361956"/>
            <a:ext cx="377938" cy="2574702"/>
          </a:xfrm>
          <a:prstGeom prst="roundRect">
            <a:avLst/>
          </a:prstGeom>
          <a:noFill/>
          <a:ln w="17322">
            <a:solidFill>
              <a:srgbClr val="F18AD2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Editable ellipse"/>
          <p:cNvSpPr/>
          <p:nvPr/>
        </p:nvSpPr>
        <p:spPr>
          <a:xfrm>
            <a:off x="2747924" y="6432819"/>
            <a:ext cx="236211" cy="212590"/>
          </a:xfrm>
          <a:prstGeom prst="ellipse">
            <a:avLst/>
          </a:prstGeom>
          <a:noFill/>
          <a:ln w="15747">
            <a:solidFill>
              <a:srgbClr val="D74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Editable ellipse"/>
          <p:cNvSpPr/>
          <p:nvPr/>
        </p:nvSpPr>
        <p:spPr>
          <a:xfrm>
            <a:off x="2747924" y="6747768"/>
            <a:ext cx="236211" cy="212590"/>
          </a:xfrm>
          <a:prstGeom prst="ellipse">
            <a:avLst/>
          </a:prstGeom>
          <a:noFill/>
          <a:ln w="15747">
            <a:solidFill>
              <a:srgbClr val="4F7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Editable ellipse"/>
          <p:cNvSpPr/>
          <p:nvPr/>
        </p:nvSpPr>
        <p:spPr>
          <a:xfrm>
            <a:off x="2747924" y="7062716"/>
            <a:ext cx="236211" cy="212590"/>
          </a:xfrm>
          <a:prstGeom prst="ellipse">
            <a:avLst/>
          </a:prstGeom>
          <a:noFill/>
          <a:ln w="1574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Editable ellipse"/>
          <p:cNvSpPr/>
          <p:nvPr/>
        </p:nvSpPr>
        <p:spPr>
          <a:xfrm>
            <a:off x="2747924" y="7377664"/>
            <a:ext cx="236211" cy="212590"/>
          </a:xfrm>
          <a:prstGeom prst="ellipse">
            <a:avLst/>
          </a:prstGeom>
          <a:noFill/>
          <a:ln w="15747">
            <a:solidFill>
              <a:srgbClr val="087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Editable ellipse"/>
          <p:cNvSpPr/>
          <p:nvPr/>
        </p:nvSpPr>
        <p:spPr>
          <a:xfrm>
            <a:off x="2747924" y="7692613"/>
            <a:ext cx="236211" cy="212590"/>
          </a:xfrm>
          <a:prstGeom prst="ellipse">
            <a:avLst/>
          </a:prstGeom>
          <a:noFill/>
          <a:ln w="15747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Editable ellipse"/>
          <p:cNvSpPr/>
          <p:nvPr/>
        </p:nvSpPr>
        <p:spPr>
          <a:xfrm>
            <a:off x="2747924" y="8007561"/>
            <a:ext cx="236211" cy="212590"/>
          </a:xfrm>
          <a:prstGeom prst="ellipse">
            <a:avLst/>
          </a:prstGeom>
          <a:noFill/>
          <a:ln w="15747">
            <a:solidFill>
              <a:srgbClr val="9CB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Editable ellipse"/>
          <p:cNvSpPr/>
          <p:nvPr/>
        </p:nvSpPr>
        <p:spPr>
          <a:xfrm>
            <a:off x="2747924" y="8432741"/>
            <a:ext cx="236211" cy="212590"/>
          </a:xfrm>
          <a:prstGeom prst="ellipse">
            <a:avLst/>
          </a:prstGeom>
          <a:noFill/>
          <a:ln w="15747">
            <a:solidFill>
              <a:srgbClr val="F1A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Editable ellipse"/>
          <p:cNvSpPr/>
          <p:nvPr/>
        </p:nvSpPr>
        <p:spPr>
          <a:xfrm>
            <a:off x="2747924" y="8747690"/>
            <a:ext cx="236211" cy="212590"/>
          </a:xfrm>
          <a:prstGeom prst="ellipse">
            <a:avLst/>
          </a:prstGeom>
          <a:noFill/>
          <a:ln w="15747">
            <a:solidFill>
              <a:srgbClr val="4F7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Editable text"/>
          <p:cNvSpPr txBox="1"/>
          <p:nvPr/>
        </p:nvSpPr>
        <p:spPr>
          <a:xfrm>
            <a:off x="2716429" y="8172909"/>
            <a:ext cx="299200" cy="267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3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12" name="Editable polygon"/>
          <p:cNvSpPr/>
          <p:nvPr/>
        </p:nvSpPr>
        <p:spPr>
          <a:xfrm>
            <a:off x="3393568" y="7354043"/>
            <a:ext cx="551159" cy="48029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9999"/>
                </a:moveTo>
                <a:lnTo>
                  <a:pt x="60000" y="29999"/>
                </a:lnTo>
                <a:lnTo>
                  <a:pt x="60000" y="0"/>
                </a:lnTo>
                <a:lnTo>
                  <a:pt x="100000" y="50000"/>
                </a:lnTo>
                <a:lnTo>
                  <a:pt x="60000" y="100000"/>
                </a:lnTo>
                <a:lnTo>
                  <a:pt x="60000" y="70000"/>
                </a:lnTo>
                <a:lnTo>
                  <a:pt x="0" y="70000"/>
                </a:lnTo>
                <a:close/>
              </a:path>
            </a:pathLst>
          </a:custGeom>
          <a:solidFill>
            <a:srgbClr val="F18AD2"/>
          </a:solidFill>
          <a:ln w="8661">
            <a:solidFill>
              <a:srgbClr val="F18AD2"/>
            </a:solidFill>
            <a:prstDash val="solid"/>
            <a:round/>
          </a:ln>
        </p:spPr>
        <p:txBody>
          <a:bodyPr/>
          <a:lstStyle/>
          <a:p/>
        </p:txBody>
      </p:sp>
      <p:sp>
        <p:nvSpPr>
          <p:cNvPr id="813" name="Editable rectangle"/>
          <p:cNvSpPr/>
          <p:nvPr/>
        </p:nvSpPr>
        <p:spPr>
          <a:xfrm>
            <a:off x="4054959" y="6354082"/>
            <a:ext cx="1826700" cy="2590450"/>
          </a:xfrm>
          <a:prstGeom prst="rect">
            <a:avLst/>
          </a:prstGeom>
          <a:solidFill>
            <a:srgbClr val="FFFFFF"/>
          </a:solidFill>
          <a:ln w="18896">
            <a:solidFill>
              <a:srgbClr val="F18AD2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Editable connector"/>
          <p:cNvCxnSpPr/>
          <p:nvPr/>
        </p:nvCxnSpPr>
        <p:spPr>
          <a:xfrm flipV="1">
            <a:off x="4054959" y="6354082"/>
            <a:ext cx="86611" cy="86611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Editable connector"/>
          <p:cNvCxnSpPr/>
          <p:nvPr/>
        </p:nvCxnSpPr>
        <p:spPr>
          <a:xfrm flipV="1">
            <a:off x="4054959" y="6354082"/>
            <a:ext cx="220464" cy="220464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Editable connector"/>
          <p:cNvCxnSpPr/>
          <p:nvPr/>
        </p:nvCxnSpPr>
        <p:spPr>
          <a:xfrm flipV="1">
            <a:off x="4054959" y="6354082"/>
            <a:ext cx="354317" cy="354317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Editable connector"/>
          <p:cNvCxnSpPr/>
          <p:nvPr/>
        </p:nvCxnSpPr>
        <p:spPr>
          <a:xfrm flipV="1">
            <a:off x="4054959" y="6354082"/>
            <a:ext cx="488170" cy="488170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Editable connector"/>
          <p:cNvCxnSpPr/>
          <p:nvPr/>
        </p:nvCxnSpPr>
        <p:spPr>
          <a:xfrm flipV="1">
            <a:off x="4054959" y="6354082"/>
            <a:ext cx="622023" cy="622023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Editable connector"/>
          <p:cNvCxnSpPr/>
          <p:nvPr/>
        </p:nvCxnSpPr>
        <p:spPr>
          <a:xfrm flipV="1">
            <a:off x="4054959" y="6354082"/>
            <a:ext cx="755876" cy="755876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Editable connector"/>
          <p:cNvCxnSpPr/>
          <p:nvPr/>
        </p:nvCxnSpPr>
        <p:spPr>
          <a:xfrm flipV="1">
            <a:off x="4054959" y="6354082"/>
            <a:ext cx="889729" cy="889729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Editable connector"/>
          <p:cNvCxnSpPr/>
          <p:nvPr/>
        </p:nvCxnSpPr>
        <p:spPr>
          <a:xfrm flipV="1">
            <a:off x="4054959" y="6354082"/>
            <a:ext cx="1023582" cy="1023582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Editable connector"/>
          <p:cNvCxnSpPr/>
          <p:nvPr/>
        </p:nvCxnSpPr>
        <p:spPr>
          <a:xfrm flipV="1">
            <a:off x="4054959" y="6354082"/>
            <a:ext cx="1157435" cy="1157435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Editable connector"/>
          <p:cNvCxnSpPr/>
          <p:nvPr/>
        </p:nvCxnSpPr>
        <p:spPr>
          <a:xfrm flipV="1">
            <a:off x="4054959" y="6354082"/>
            <a:ext cx="1291288" cy="1291288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Editable connector"/>
          <p:cNvCxnSpPr/>
          <p:nvPr/>
        </p:nvCxnSpPr>
        <p:spPr>
          <a:xfrm flipV="1">
            <a:off x="4054959" y="6354082"/>
            <a:ext cx="1425142" cy="1425141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Editable connector"/>
          <p:cNvCxnSpPr/>
          <p:nvPr/>
        </p:nvCxnSpPr>
        <p:spPr>
          <a:xfrm flipV="1">
            <a:off x="4054959" y="6354082"/>
            <a:ext cx="1558995" cy="1558994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Editable connector"/>
          <p:cNvCxnSpPr/>
          <p:nvPr/>
        </p:nvCxnSpPr>
        <p:spPr>
          <a:xfrm flipV="1">
            <a:off x="4054959" y="6354082"/>
            <a:ext cx="1692848" cy="1692847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Editable connector"/>
          <p:cNvCxnSpPr/>
          <p:nvPr/>
        </p:nvCxnSpPr>
        <p:spPr>
          <a:xfrm flipV="1">
            <a:off x="4054959" y="6354082"/>
            <a:ext cx="1826701" cy="1826701"/>
          </a:xfrm>
          <a:prstGeom prst="line">
            <a:avLst/>
          </a:prstGeom>
          <a:ln w="9448">
            <a:solidFill>
              <a:srgbClr val="F9E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8" name="Editable ellipse"/>
          <p:cNvSpPr/>
          <p:nvPr/>
        </p:nvSpPr>
        <p:spPr>
          <a:xfrm>
            <a:off x="4248810" y="6489778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9" name="Editable polyline segment"/>
          <p:cNvCxnSpPr/>
          <p:nvPr/>
        </p:nvCxnSpPr>
        <p:spPr>
          <a:xfrm flipV="1">
            <a:off x="4254266" y="6690154"/>
            <a:ext cx="27804" cy="199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Editable polyline segment"/>
          <p:cNvCxnSpPr/>
          <p:nvPr/>
        </p:nvCxnSpPr>
        <p:spPr>
          <a:xfrm flipV="1">
            <a:off x="4282070" y="6681353"/>
            <a:ext cx="27803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Editable polyline segment"/>
          <p:cNvCxnSpPr/>
          <p:nvPr/>
        </p:nvCxnSpPr>
        <p:spPr>
          <a:xfrm flipV="1">
            <a:off x="4309873" y="6654991"/>
            <a:ext cx="27804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Editable polyline segment"/>
          <p:cNvCxnSpPr/>
          <p:nvPr/>
        </p:nvCxnSpPr>
        <p:spPr>
          <a:xfrm flipV="1">
            <a:off x="4337677" y="6603246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Editable polyline segment"/>
          <p:cNvCxnSpPr/>
          <p:nvPr/>
        </p:nvCxnSpPr>
        <p:spPr>
          <a:xfrm flipV="1">
            <a:off x="4365480" y="6542347"/>
            <a:ext cx="27803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Editable polyline segment"/>
          <p:cNvCxnSpPr/>
          <p:nvPr/>
        </p:nvCxnSpPr>
        <p:spPr>
          <a:xfrm flipV="1">
            <a:off x="4393283" y="6513918"/>
            <a:ext cx="27804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Editable polyline segment"/>
          <p:cNvCxnSpPr/>
          <p:nvPr/>
        </p:nvCxnSpPr>
        <p:spPr>
          <a:xfrm>
            <a:off x="4421087" y="6513918"/>
            <a:ext cx="27803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Editable polyline segment"/>
          <p:cNvCxnSpPr/>
          <p:nvPr/>
        </p:nvCxnSpPr>
        <p:spPr>
          <a:xfrm>
            <a:off x="4448890" y="6542347"/>
            <a:ext cx="27804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Editable polyline segment"/>
          <p:cNvCxnSpPr/>
          <p:nvPr/>
        </p:nvCxnSpPr>
        <p:spPr>
          <a:xfrm>
            <a:off x="4476694" y="6603246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Editable polyline segment"/>
          <p:cNvCxnSpPr/>
          <p:nvPr/>
        </p:nvCxnSpPr>
        <p:spPr>
          <a:xfrm>
            <a:off x="4504497" y="6654991"/>
            <a:ext cx="27803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Editable polyline segment"/>
          <p:cNvCxnSpPr/>
          <p:nvPr/>
        </p:nvCxnSpPr>
        <p:spPr>
          <a:xfrm>
            <a:off x="4532300" y="6681353"/>
            <a:ext cx="27804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Editable polyline segment"/>
          <p:cNvCxnSpPr/>
          <p:nvPr/>
        </p:nvCxnSpPr>
        <p:spPr>
          <a:xfrm>
            <a:off x="4560104" y="6690154"/>
            <a:ext cx="27803" cy="199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1" name="Editable ellipse"/>
          <p:cNvSpPr/>
          <p:nvPr/>
        </p:nvSpPr>
        <p:spPr>
          <a:xfrm>
            <a:off x="4823591" y="6489778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2" name="Editable polyline segment"/>
          <p:cNvCxnSpPr/>
          <p:nvPr/>
        </p:nvCxnSpPr>
        <p:spPr>
          <a:xfrm flipV="1">
            <a:off x="4829047" y="6690154"/>
            <a:ext cx="27804" cy="199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Editable polyline segment"/>
          <p:cNvCxnSpPr/>
          <p:nvPr/>
        </p:nvCxnSpPr>
        <p:spPr>
          <a:xfrm flipV="1">
            <a:off x="4856851" y="6681353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Editable polyline segment"/>
          <p:cNvCxnSpPr/>
          <p:nvPr/>
        </p:nvCxnSpPr>
        <p:spPr>
          <a:xfrm flipV="1">
            <a:off x="4884654" y="6654991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Editable polyline segment"/>
          <p:cNvCxnSpPr/>
          <p:nvPr/>
        </p:nvCxnSpPr>
        <p:spPr>
          <a:xfrm flipV="1">
            <a:off x="4912457" y="6603246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Editable polyline segment"/>
          <p:cNvCxnSpPr/>
          <p:nvPr/>
        </p:nvCxnSpPr>
        <p:spPr>
          <a:xfrm flipV="1">
            <a:off x="4940261" y="6542347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Editable polyline segment"/>
          <p:cNvCxnSpPr/>
          <p:nvPr/>
        </p:nvCxnSpPr>
        <p:spPr>
          <a:xfrm flipV="1">
            <a:off x="4968064" y="6513918"/>
            <a:ext cx="27803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Editable polyline segment"/>
          <p:cNvCxnSpPr/>
          <p:nvPr/>
        </p:nvCxnSpPr>
        <p:spPr>
          <a:xfrm>
            <a:off x="4995867" y="6513918"/>
            <a:ext cx="27804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Editable polyline segment"/>
          <p:cNvCxnSpPr/>
          <p:nvPr/>
        </p:nvCxnSpPr>
        <p:spPr>
          <a:xfrm>
            <a:off x="5023671" y="6542347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Editable polyline segment"/>
          <p:cNvCxnSpPr/>
          <p:nvPr/>
        </p:nvCxnSpPr>
        <p:spPr>
          <a:xfrm>
            <a:off x="5051474" y="6603246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Editable polyline segment"/>
          <p:cNvCxnSpPr/>
          <p:nvPr/>
        </p:nvCxnSpPr>
        <p:spPr>
          <a:xfrm>
            <a:off x="5079278" y="6654991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Editable polyline segment"/>
          <p:cNvCxnSpPr/>
          <p:nvPr/>
        </p:nvCxnSpPr>
        <p:spPr>
          <a:xfrm>
            <a:off x="5107081" y="6681353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Editable polyline segment"/>
          <p:cNvCxnSpPr/>
          <p:nvPr/>
        </p:nvCxnSpPr>
        <p:spPr>
          <a:xfrm>
            <a:off x="5134884" y="6690154"/>
            <a:ext cx="27804" cy="199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4" name="Editable ellipse"/>
          <p:cNvSpPr/>
          <p:nvPr/>
        </p:nvSpPr>
        <p:spPr>
          <a:xfrm>
            <a:off x="5398371" y="6489778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5" name="Editable polyline segment"/>
          <p:cNvCxnSpPr/>
          <p:nvPr/>
        </p:nvCxnSpPr>
        <p:spPr>
          <a:xfrm flipV="1">
            <a:off x="5403828" y="6690154"/>
            <a:ext cx="27803" cy="199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Editable polyline segment"/>
          <p:cNvCxnSpPr/>
          <p:nvPr/>
        </p:nvCxnSpPr>
        <p:spPr>
          <a:xfrm flipV="1">
            <a:off x="5431631" y="6681353"/>
            <a:ext cx="27804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Editable polyline segment"/>
          <p:cNvCxnSpPr/>
          <p:nvPr/>
        </p:nvCxnSpPr>
        <p:spPr>
          <a:xfrm flipV="1">
            <a:off x="5459435" y="6654991"/>
            <a:ext cx="27803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Editable polyline segment"/>
          <p:cNvCxnSpPr/>
          <p:nvPr/>
        </p:nvCxnSpPr>
        <p:spPr>
          <a:xfrm flipV="1">
            <a:off x="5487238" y="6603246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Editable polyline segment"/>
          <p:cNvCxnSpPr/>
          <p:nvPr/>
        </p:nvCxnSpPr>
        <p:spPr>
          <a:xfrm flipV="1">
            <a:off x="5515041" y="6542347"/>
            <a:ext cx="27804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Editable polyline segment"/>
          <p:cNvCxnSpPr/>
          <p:nvPr/>
        </p:nvCxnSpPr>
        <p:spPr>
          <a:xfrm flipV="1">
            <a:off x="5542845" y="6513918"/>
            <a:ext cx="27803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Editable polyline segment"/>
          <p:cNvCxnSpPr/>
          <p:nvPr/>
        </p:nvCxnSpPr>
        <p:spPr>
          <a:xfrm>
            <a:off x="5570648" y="6513918"/>
            <a:ext cx="27804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Editable polyline segment"/>
          <p:cNvCxnSpPr/>
          <p:nvPr/>
        </p:nvCxnSpPr>
        <p:spPr>
          <a:xfrm>
            <a:off x="5598452" y="6542347"/>
            <a:ext cx="27803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Editable polyline segment"/>
          <p:cNvCxnSpPr/>
          <p:nvPr/>
        </p:nvCxnSpPr>
        <p:spPr>
          <a:xfrm>
            <a:off x="5626255" y="6603246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Editable polyline segment"/>
          <p:cNvCxnSpPr/>
          <p:nvPr/>
        </p:nvCxnSpPr>
        <p:spPr>
          <a:xfrm>
            <a:off x="5654058" y="6654991"/>
            <a:ext cx="27804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Editable polyline segment"/>
          <p:cNvCxnSpPr/>
          <p:nvPr/>
        </p:nvCxnSpPr>
        <p:spPr>
          <a:xfrm>
            <a:off x="5681862" y="6681353"/>
            <a:ext cx="27803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Editable polyline segment"/>
          <p:cNvCxnSpPr/>
          <p:nvPr/>
        </p:nvCxnSpPr>
        <p:spPr>
          <a:xfrm>
            <a:off x="5709665" y="6690154"/>
            <a:ext cx="27803" cy="199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Editable ellipse"/>
          <p:cNvSpPr/>
          <p:nvPr/>
        </p:nvSpPr>
        <p:spPr>
          <a:xfrm>
            <a:off x="4248810" y="6891337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Editable polyline segment"/>
          <p:cNvCxnSpPr/>
          <p:nvPr/>
        </p:nvCxnSpPr>
        <p:spPr>
          <a:xfrm flipV="1">
            <a:off x="4254266" y="7091713"/>
            <a:ext cx="27804" cy="199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Editable polyline segment"/>
          <p:cNvCxnSpPr/>
          <p:nvPr/>
        </p:nvCxnSpPr>
        <p:spPr>
          <a:xfrm flipV="1">
            <a:off x="4282070" y="7082912"/>
            <a:ext cx="27803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Editable polyline segment"/>
          <p:cNvCxnSpPr/>
          <p:nvPr/>
        </p:nvCxnSpPr>
        <p:spPr>
          <a:xfrm flipV="1">
            <a:off x="4309873" y="7056550"/>
            <a:ext cx="27804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Editable polyline segment"/>
          <p:cNvCxnSpPr/>
          <p:nvPr/>
        </p:nvCxnSpPr>
        <p:spPr>
          <a:xfrm flipV="1">
            <a:off x="4337677" y="7004805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Editable polyline segment"/>
          <p:cNvCxnSpPr/>
          <p:nvPr/>
        </p:nvCxnSpPr>
        <p:spPr>
          <a:xfrm flipV="1">
            <a:off x="4365480" y="6943906"/>
            <a:ext cx="27803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Editable polyline segment"/>
          <p:cNvCxnSpPr/>
          <p:nvPr/>
        </p:nvCxnSpPr>
        <p:spPr>
          <a:xfrm flipV="1">
            <a:off x="4393283" y="6915478"/>
            <a:ext cx="27804" cy="2842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Editable polyline segment"/>
          <p:cNvCxnSpPr/>
          <p:nvPr/>
        </p:nvCxnSpPr>
        <p:spPr>
          <a:xfrm>
            <a:off x="4421087" y="6915478"/>
            <a:ext cx="27803" cy="2842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Editable polyline segment"/>
          <p:cNvCxnSpPr/>
          <p:nvPr/>
        </p:nvCxnSpPr>
        <p:spPr>
          <a:xfrm>
            <a:off x="4448890" y="6943906"/>
            <a:ext cx="27804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Editable polyline segment"/>
          <p:cNvCxnSpPr/>
          <p:nvPr/>
        </p:nvCxnSpPr>
        <p:spPr>
          <a:xfrm>
            <a:off x="4476694" y="7004805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Editable polyline segment"/>
          <p:cNvCxnSpPr/>
          <p:nvPr/>
        </p:nvCxnSpPr>
        <p:spPr>
          <a:xfrm>
            <a:off x="4504497" y="7056550"/>
            <a:ext cx="27803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Editable polyline segment"/>
          <p:cNvCxnSpPr/>
          <p:nvPr/>
        </p:nvCxnSpPr>
        <p:spPr>
          <a:xfrm>
            <a:off x="4532300" y="7082912"/>
            <a:ext cx="27804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Editable polyline segment"/>
          <p:cNvCxnSpPr/>
          <p:nvPr/>
        </p:nvCxnSpPr>
        <p:spPr>
          <a:xfrm>
            <a:off x="4560104" y="7091713"/>
            <a:ext cx="27803" cy="199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0" name="Editable ellipse"/>
          <p:cNvSpPr/>
          <p:nvPr/>
        </p:nvSpPr>
        <p:spPr>
          <a:xfrm>
            <a:off x="4823591" y="6891337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1" name="Editable polyline segment"/>
          <p:cNvCxnSpPr/>
          <p:nvPr/>
        </p:nvCxnSpPr>
        <p:spPr>
          <a:xfrm flipV="1">
            <a:off x="4829047" y="7091713"/>
            <a:ext cx="27804" cy="199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Editable polyline segment"/>
          <p:cNvCxnSpPr/>
          <p:nvPr/>
        </p:nvCxnSpPr>
        <p:spPr>
          <a:xfrm flipV="1">
            <a:off x="4856851" y="7082912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Editable polyline segment"/>
          <p:cNvCxnSpPr/>
          <p:nvPr/>
        </p:nvCxnSpPr>
        <p:spPr>
          <a:xfrm flipV="1">
            <a:off x="4884654" y="7056550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Editable polyline segment"/>
          <p:cNvCxnSpPr/>
          <p:nvPr/>
        </p:nvCxnSpPr>
        <p:spPr>
          <a:xfrm flipV="1">
            <a:off x="4912457" y="7004805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Editable polyline segment"/>
          <p:cNvCxnSpPr/>
          <p:nvPr/>
        </p:nvCxnSpPr>
        <p:spPr>
          <a:xfrm flipV="1">
            <a:off x="4940261" y="6943906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Editable polyline segment"/>
          <p:cNvCxnSpPr/>
          <p:nvPr/>
        </p:nvCxnSpPr>
        <p:spPr>
          <a:xfrm flipV="1">
            <a:off x="4968064" y="6915478"/>
            <a:ext cx="27803" cy="2842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Editable polyline segment"/>
          <p:cNvCxnSpPr/>
          <p:nvPr/>
        </p:nvCxnSpPr>
        <p:spPr>
          <a:xfrm>
            <a:off x="4995867" y="6915478"/>
            <a:ext cx="27804" cy="2842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Editable polyline segment"/>
          <p:cNvCxnSpPr/>
          <p:nvPr/>
        </p:nvCxnSpPr>
        <p:spPr>
          <a:xfrm>
            <a:off x="5023671" y="6943906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Editable polyline segment"/>
          <p:cNvCxnSpPr/>
          <p:nvPr/>
        </p:nvCxnSpPr>
        <p:spPr>
          <a:xfrm>
            <a:off x="5051474" y="7004805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Editable polyline segment"/>
          <p:cNvCxnSpPr/>
          <p:nvPr/>
        </p:nvCxnSpPr>
        <p:spPr>
          <a:xfrm>
            <a:off x="5079278" y="7056550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Editable polyline segment"/>
          <p:cNvCxnSpPr/>
          <p:nvPr/>
        </p:nvCxnSpPr>
        <p:spPr>
          <a:xfrm>
            <a:off x="5107081" y="7082912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Editable polyline segment"/>
          <p:cNvCxnSpPr/>
          <p:nvPr/>
        </p:nvCxnSpPr>
        <p:spPr>
          <a:xfrm>
            <a:off x="5134884" y="7091713"/>
            <a:ext cx="27804" cy="199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Editable ellipse"/>
          <p:cNvSpPr/>
          <p:nvPr/>
        </p:nvSpPr>
        <p:spPr>
          <a:xfrm>
            <a:off x="5398371" y="6891337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4" name="Editable polyline segment"/>
          <p:cNvCxnSpPr/>
          <p:nvPr/>
        </p:nvCxnSpPr>
        <p:spPr>
          <a:xfrm flipV="1">
            <a:off x="5403828" y="7091713"/>
            <a:ext cx="27803" cy="199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Editable polyline segment"/>
          <p:cNvCxnSpPr/>
          <p:nvPr/>
        </p:nvCxnSpPr>
        <p:spPr>
          <a:xfrm flipV="1">
            <a:off x="5431631" y="7082912"/>
            <a:ext cx="27804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Editable polyline segment"/>
          <p:cNvCxnSpPr/>
          <p:nvPr/>
        </p:nvCxnSpPr>
        <p:spPr>
          <a:xfrm flipV="1">
            <a:off x="5459435" y="7056550"/>
            <a:ext cx="27803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Editable polyline segment"/>
          <p:cNvCxnSpPr/>
          <p:nvPr/>
        </p:nvCxnSpPr>
        <p:spPr>
          <a:xfrm flipV="1">
            <a:off x="5487238" y="7004805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Editable polyline segment"/>
          <p:cNvCxnSpPr/>
          <p:nvPr/>
        </p:nvCxnSpPr>
        <p:spPr>
          <a:xfrm flipV="1">
            <a:off x="5515041" y="6943906"/>
            <a:ext cx="27804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Editable polyline segment"/>
          <p:cNvCxnSpPr/>
          <p:nvPr/>
        </p:nvCxnSpPr>
        <p:spPr>
          <a:xfrm flipV="1">
            <a:off x="5542845" y="6915478"/>
            <a:ext cx="27803" cy="2842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Editable polyline segment"/>
          <p:cNvCxnSpPr/>
          <p:nvPr/>
        </p:nvCxnSpPr>
        <p:spPr>
          <a:xfrm>
            <a:off x="5570648" y="6915478"/>
            <a:ext cx="27804" cy="2842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Editable polyline segment"/>
          <p:cNvCxnSpPr/>
          <p:nvPr/>
        </p:nvCxnSpPr>
        <p:spPr>
          <a:xfrm>
            <a:off x="5598452" y="6943906"/>
            <a:ext cx="27803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Editable polyline segment"/>
          <p:cNvCxnSpPr/>
          <p:nvPr/>
        </p:nvCxnSpPr>
        <p:spPr>
          <a:xfrm>
            <a:off x="5626255" y="7004805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Editable polyline segment"/>
          <p:cNvCxnSpPr/>
          <p:nvPr/>
        </p:nvCxnSpPr>
        <p:spPr>
          <a:xfrm>
            <a:off x="5654058" y="7056550"/>
            <a:ext cx="27804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Editable polyline segment"/>
          <p:cNvCxnSpPr/>
          <p:nvPr/>
        </p:nvCxnSpPr>
        <p:spPr>
          <a:xfrm>
            <a:off x="5681862" y="7082912"/>
            <a:ext cx="27803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Editable polyline segment"/>
          <p:cNvCxnSpPr/>
          <p:nvPr/>
        </p:nvCxnSpPr>
        <p:spPr>
          <a:xfrm>
            <a:off x="5709665" y="7091713"/>
            <a:ext cx="27803" cy="199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Editable ellipse"/>
          <p:cNvSpPr/>
          <p:nvPr/>
        </p:nvSpPr>
        <p:spPr>
          <a:xfrm>
            <a:off x="4248810" y="7292896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7" name="Editable polyline segment"/>
          <p:cNvCxnSpPr/>
          <p:nvPr/>
        </p:nvCxnSpPr>
        <p:spPr>
          <a:xfrm flipV="1">
            <a:off x="4254266" y="7493273"/>
            <a:ext cx="27804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Editable polyline segment"/>
          <p:cNvCxnSpPr/>
          <p:nvPr/>
        </p:nvCxnSpPr>
        <p:spPr>
          <a:xfrm flipV="1">
            <a:off x="4282070" y="7484471"/>
            <a:ext cx="27803" cy="880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Editable polyline segment"/>
          <p:cNvCxnSpPr/>
          <p:nvPr/>
        </p:nvCxnSpPr>
        <p:spPr>
          <a:xfrm flipV="1">
            <a:off x="4309873" y="7458109"/>
            <a:ext cx="27804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Editable polyline segment"/>
          <p:cNvCxnSpPr/>
          <p:nvPr/>
        </p:nvCxnSpPr>
        <p:spPr>
          <a:xfrm flipV="1">
            <a:off x="4337677" y="7406364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Editable polyline segment"/>
          <p:cNvCxnSpPr/>
          <p:nvPr/>
        </p:nvCxnSpPr>
        <p:spPr>
          <a:xfrm flipV="1">
            <a:off x="4365480" y="7345465"/>
            <a:ext cx="27803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Editable polyline segment"/>
          <p:cNvCxnSpPr/>
          <p:nvPr/>
        </p:nvCxnSpPr>
        <p:spPr>
          <a:xfrm flipV="1">
            <a:off x="4393283" y="7317037"/>
            <a:ext cx="27804" cy="2842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Editable polyline segment"/>
          <p:cNvCxnSpPr/>
          <p:nvPr/>
        </p:nvCxnSpPr>
        <p:spPr>
          <a:xfrm>
            <a:off x="4421087" y="7317037"/>
            <a:ext cx="27803" cy="2842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Editable polyline segment"/>
          <p:cNvCxnSpPr/>
          <p:nvPr/>
        </p:nvCxnSpPr>
        <p:spPr>
          <a:xfrm>
            <a:off x="4448890" y="7345465"/>
            <a:ext cx="27804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Editable polyline segment"/>
          <p:cNvCxnSpPr/>
          <p:nvPr/>
        </p:nvCxnSpPr>
        <p:spPr>
          <a:xfrm>
            <a:off x="4476694" y="7406364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Editable polyline segment"/>
          <p:cNvCxnSpPr/>
          <p:nvPr/>
        </p:nvCxnSpPr>
        <p:spPr>
          <a:xfrm>
            <a:off x="4504497" y="7458109"/>
            <a:ext cx="27803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Editable polyline segment"/>
          <p:cNvCxnSpPr/>
          <p:nvPr/>
        </p:nvCxnSpPr>
        <p:spPr>
          <a:xfrm>
            <a:off x="4532300" y="7484471"/>
            <a:ext cx="27804" cy="880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Editable polyline segment"/>
          <p:cNvCxnSpPr/>
          <p:nvPr/>
        </p:nvCxnSpPr>
        <p:spPr>
          <a:xfrm>
            <a:off x="4560104" y="7493273"/>
            <a:ext cx="27803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Editable ellipse"/>
          <p:cNvSpPr/>
          <p:nvPr/>
        </p:nvSpPr>
        <p:spPr>
          <a:xfrm>
            <a:off x="4823591" y="7292896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0" name="Editable polyline segment"/>
          <p:cNvCxnSpPr/>
          <p:nvPr/>
        </p:nvCxnSpPr>
        <p:spPr>
          <a:xfrm flipV="1">
            <a:off x="4829047" y="7493273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Editable polyline segment"/>
          <p:cNvCxnSpPr/>
          <p:nvPr/>
        </p:nvCxnSpPr>
        <p:spPr>
          <a:xfrm flipV="1">
            <a:off x="4856851" y="7484471"/>
            <a:ext cx="27803" cy="880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Editable polyline segment"/>
          <p:cNvCxnSpPr/>
          <p:nvPr/>
        </p:nvCxnSpPr>
        <p:spPr>
          <a:xfrm flipV="1">
            <a:off x="4884654" y="7458109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Editable polyline segment"/>
          <p:cNvCxnSpPr/>
          <p:nvPr/>
        </p:nvCxnSpPr>
        <p:spPr>
          <a:xfrm flipV="1">
            <a:off x="4912457" y="7406364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Editable polyline segment"/>
          <p:cNvCxnSpPr/>
          <p:nvPr/>
        </p:nvCxnSpPr>
        <p:spPr>
          <a:xfrm flipV="1">
            <a:off x="4940261" y="7345465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Editable polyline segment"/>
          <p:cNvCxnSpPr/>
          <p:nvPr/>
        </p:nvCxnSpPr>
        <p:spPr>
          <a:xfrm flipV="1">
            <a:off x="4968064" y="7317037"/>
            <a:ext cx="27803" cy="2842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Editable polyline segment"/>
          <p:cNvCxnSpPr/>
          <p:nvPr/>
        </p:nvCxnSpPr>
        <p:spPr>
          <a:xfrm>
            <a:off x="4995867" y="7317037"/>
            <a:ext cx="27804" cy="2842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Editable polyline segment"/>
          <p:cNvCxnSpPr/>
          <p:nvPr/>
        </p:nvCxnSpPr>
        <p:spPr>
          <a:xfrm>
            <a:off x="5023671" y="7345465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Editable polyline segment"/>
          <p:cNvCxnSpPr/>
          <p:nvPr/>
        </p:nvCxnSpPr>
        <p:spPr>
          <a:xfrm>
            <a:off x="5051474" y="7406364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Editable polyline segment"/>
          <p:cNvCxnSpPr/>
          <p:nvPr/>
        </p:nvCxnSpPr>
        <p:spPr>
          <a:xfrm>
            <a:off x="5079278" y="7458109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Editable polyline segment"/>
          <p:cNvCxnSpPr/>
          <p:nvPr/>
        </p:nvCxnSpPr>
        <p:spPr>
          <a:xfrm>
            <a:off x="5107081" y="7484471"/>
            <a:ext cx="27803" cy="880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Editable polyline segment"/>
          <p:cNvCxnSpPr/>
          <p:nvPr/>
        </p:nvCxnSpPr>
        <p:spPr>
          <a:xfrm>
            <a:off x="5134884" y="7493273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Editable ellipse"/>
          <p:cNvSpPr/>
          <p:nvPr/>
        </p:nvSpPr>
        <p:spPr>
          <a:xfrm>
            <a:off x="5398371" y="7292896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Editable polyline segment"/>
          <p:cNvCxnSpPr/>
          <p:nvPr/>
        </p:nvCxnSpPr>
        <p:spPr>
          <a:xfrm flipV="1">
            <a:off x="5403828" y="7493273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Editable polyline segment"/>
          <p:cNvCxnSpPr/>
          <p:nvPr/>
        </p:nvCxnSpPr>
        <p:spPr>
          <a:xfrm flipV="1">
            <a:off x="5431631" y="7484471"/>
            <a:ext cx="27804" cy="880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Editable polyline segment"/>
          <p:cNvCxnSpPr/>
          <p:nvPr/>
        </p:nvCxnSpPr>
        <p:spPr>
          <a:xfrm flipV="1">
            <a:off x="5459435" y="7458109"/>
            <a:ext cx="27803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Editable polyline segment"/>
          <p:cNvCxnSpPr/>
          <p:nvPr/>
        </p:nvCxnSpPr>
        <p:spPr>
          <a:xfrm flipV="1">
            <a:off x="5487238" y="7406364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Editable polyline segment"/>
          <p:cNvCxnSpPr/>
          <p:nvPr/>
        </p:nvCxnSpPr>
        <p:spPr>
          <a:xfrm flipV="1">
            <a:off x="5515041" y="7345465"/>
            <a:ext cx="27804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Editable polyline segment"/>
          <p:cNvCxnSpPr/>
          <p:nvPr/>
        </p:nvCxnSpPr>
        <p:spPr>
          <a:xfrm flipV="1">
            <a:off x="5542845" y="7317037"/>
            <a:ext cx="27803" cy="2842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Editable polyline segment"/>
          <p:cNvCxnSpPr/>
          <p:nvPr/>
        </p:nvCxnSpPr>
        <p:spPr>
          <a:xfrm>
            <a:off x="5570648" y="7317037"/>
            <a:ext cx="27804" cy="2842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Editable polyline segment"/>
          <p:cNvCxnSpPr/>
          <p:nvPr/>
        </p:nvCxnSpPr>
        <p:spPr>
          <a:xfrm>
            <a:off x="5598452" y="7345465"/>
            <a:ext cx="27803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Editable polyline segment"/>
          <p:cNvCxnSpPr/>
          <p:nvPr/>
        </p:nvCxnSpPr>
        <p:spPr>
          <a:xfrm>
            <a:off x="5626255" y="7406364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Editable polyline segment"/>
          <p:cNvCxnSpPr/>
          <p:nvPr/>
        </p:nvCxnSpPr>
        <p:spPr>
          <a:xfrm>
            <a:off x="5654058" y="7458109"/>
            <a:ext cx="27804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Editable polyline segment"/>
          <p:cNvCxnSpPr/>
          <p:nvPr/>
        </p:nvCxnSpPr>
        <p:spPr>
          <a:xfrm>
            <a:off x="5681862" y="7484471"/>
            <a:ext cx="27803" cy="880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Editable polyline segment"/>
          <p:cNvCxnSpPr/>
          <p:nvPr/>
        </p:nvCxnSpPr>
        <p:spPr>
          <a:xfrm>
            <a:off x="5709665" y="7493273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5" name="Editable ellipse"/>
          <p:cNvSpPr/>
          <p:nvPr/>
        </p:nvSpPr>
        <p:spPr>
          <a:xfrm>
            <a:off x="4248810" y="7694455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Editable polyline segment"/>
          <p:cNvCxnSpPr/>
          <p:nvPr/>
        </p:nvCxnSpPr>
        <p:spPr>
          <a:xfrm flipV="1">
            <a:off x="4254266" y="7894832"/>
            <a:ext cx="27804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Editable polyline segment"/>
          <p:cNvCxnSpPr/>
          <p:nvPr/>
        </p:nvCxnSpPr>
        <p:spPr>
          <a:xfrm flipV="1">
            <a:off x="4282070" y="7886030"/>
            <a:ext cx="27803" cy="880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Editable polyline segment"/>
          <p:cNvCxnSpPr/>
          <p:nvPr/>
        </p:nvCxnSpPr>
        <p:spPr>
          <a:xfrm flipV="1">
            <a:off x="4309873" y="7859668"/>
            <a:ext cx="27804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Editable polyline segment"/>
          <p:cNvCxnSpPr/>
          <p:nvPr/>
        </p:nvCxnSpPr>
        <p:spPr>
          <a:xfrm flipV="1">
            <a:off x="4337677" y="7807923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Editable polyline segment"/>
          <p:cNvCxnSpPr/>
          <p:nvPr/>
        </p:nvCxnSpPr>
        <p:spPr>
          <a:xfrm flipV="1">
            <a:off x="4365480" y="7747025"/>
            <a:ext cx="27803" cy="6089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Editable polyline segment"/>
          <p:cNvCxnSpPr/>
          <p:nvPr/>
        </p:nvCxnSpPr>
        <p:spPr>
          <a:xfrm flipV="1">
            <a:off x="4393283" y="7718596"/>
            <a:ext cx="27804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Editable polyline segment"/>
          <p:cNvCxnSpPr/>
          <p:nvPr/>
        </p:nvCxnSpPr>
        <p:spPr>
          <a:xfrm>
            <a:off x="4421087" y="7718596"/>
            <a:ext cx="27803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Editable polyline segment"/>
          <p:cNvCxnSpPr/>
          <p:nvPr/>
        </p:nvCxnSpPr>
        <p:spPr>
          <a:xfrm>
            <a:off x="4448890" y="7747025"/>
            <a:ext cx="27804" cy="60898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Editable polyline segment"/>
          <p:cNvCxnSpPr/>
          <p:nvPr/>
        </p:nvCxnSpPr>
        <p:spPr>
          <a:xfrm>
            <a:off x="4476694" y="7807923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Editable polyline segment"/>
          <p:cNvCxnSpPr/>
          <p:nvPr/>
        </p:nvCxnSpPr>
        <p:spPr>
          <a:xfrm>
            <a:off x="4504497" y="7859668"/>
            <a:ext cx="27803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Editable polyline segment"/>
          <p:cNvCxnSpPr/>
          <p:nvPr/>
        </p:nvCxnSpPr>
        <p:spPr>
          <a:xfrm>
            <a:off x="4532300" y="7886030"/>
            <a:ext cx="27804" cy="880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Editable polyline segment"/>
          <p:cNvCxnSpPr/>
          <p:nvPr/>
        </p:nvCxnSpPr>
        <p:spPr>
          <a:xfrm>
            <a:off x="4560104" y="7894832"/>
            <a:ext cx="27803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8" name="Editable ellipse"/>
          <p:cNvSpPr/>
          <p:nvPr/>
        </p:nvSpPr>
        <p:spPr>
          <a:xfrm>
            <a:off x="4823591" y="7694455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Editable polyline segment"/>
          <p:cNvCxnSpPr/>
          <p:nvPr/>
        </p:nvCxnSpPr>
        <p:spPr>
          <a:xfrm flipV="1">
            <a:off x="4829047" y="7894832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Editable polyline segment"/>
          <p:cNvCxnSpPr/>
          <p:nvPr/>
        </p:nvCxnSpPr>
        <p:spPr>
          <a:xfrm flipV="1">
            <a:off x="4856851" y="7886030"/>
            <a:ext cx="27803" cy="880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Editable polyline segment"/>
          <p:cNvCxnSpPr/>
          <p:nvPr/>
        </p:nvCxnSpPr>
        <p:spPr>
          <a:xfrm flipV="1">
            <a:off x="4884654" y="7859668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Editable polyline segment"/>
          <p:cNvCxnSpPr/>
          <p:nvPr/>
        </p:nvCxnSpPr>
        <p:spPr>
          <a:xfrm flipV="1">
            <a:off x="4912457" y="7807923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Editable polyline segment"/>
          <p:cNvCxnSpPr/>
          <p:nvPr/>
        </p:nvCxnSpPr>
        <p:spPr>
          <a:xfrm flipV="1">
            <a:off x="4940261" y="7747025"/>
            <a:ext cx="27803" cy="6089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Editable polyline segment"/>
          <p:cNvCxnSpPr/>
          <p:nvPr/>
        </p:nvCxnSpPr>
        <p:spPr>
          <a:xfrm flipV="1">
            <a:off x="4968064" y="7718596"/>
            <a:ext cx="27803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Editable polyline segment"/>
          <p:cNvCxnSpPr/>
          <p:nvPr/>
        </p:nvCxnSpPr>
        <p:spPr>
          <a:xfrm>
            <a:off x="4995867" y="7718596"/>
            <a:ext cx="27804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Editable polyline segment"/>
          <p:cNvCxnSpPr/>
          <p:nvPr/>
        </p:nvCxnSpPr>
        <p:spPr>
          <a:xfrm>
            <a:off x="5023671" y="7747025"/>
            <a:ext cx="27803" cy="60898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Editable polyline segment"/>
          <p:cNvCxnSpPr/>
          <p:nvPr/>
        </p:nvCxnSpPr>
        <p:spPr>
          <a:xfrm>
            <a:off x="5051474" y="7807923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Editable polyline segment"/>
          <p:cNvCxnSpPr/>
          <p:nvPr/>
        </p:nvCxnSpPr>
        <p:spPr>
          <a:xfrm>
            <a:off x="5079278" y="7859668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Editable polyline segment"/>
          <p:cNvCxnSpPr/>
          <p:nvPr/>
        </p:nvCxnSpPr>
        <p:spPr>
          <a:xfrm>
            <a:off x="5107081" y="7886030"/>
            <a:ext cx="27803" cy="880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Editable polyline segment"/>
          <p:cNvCxnSpPr/>
          <p:nvPr/>
        </p:nvCxnSpPr>
        <p:spPr>
          <a:xfrm>
            <a:off x="5134884" y="7894832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1" name="Editable ellipse"/>
          <p:cNvSpPr/>
          <p:nvPr/>
        </p:nvSpPr>
        <p:spPr>
          <a:xfrm>
            <a:off x="5398371" y="7694455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2" name="Editable polyline segment"/>
          <p:cNvCxnSpPr/>
          <p:nvPr/>
        </p:nvCxnSpPr>
        <p:spPr>
          <a:xfrm flipV="1">
            <a:off x="5403828" y="7894832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Editable polyline segment"/>
          <p:cNvCxnSpPr/>
          <p:nvPr/>
        </p:nvCxnSpPr>
        <p:spPr>
          <a:xfrm flipV="1">
            <a:off x="5431631" y="7886030"/>
            <a:ext cx="27804" cy="880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Editable polyline segment"/>
          <p:cNvCxnSpPr/>
          <p:nvPr/>
        </p:nvCxnSpPr>
        <p:spPr>
          <a:xfrm flipV="1">
            <a:off x="5459435" y="7859668"/>
            <a:ext cx="27803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Editable polyline segment"/>
          <p:cNvCxnSpPr/>
          <p:nvPr/>
        </p:nvCxnSpPr>
        <p:spPr>
          <a:xfrm flipV="1">
            <a:off x="5487238" y="7807923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Editable polyline segment"/>
          <p:cNvCxnSpPr/>
          <p:nvPr/>
        </p:nvCxnSpPr>
        <p:spPr>
          <a:xfrm flipV="1">
            <a:off x="5515041" y="7747025"/>
            <a:ext cx="27804" cy="6089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Editable polyline segment"/>
          <p:cNvCxnSpPr/>
          <p:nvPr/>
        </p:nvCxnSpPr>
        <p:spPr>
          <a:xfrm flipV="1">
            <a:off x="5542845" y="7718596"/>
            <a:ext cx="27803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Editable polyline segment"/>
          <p:cNvCxnSpPr/>
          <p:nvPr/>
        </p:nvCxnSpPr>
        <p:spPr>
          <a:xfrm>
            <a:off x="5570648" y="7718596"/>
            <a:ext cx="27804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Editable polyline segment"/>
          <p:cNvCxnSpPr/>
          <p:nvPr/>
        </p:nvCxnSpPr>
        <p:spPr>
          <a:xfrm>
            <a:off x="5598452" y="7747025"/>
            <a:ext cx="27803" cy="60898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Editable polyline segment"/>
          <p:cNvCxnSpPr/>
          <p:nvPr/>
        </p:nvCxnSpPr>
        <p:spPr>
          <a:xfrm>
            <a:off x="5626255" y="7807923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Editable polyline segment"/>
          <p:cNvCxnSpPr/>
          <p:nvPr/>
        </p:nvCxnSpPr>
        <p:spPr>
          <a:xfrm>
            <a:off x="5654058" y="7859668"/>
            <a:ext cx="27804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Editable polyline segment"/>
          <p:cNvCxnSpPr/>
          <p:nvPr/>
        </p:nvCxnSpPr>
        <p:spPr>
          <a:xfrm>
            <a:off x="5681862" y="7886030"/>
            <a:ext cx="27803" cy="880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Editable polyline segment"/>
          <p:cNvCxnSpPr/>
          <p:nvPr/>
        </p:nvCxnSpPr>
        <p:spPr>
          <a:xfrm>
            <a:off x="5709665" y="7894832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4" name="Editable ellipse"/>
          <p:cNvSpPr/>
          <p:nvPr/>
        </p:nvSpPr>
        <p:spPr>
          <a:xfrm>
            <a:off x="4248810" y="8096014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5" name="Editable polyline segment"/>
          <p:cNvCxnSpPr/>
          <p:nvPr/>
        </p:nvCxnSpPr>
        <p:spPr>
          <a:xfrm flipV="1">
            <a:off x="4254266" y="8296391"/>
            <a:ext cx="27804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Editable polyline segment"/>
          <p:cNvCxnSpPr/>
          <p:nvPr/>
        </p:nvCxnSpPr>
        <p:spPr>
          <a:xfrm flipV="1">
            <a:off x="4282070" y="8287590"/>
            <a:ext cx="27803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Editable polyline segment"/>
          <p:cNvCxnSpPr/>
          <p:nvPr/>
        </p:nvCxnSpPr>
        <p:spPr>
          <a:xfrm flipV="1">
            <a:off x="4309873" y="8261227"/>
            <a:ext cx="27804" cy="2636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Editable polyline segment"/>
          <p:cNvCxnSpPr/>
          <p:nvPr/>
        </p:nvCxnSpPr>
        <p:spPr>
          <a:xfrm flipV="1">
            <a:off x="4337677" y="8209483"/>
            <a:ext cx="27803" cy="51744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Editable polyline segment"/>
          <p:cNvCxnSpPr/>
          <p:nvPr/>
        </p:nvCxnSpPr>
        <p:spPr>
          <a:xfrm flipV="1">
            <a:off x="4365480" y="8148584"/>
            <a:ext cx="27803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Editable polyline segment"/>
          <p:cNvCxnSpPr/>
          <p:nvPr/>
        </p:nvCxnSpPr>
        <p:spPr>
          <a:xfrm flipV="1">
            <a:off x="4393283" y="8120155"/>
            <a:ext cx="27804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Editable polyline segment"/>
          <p:cNvCxnSpPr/>
          <p:nvPr/>
        </p:nvCxnSpPr>
        <p:spPr>
          <a:xfrm>
            <a:off x="4421087" y="8120155"/>
            <a:ext cx="27803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Editable polyline segment"/>
          <p:cNvCxnSpPr/>
          <p:nvPr/>
        </p:nvCxnSpPr>
        <p:spPr>
          <a:xfrm>
            <a:off x="4448890" y="8148584"/>
            <a:ext cx="27804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Editable polyline segment"/>
          <p:cNvCxnSpPr/>
          <p:nvPr/>
        </p:nvCxnSpPr>
        <p:spPr>
          <a:xfrm>
            <a:off x="4476694" y="8209483"/>
            <a:ext cx="27803" cy="51744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Editable polyline segment"/>
          <p:cNvCxnSpPr/>
          <p:nvPr/>
        </p:nvCxnSpPr>
        <p:spPr>
          <a:xfrm>
            <a:off x="4504497" y="8261227"/>
            <a:ext cx="27803" cy="26363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Editable polyline segment"/>
          <p:cNvCxnSpPr/>
          <p:nvPr/>
        </p:nvCxnSpPr>
        <p:spPr>
          <a:xfrm>
            <a:off x="4532300" y="8287590"/>
            <a:ext cx="27804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Editable polyline segment"/>
          <p:cNvCxnSpPr/>
          <p:nvPr/>
        </p:nvCxnSpPr>
        <p:spPr>
          <a:xfrm>
            <a:off x="4560104" y="8296391"/>
            <a:ext cx="27803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7" name="Editable ellipse"/>
          <p:cNvSpPr/>
          <p:nvPr/>
        </p:nvSpPr>
        <p:spPr>
          <a:xfrm>
            <a:off x="4823591" y="8096014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8" name="Editable polyline segment"/>
          <p:cNvCxnSpPr/>
          <p:nvPr/>
        </p:nvCxnSpPr>
        <p:spPr>
          <a:xfrm flipV="1">
            <a:off x="4829047" y="8296391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Editable polyline segment"/>
          <p:cNvCxnSpPr/>
          <p:nvPr/>
        </p:nvCxnSpPr>
        <p:spPr>
          <a:xfrm flipV="1">
            <a:off x="4856851" y="8287590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Editable polyline segment"/>
          <p:cNvCxnSpPr/>
          <p:nvPr/>
        </p:nvCxnSpPr>
        <p:spPr>
          <a:xfrm flipV="1">
            <a:off x="4884654" y="8261227"/>
            <a:ext cx="27803" cy="2636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Editable polyline segment"/>
          <p:cNvCxnSpPr/>
          <p:nvPr/>
        </p:nvCxnSpPr>
        <p:spPr>
          <a:xfrm flipV="1">
            <a:off x="4912457" y="8209483"/>
            <a:ext cx="27804" cy="51744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Editable polyline segment"/>
          <p:cNvCxnSpPr/>
          <p:nvPr/>
        </p:nvCxnSpPr>
        <p:spPr>
          <a:xfrm flipV="1">
            <a:off x="4940261" y="8148584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Editable polyline segment"/>
          <p:cNvCxnSpPr/>
          <p:nvPr/>
        </p:nvCxnSpPr>
        <p:spPr>
          <a:xfrm flipV="1">
            <a:off x="4968064" y="8120155"/>
            <a:ext cx="27803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Editable polyline segment"/>
          <p:cNvCxnSpPr/>
          <p:nvPr/>
        </p:nvCxnSpPr>
        <p:spPr>
          <a:xfrm>
            <a:off x="4995867" y="8120155"/>
            <a:ext cx="27804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Editable polyline segment"/>
          <p:cNvCxnSpPr/>
          <p:nvPr/>
        </p:nvCxnSpPr>
        <p:spPr>
          <a:xfrm>
            <a:off x="5023671" y="8148584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Editable polyline segment"/>
          <p:cNvCxnSpPr/>
          <p:nvPr/>
        </p:nvCxnSpPr>
        <p:spPr>
          <a:xfrm>
            <a:off x="5051474" y="8209483"/>
            <a:ext cx="27804" cy="51744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Editable polyline segment"/>
          <p:cNvCxnSpPr/>
          <p:nvPr/>
        </p:nvCxnSpPr>
        <p:spPr>
          <a:xfrm>
            <a:off x="5079278" y="8261227"/>
            <a:ext cx="27803" cy="26363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Editable polyline segment"/>
          <p:cNvCxnSpPr/>
          <p:nvPr/>
        </p:nvCxnSpPr>
        <p:spPr>
          <a:xfrm>
            <a:off x="5107081" y="8287590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Editable polyline segment"/>
          <p:cNvCxnSpPr/>
          <p:nvPr/>
        </p:nvCxnSpPr>
        <p:spPr>
          <a:xfrm>
            <a:off x="5134884" y="8296391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Editable ellipse"/>
          <p:cNvSpPr/>
          <p:nvPr/>
        </p:nvSpPr>
        <p:spPr>
          <a:xfrm>
            <a:off x="5398371" y="8096014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1" name="Editable polyline segment"/>
          <p:cNvCxnSpPr/>
          <p:nvPr/>
        </p:nvCxnSpPr>
        <p:spPr>
          <a:xfrm flipV="1">
            <a:off x="5403828" y="8296391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Editable polyline segment"/>
          <p:cNvCxnSpPr/>
          <p:nvPr/>
        </p:nvCxnSpPr>
        <p:spPr>
          <a:xfrm flipV="1">
            <a:off x="5431631" y="8287590"/>
            <a:ext cx="27804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Editable polyline segment"/>
          <p:cNvCxnSpPr/>
          <p:nvPr/>
        </p:nvCxnSpPr>
        <p:spPr>
          <a:xfrm flipV="1">
            <a:off x="5459435" y="8261227"/>
            <a:ext cx="27803" cy="2636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Editable polyline segment"/>
          <p:cNvCxnSpPr/>
          <p:nvPr/>
        </p:nvCxnSpPr>
        <p:spPr>
          <a:xfrm flipV="1">
            <a:off x="5487238" y="8209483"/>
            <a:ext cx="27803" cy="51744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Editable polyline segment"/>
          <p:cNvCxnSpPr/>
          <p:nvPr/>
        </p:nvCxnSpPr>
        <p:spPr>
          <a:xfrm flipV="1">
            <a:off x="5515041" y="8148584"/>
            <a:ext cx="27804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Editable polyline segment"/>
          <p:cNvCxnSpPr/>
          <p:nvPr/>
        </p:nvCxnSpPr>
        <p:spPr>
          <a:xfrm flipV="1">
            <a:off x="5542845" y="8120155"/>
            <a:ext cx="27803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Editable polyline segment"/>
          <p:cNvCxnSpPr/>
          <p:nvPr/>
        </p:nvCxnSpPr>
        <p:spPr>
          <a:xfrm>
            <a:off x="5570648" y="8120155"/>
            <a:ext cx="27804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Editable polyline segment"/>
          <p:cNvCxnSpPr/>
          <p:nvPr/>
        </p:nvCxnSpPr>
        <p:spPr>
          <a:xfrm>
            <a:off x="5598452" y="8148584"/>
            <a:ext cx="27803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Editable polyline segment"/>
          <p:cNvCxnSpPr/>
          <p:nvPr/>
        </p:nvCxnSpPr>
        <p:spPr>
          <a:xfrm>
            <a:off x="5626255" y="8209483"/>
            <a:ext cx="27803" cy="51744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Editable polyline segment"/>
          <p:cNvCxnSpPr/>
          <p:nvPr/>
        </p:nvCxnSpPr>
        <p:spPr>
          <a:xfrm>
            <a:off x="5654058" y="8261227"/>
            <a:ext cx="27804" cy="26363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Editable polyline segment"/>
          <p:cNvCxnSpPr/>
          <p:nvPr/>
        </p:nvCxnSpPr>
        <p:spPr>
          <a:xfrm>
            <a:off x="5681862" y="8287590"/>
            <a:ext cx="27803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Editable polyline segment"/>
          <p:cNvCxnSpPr/>
          <p:nvPr/>
        </p:nvCxnSpPr>
        <p:spPr>
          <a:xfrm>
            <a:off x="5709665" y="8296391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3" name="Editable ellipse"/>
          <p:cNvSpPr/>
          <p:nvPr/>
        </p:nvSpPr>
        <p:spPr>
          <a:xfrm>
            <a:off x="4248810" y="8497573"/>
            <a:ext cx="344553" cy="281587"/>
          </a:xfrm>
          <a:prstGeom prst="ellipse">
            <a:avLst/>
          </a:prstGeom>
          <a:noFill/>
          <a:ln w="11810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4" name="Editable polyline segment"/>
          <p:cNvCxnSpPr/>
          <p:nvPr/>
        </p:nvCxnSpPr>
        <p:spPr>
          <a:xfrm flipV="1">
            <a:off x="4254266" y="8697950"/>
            <a:ext cx="27804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Editable polyline segment"/>
          <p:cNvCxnSpPr/>
          <p:nvPr/>
        </p:nvCxnSpPr>
        <p:spPr>
          <a:xfrm flipV="1">
            <a:off x="4282070" y="8689149"/>
            <a:ext cx="27803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Editable polyline segment"/>
          <p:cNvCxnSpPr/>
          <p:nvPr/>
        </p:nvCxnSpPr>
        <p:spPr>
          <a:xfrm flipV="1">
            <a:off x="4309873" y="8662787"/>
            <a:ext cx="27804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Editable polyline segment"/>
          <p:cNvCxnSpPr/>
          <p:nvPr/>
        </p:nvCxnSpPr>
        <p:spPr>
          <a:xfrm flipV="1">
            <a:off x="4337677" y="8611042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Editable polyline segment"/>
          <p:cNvCxnSpPr/>
          <p:nvPr/>
        </p:nvCxnSpPr>
        <p:spPr>
          <a:xfrm flipV="1">
            <a:off x="4365480" y="8550143"/>
            <a:ext cx="27803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Editable polyline segment"/>
          <p:cNvCxnSpPr/>
          <p:nvPr/>
        </p:nvCxnSpPr>
        <p:spPr>
          <a:xfrm flipV="1">
            <a:off x="4393283" y="8521714"/>
            <a:ext cx="27804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Editable polyline segment"/>
          <p:cNvCxnSpPr/>
          <p:nvPr/>
        </p:nvCxnSpPr>
        <p:spPr>
          <a:xfrm>
            <a:off x="4421087" y="8521714"/>
            <a:ext cx="27803" cy="2842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Editable polyline segment"/>
          <p:cNvCxnSpPr/>
          <p:nvPr/>
        </p:nvCxnSpPr>
        <p:spPr>
          <a:xfrm>
            <a:off x="4448890" y="8550143"/>
            <a:ext cx="27804" cy="60899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Editable polyline segment"/>
          <p:cNvCxnSpPr/>
          <p:nvPr/>
        </p:nvCxnSpPr>
        <p:spPr>
          <a:xfrm>
            <a:off x="4476694" y="8611042"/>
            <a:ext cx="27803" cy="51745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Editable polyline segment"/>
          <p:cNvCxnSpPr/>
          <p:nvPr/>
        </p:nvCxnSpPr>
        <p:spPr>
          <a:xfrm>
            <a:off x="4504497" y="8662787"/>
            <a:ext cx="27803" cy="2636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Editable polyline segment"/>
          <p:cNvCxnSpPr/>
          <p:nvPr/>
        </p:nvCxnSpPr>
        <p:spPr>
          <a:xfrm>
            <a:off x="4532300" y="8689149"/>
            <a:ext cx="27804" cy="8801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Editable polyline segment"/>
          <p:cNvCxnSpPr/>
          <p:nvPr/>
        </p:nvCxnSpPr>
        <p:spPr>
          <a:xfrm>
            <a:off x="4560104" y="8697950"/>
            <a:ext cx="27803" cy="1992"/>
          </a:xfrm>
          <a:prstGeom prst="line">
            <a:avLst/>
          </a:prstGeom>
          <a:ln w="11810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Editable ellipse"/>
          <p:cNvSpPr/>
          <p:nvPr/>
        </p:nvSpPr>
        <p:spPr>
          <a:xfrm>
            <a:off x="4823591" y="8497573"/>
            <a:ext cx="344553" cy="281587"/>
          </a:xfrm>
          <a:prstGeom prst="ellipse">
            <a:avLst/>
          </a:prstGeom>
          <a:noFill/>
          <a:ln w="11810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7" name="Editable polyline segment"/>
          <p:cNvCxnSpPr/>
          <p:nvPr/>
        </p:nvCxnSpPr>
        <p:spPr>
          <a:xfrm flipV="1">
            <a:off x="4829047" y="8697950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Editable polyline segment"/>
          <p:cNvCxnSpPr/>
          <p:nvPr/>
        </p:nvCxnSpPr>
        <p:spPr>
          <a:xfrm flipV="1">
            <a:off x="4856851" y="8689149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Editable polyline segment"/>
          <p:cNvCxnSpPr/>
          <p:nvPr/>
        </p:nvCxnSpPr>
        <p:spPr>
          <a:xfrm flipV="1">
            <a:off x="4884654" y="8662787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Editable polyline segment"/>
          <p:cNvCxnSpPr/>
          <p:nvPr/>
        </p:nvCxnSpPr>
        <p:spPr>
          <a:xfrm flipV="1">
            <a:off x="4912457" y="8611042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Editable polyline segment"/>
          <p:cNvCxnSpPr/>
          <p:nvPr/>
        </p:nvCxnSpPr>
        <p:spPr>
          <a:xfrm flipV="1">
            <a:off x="4940261" y="8550143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Editable polyline segment"/>
          <p:cNvCxnSpPr/>
          <p:nvPr/>
        </p:nvCxnSpPr>
        <p:spPr>
          <a:xfrm flipV="1">
            <a:off x="4968064" y="8521714"/>
            <a:ext cx="27803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Editable polyline segment"/>
          <p:cNvCxnSpPr/>
          <p:nvPr/>
        </p:nvCxnSpPr>
        <p:spPr>
          <a:xfrm>
            <a:off x="4995867" y="8521714"/>
            <a:ext cx="27804" cy="2842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Editable polyline segment"/>
          <p:cNvCxnSpPr/>
          <p:nvPr/>
        </p:nvCxnSpPr>
        <p:spPr>
          <a:xfrm>
            <a:off x="5023671" y="8550143"/>
            <a:ext cx="27803" cy="60899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Editable polyline segment"/>
          <p:cNvCxnSpPr/>
          <p:nvPr/>
        </p:nvCxnSpPr>
        <p:spPr>
          <a:xfrm>
            <a:off x="5051474" y="8611042"/>
            <a:ext cx="27804" cy="51745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Editable polyline segment"/>
          <p:cNvCxnSpPr/>
          <p:nvPr/>
        </p:nvCxnSpPr>
        <p:spPr>
          <a:xfrm>
            <a:off x="5079278" y="8662787"/>
            <a:ext cx="27803" cy="2636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Editable polyline segment"/>
          <p:cNvCxnSpPr/>
          <p:nvPr/>
        </p:nvCxnSpPr>
        <p:spPr>
          <a:xfrm>
            <a:off x="5107081" y="8689149"/>
            <a:ext cx="27803" cy="8801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Editable polyline segment"/>
          <p:cNvCxnSpPr/>
          <p:nvPr/>
        </p:nvCxnSpPr>
        <p:spPr>
          <a:xfrm>
            <a:off x="5134884" y="8697950"/>
            <a:ext cx="27804" cy="1992"/>
          </a:xfrm>
          <a:prstGeom prst="line">
            <a:avLst/>
          </a:prstGeom>
          <a:ln w="11810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Editable ellipse"/>
          <p:cNvSpPr/>
          <p:nvPr/>
        </p:nvSpPr>
        <p:spPr>
          <a:xfrm>
            <a:off x="5398371" y="8497573"/>
            <a:ext cx="344553" cy="281587"/>
          </a:xfrm>
          <a:prstGeom prst="ellipse">
            <a:avLst/>
          </a:prstGeom>
          <a:noFill/>
          <a:ln w="11810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0" name="Editable polyline segment"/>
          <p:cNvCxnSpPr/>
          <p:nvPr/>
        </p:nvCxnSpPr>
        <p:spPr>
          <a:xfrm flipV="1">
            <a:off x="5403828" y="8697950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Editable polyline segment"/>
          <p:cNvCxnSpPr/>
          <p:nvPr/>
        </p:nvCxnSpPr>
        <p:spPr>
          <a:xfrm flipV="1">
            <a:off x="5431631" y="8689149"/>
            <a:ext cx="27804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Editable polyline segment"/>
          <p:cNvCxnSpPr/>
          <p:nvPr/>
        </p:nvCxnSpPr>
        <p:spPr>
          <a:xfrm flipV="1">
            <a:off x="5459435" y="8662787"/>
            <a:ext cx="27803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Editable polyline segment"/>
          <p:cNvCxnSpPr/>
          <p:nvPr/>
        </p:nvCxnSpPr>
        <p:spPr>
          <a:xfrm flipV="1">
            <a:off x="5487238" y="8611042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Editable polyline segment"/>
          <p:cNvCxnSpPr/>
          <p:nvPr/>
        </p:nvCxnSpPr>
        <p:spPr>
          <a:xfrm flipV="1">
            <a:off x="5515041" y="8550143"/>
            <a:ext cx="27804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Editable polyline segment"/>
          <p:cNvCxnSpPr/>
          <p:nvPr/>
        </p:nvCxnSpPr>
        <p:spPr>
          <a:xfrm flipV="1">
            <a:off x="5542845" y="8521714"/>
            <a:ext cx="27803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Editable polyline segment"/>
          <p:cNvCxnSpPr/>
          <p:nvPr/>
        </p:nvCxnSpPr>
        <p:spPr>
          <a:xfrm>
            <a:off x="5570648" y="8521714"/>
            <a:ext cx="27804" cy="2842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Editable polyline segment"/>
          <p:cNvCxnSpPr/>
          <p:nvPr/>
        </p:nvCxnSpPr>
        <p:spPr>
          <a:xfrm>
            <a:off x="5598452" y="8550143"/>
            <a:ext cx="27803" cy="60899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Editable polyline segment"/>
          <p:cNvCxnSpPr/>
          <p:nvPr/>
        </p:nvCxnSpPr>
        <p:spPr>
          <a:xfrm>
            <a:off x="5626255" y="8611042"/>
            <a:ext cx="27803" cy="51745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Editable polyline segment"/>
          <p:cNvCxnSpPr/>
          <p:nvPr/>
        </p:nvCxnSpPr>
        <p:spPr>
          <a:xfrm>
            <a:off x="5654058" y="8662787"/>
            <a:ext cx="27804" cy="2636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Editable polyline segment"/>
          <p:cNvCxnSpPr/>
          <p:nvPr/>
        </p:nvCxnSpPr>
        <p:spPr>
          <a:xfrm>
            <a:off x="5681862" y="8689149"/>
            <a:ext cx="27803" cy="8801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Editable polyline segment"/>
          <p:cNvCxnSpPr/>
          <p:nvPr/>
        </p:nvCxnSpPr>
        <p:spPr>
          <a:xfrm>
            <a:off x="5709665" y="8697950"/>
            <a:ext cx="27803" cy="1992"/>
          </a:xfrm>
          <a:prstGeom prst="line">
            <a:avLst/>
          </a:prstGeom>
          <a:ln w="11810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Editable rectangle"/>
          <p:cNvSpPr/>
          <p:nvPr/>
        </p:nvSpPr>
        <p:spPr>
          <a:xfrm>
            <a:off x="7480022" y="4543129"/>
            <a:ext cx="653517" cy="3015630"/>
          </a:xfrm>
          <a:prstGeom prst="rect">
            <a:avLst/>
          </a:prstGeom>
          <a:noFill/>
          <a:ln w="23621">
            <a:solidFill>
              <a:srgbClr val="111111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Editable rectangle"/>
          <p:cNvSpPr/>
          <p:nvPr/>
        </p:nvSpPr>
        <p:spPr>
          <a:xfrm>
            <a:off x="7582381" y="4621866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Editable ellipse"/>
          <p:cNvSpPr/>
          <p:nvPr/>
        </p:nvSpPr>
        <p:spPr>
          <a:xfrm>
            <a:off x="7621356" y="4649149"/>
            <a:ext cx="370851" cy="301700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5" name="Editable polyline segment"/>
          <p:cNvCxnSpPr/>
          <p:nvPr/>
        </p:nvCxnSpPr>
        <p:spPr>
          <a:xfrm flipV="1">
            <a:off x="7627202" y="4863858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Editable polyline segment"/>
          <p:cNvCxnSpPr/>
          <p:nvPr/>
        </p:nvCxnSpPr>
        <p:spPr>
          <a:xfrm flipV="1">
            <a:off x="7657132" y="4854470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Editable polyline segment"/>
          <p:cNvCxnSpPr/>
          <p:nvPr/>
        </p:nvCxnSpPr>
        <p:spPr>
          <a:xfrm flipV="1">
            <a:off x="7687062" y="4826281"/>
            <a:ext cx="29930" cy="2818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Editable polyline segment"/>
          <p:cNvCxnSpPr/>
          <p:nvPr/>
        </p:nvCxnSpPr>
        <p:spPr>
          <a:xfrm flipV="1">
            <a:off x="7716992" y="4770847"/>
            <a:ext cx="29929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Editable polyline segment"/>
          <p:cNvCxnSpPr/>
          <p:nvPr/>
        </p:nvCxnSpPr>
        <p:spPr>
          <a:xfrm flipV="1">
            <a:off x="7746921" y="4705526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Editable polyline segment"/>
          <p:cNvCxnSpPr/>
          <p:nvPr/>
        </p:nvCxnSpPr>
        <p:spPr>
          <a:xfrm flipV="1">
            <a:off x="7776851" y="4675014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Editable polyline segment"/>
          <p:cNvCxnSpPr/>
          <p:nvPr/>
        </p:nvCxnSpPr>
        <p:spPr>
          <a:xfrm>
            <a:off x="7806781" y="4675014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Editable polyline segment"/>
          <p:cNvCxnSpPr/>
          <p:nvPr/>
        </p:nvCxnSpPr>
        <p:spPr>
          <a:xfrm>
            <a:off x="7836711" y="4705526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Editable polyline segment"/>
          <p:cNvCxnSpPr/>
          <p:nvPr/>
        </p:nvCxnSpPr>
        <p:spPr>
          <a:xfrm>
            <a:off x="7866641" y="4770847"/>
            <a:ext cx="29930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Editable polyline segment"/>
          <p:cNvCxnSpPr/>
          <p:nvPr/>
        </p:nvCxnSpPr>
        <p:spPr>
          <a:xfrm>
            <a:off x="7896571" y="4826281"/>
            <a:ext cx="29930" cy="2818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Editable polyline segment"/>
          <p:cNvCxnSpPr/>
          <p:nvPr/>
        </p:nvCxnSpPr>
        <p:spPr>
          <a:xfrm>
            <a:off x="7926501" y="4854470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Editable polyline segment"/>
          <p:cNvCxnSpPr/>
          <p:nvPr/>
        </p:nvCxnSpPr>
        <p:spPr>
          <a:xfrm>
            <a:off x="7956431" y="4863858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Editable rectangle"/>
          <p:cNvSpPr/>
          <p:nvPr/>
        </p:nvSpPr>
        <p:spPr>
          <a:xfrm>
            <a:off x="7582381" y="5023425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Editable ellipse"/>
          <p:cNvSpPr/>
          <p:nvPr/>
        </p:nvSpPr>
        <p:spPr>
          <a:xfrm>
            <a:off x="7621356" y="5050708"/>
            <a:ext cx="370851" cy="301700"/>
          </a:xfrm>
          <a:prstGeom prst="ellipse">
            <a:avLst/>
          </a:prstGeom>
          <a:noFill/>
          <a:ln w="12597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9" name="Editable polyline segment"/>
          <p:cNvCxnSpPr/>
          <p:nvPr/>
        </p:nvCxnSpPr>
        <p:spPr>
          <a:xfrm flipV="1">
            <a:off x="7627202" y="5265418"/>
            <a:ext cx="29930" cy="211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Editable polyline segment"/>
          <p:cNvCxnSpPr/>
          <p:nvPr/>
        </p:nvCxnSpPr>
        <p:spPr>
          <a:xfrm flipV="1">
            <a:off x="7657132" y="5256030"/>
            <a:ext cx="29930" cy="938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Editable polyline segment"/>
          <p:cNvCxnSpPr/>
          <p:nvPr/>
        </p:nvCxnSpPr>
        <p:spPr>
          <a:xfrm flipV="1">
            <a:off x="7687062" y="5227840"/>
            <a:ext cx="29930" cy="28190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Editable polyline segment"/>
          <p:cNvCxnSpPr/>
          <p:nvPr/>
        </p:nvCxnSpPr>
        <p:spPr>
          <a:xfrm flipV="1">
            <a:off x="7716992" y="5172406"/>
            <a:ext cx="29929" cy="55434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Editable polyline segment"/>
          <p:cNvCxnSpPr/>
          <p:nvPr/>
        </p:nvCxnSpPr>
        <p:spPr>
          <a:xfrm flipV="1">
            <a:off x="7746921" y="5107085"/>
            <a:ext cx="29930" cy="65321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Editable polyline segment"/>
          <p:cNvCxnSpPr/>
          <p:nvPr/>
        </p:nvCxnSpPr>
        <p:spPr>
          <a:xfrm flipV="1">
            <a:off x="7776851" y="5076573"/>
            <a:ext cx="29930" cy="3051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Editable polyline segment"/>
          <p:cNvCxnSpPr/>
          <p:nvPr/>
        </p:nvCxnSpPr>
        <p:spPr>
          <a:xfrm>
            <a:off x="7806781" y="5076573"/>
            <a:ext cx="29930" cy="3051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Editable polyline segment"/>
          <p:cNvCxnSpPr/>
          <p:nvPr/>
        </p:nvCxnSpPr>
        <p:spPr>
          <a:xfrm>
            <a:off x="7836711" y="5107085"/>
            <a:ext cx="29930" cy="65321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Editable polyline segment"/>
          <p:cNvCxnSpPr/>
          <p:nvPr/>
        </p:nvCxnSpPr>
        <p:spPr>
          <a:xfrm>
            <a:off x="7866641" y="5172406"/>
            <a:ext cx="29930" cy="55434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Editable polyline segment"/>
          <p:cNvCxnSpPr/>
          <p:nvPr/>
        </p:nvCxnSpPr>
        <p:spPr>
          <a:xfrm>
            <a:off x="7896571" y="5227840"/>
            <a:ext cx="29930" cy="28190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Editable polyline segment"/>
          <p:cNvCxnSpPr/>
          <p:nvPr/>
        </p:nvCxnSpPr>
        <p:spPr>
          <a:xfrm>
            <a:off x="7926501" y="5256030"/>
            <a:ext cx="29930" cy="938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Editable polyline segment"/>
          <p:cNvCxnSpPr/>
          <p:nvPr/>
        </p:nvCxnSpPr>
        <p:spPr>
          <a:xfrm>
            <a:off x="7956431" y="5265418"/>
            <a:ext cx="29930" cy="211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1" name="Editable rectangle"/>
          <p:cNvSpPr/>
          <p:nvPr/>
        </p:nvSpPr>
        <p:spPr>
          <a:xfrm>
            <a:off x="7582381" y="5424985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Editable ellipse"/>
          <p:cNvSpPr/>
          <p:nvPr/>
        </p:nvSpPr>
        <p:spPr>
          <a:xfrm>
            <a:off x="7621356" y="5452267"/>
            <a:ext cx="370851" cy="301700"/>
          </a:xfrm>
          <a:prstGeom prst="ellipse">
            <a:avLst/>
          </a:prstGeom>
          <a:noFill/>
          <a:ln w="12597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3" name="Editable polyline segment"/>
          <p:cNvCxnSpPr/>
          <p:nvPr/>
        </p:nvCxnSpPr>
        <p:spPr>
          <a:xfrm flipV="1">
            <a:off x="7627202" y="5666977"/>
            <a:ext cx="29930" cy="211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Editable polyline segment"/>
          <p:cNvCxnSpPr/>
          <p:nvPr/>
        </p:nvCxnSpPr>
        <p:spPr>
          <a:xfrm flipV="1">
            <a:off x="7657132" y="5657589"/>
            <a:ext cx="29930" cy="938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Editable polyline segment"/>
          <p:cNvCxnSpPr/>
          <p:nvPr/>
        </p:nvCxnSpPr>
        <p:spPr>
          <a:xfrm flipV="1">
            <a:off x="7687062" y="5629399"/>
            <a:ext cx="29930" cy="28190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Editable polyline segment"/>
          <p:cNvCxnSpPr/>
          <p:nvPr/>
        </p:nvCxnSpPr>
        <p:spPr>
          <a:xfrm flipV="1">
            <a:off x="7716992" y="5573965"/>
            <a:ext cx="29929" cy="55434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Editable polyline segment"/>
          <p:cNvCxnSpPr/>
          <p:nvPr/>
        </p:nvCxnSpPr>
        <p:spPr>
          <a:xfrm flipV="1">
            <a:off x="7746921" y="5508644"/>
            <a:ext cx="29930" cy="65321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Editable polyline segment"/>
          <p:cNvCxnSpPr/>
          <p:nvPr/>
        </p:nvCxnSpPr>
        <p:spPr>
          <a:xfrm flipV="1">
            <a:off x="7776851" y="5478132"/>
            <a:ext cx="29930" cy="3051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Editable polyline segment"/>
          <p:cNvCxnSpPr/>
          <p:nvPr/>
        </p:nvCxnSpPr>
        <p:spPr>
          <a:xfrm>
            <a:off x="7806781" y="5478132"/>
            <a:ext cx="29930" cy="3051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Editable polyline segment"/>
          <p:cNvCxnSpPr/>
          <p:nvPr/>
        </p:nvCxnSpPr>
        <p:spPr>
          <a:xfrm>
            <a:off x="7836711" y="5508644"/>
            <a:ext cx="29930" cy="65321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Editable polyline segment"/>
          <p:cNvCxnSpPr/>
          <p:nvPr/>
        </p:nvCxnSpPr>
        <p:spPr>
          <a:xfrm>
            <a:off x="7866641" y="5573965"/>
            <a:ext cx="29930" cy="55434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Editable polyline segment"/>
          <p:cNvCxnSpPr/>
          <p:nvPr/>
        </p:nvCxnSpPr>
        <p:spPr>
          <a:xfrm>
            <a:off x="7896571" y="5629399"/>
            <a:ext cx="29930" cy="28190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Editable polyline segment"/>
          <p:cNvCxnSpPr/>
          <p:nvPr/>
        </p:nvCxnSpPr>
        <p:spPr>
          <a:xfrm>
            <a:off x="7926501" y="5657589"/>
            <a:ext cx="29930" cy="938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Editable polyline segment"/>
          <p:cNvCxnSpPr/>
          <p:nvPr/>
        </p:nvCxnSpPr>
        <p:spPr>
          <a:xfrm>
            <a:off x="7956431" y="5666977"/>
            <a:ext cx="29930" cy="211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Editable rectangle"/>
          <p:cNvSpPr/>
          <p:nvPr/>
        </p:nvSpPr>
        <p:spPr>
          <a:xfrm>
            <a:off x="7582381" y="5826544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Editable ellipse"/>
          <p:cNvSpPr/>
          <p:nvPr/>
        </p:nvSpPr>
        <p:spPr>
          <a:xfrm>
            <a:off x="7621356" y="5853826"/>
            <a:ext cx="370851" cy="301700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7" name="Editable polyline segment"/>
          <p:cNvCxnSpPr/>
          <p:nvPr/>
        </p:nvCxnSpPr>
        <p:spPr>
          <a:xfrm flipV="1">
            <a:off x="7627202" y="6068536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Editable polyline segment"/>
          <p:cNvCxnSpPr/>
          <p:nvPr/>
        </p:nvCxnSpPr>
        <p:spPr>
          <a:xfrm flipV="1">
            <a:off x="7657132" y="6059148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Editable polyline segment"/>
          <p:cNvCxnSpPr/>
          <p:nvPr/>
        </p:nvCxnSpPr>
        <p:spPr>
          <a:xfrm flipV="1">
            <a:off x="7687062" y="6030958"/>
            <a:ext cx="29930" cy="28190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Editable polyline segment"/>
          <p:cNvCxnSpPr/>
          <p:nvPr/>
        </p:nvCxnSpPr>
        <p:spPr>
          <a:xfrm flipV="1">
            <a:off x="7716992" y="5975524"/>
            <a:ext cx="29929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Editable polyline segment"/>
          <p:cNvCxnSpPr/>
          <p:nvPr/>
        </p:nvCxnSpPr>
        <p:spPr>
          <a:xfrm flipV="1">
            <a:off x="7746921" y="5910203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Editable polyline segment"/>
          <p:cNvCxnSpPr/>
          <p:nvPr/>
        </p:nvCxnSpPr>
        <p:spPr>
          <a:xfrm flipV="1">
            <a:off x="7776851" y="5879691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Editable polyline segment"/>
          <p:cNvCxnSpPr/>
          <p:nvPr/>
        </p:nvCxnSpPr>
        <p:spPr>
          <a:xfrm>
            <a:off x="7806781" y="5879691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Editable polyline segment"/>
          <p:cNvCxnSpPr/>
          <p:nvPr/>
        </p:nvCxnSpPr>
        <p:spPr>
          <a:xfrm>
            <a:off x="7836711" y="5910203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Editable polyline segment"/>
          <p:cNvCxnSpPr/>
          <p:nvPr/>
        </p:nvCxnSpPr>
        <p:spPr>
          <a:xfrm>
            <a:off x="7866641" y="5975524"/>
            <a:ext cx="29930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Editable polyline segment"/>
          <p:cNvCxnSpPr/>
          <p:nvPr/>
        </p:nvCxnSpPr>
        <p:spPr>
          <a:xfrm>
            <a:off x="7896571" y="6030958"/>
            <a:ext cx="29930" cy="28190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Editable polyline segment"/>
          <p:cNvCxnSpPr/>
          <p:nvPr/>
        </p:nvCxnSpPr>
        <p:spPr>
          <a:xfrm>
            <a:off x="7926501" y="6059148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Editable polyline segment"/>
          <p:cNvCxnSpPr/>
          <p:nvPr/>
        </p:nvCxnSpPr>
        <p:spPr>
          <a:xfrm>
            <a:off x="7956431" y="6068536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9" name="Editable rectangle"/>
          <p:cNvSpPr/>
          <p:nvPr/>
        </p:nvSpPr>
        <p:spPr>
          <a:xfrm>
            <a:off x="7582381" y="6228103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Editable ellipse"/>
          <p:cNvSpPr/>
          <p:nvPr/>
        </p:nvSpPr>
        <p:spPr>
          <a:xfrm>
            <a:off x="7621356" y="6255385"/>
            <a:ext cx="370851" cy="301700"/>
          </a:xfrm>
          <a:prstGeom prst="ellipse">
            <a:avLst/>
          </a:prstGeom>
          <a:noFill/>
          <a:ln w="12597">
            <a:solidFill>
              <a:srgbClr val="F18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1" name="Editable polyline segment"/>
          <p:cNvCxnSpPr/>
          <p:nvPr/>
        </p:nvCxnSpPr>
        <p:spPr>
          <a:xfrm flipV="1">
            <a:off x="7627202" y="6470095"/>
            <a:ext cx="29930" cy="2119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Editable polyline segment"/>
          <p:cNvCxnSpPr/>
          <p:nvPr/>
        </p:nvCxnSpPr>
        <p:spPr>
          <a:xfrm flipV="1">
            <a:off x="7657132" y="6460707"/>
            <a:ext cx="29930" cy="938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Editable polyline segment"/>
          <p:cNvCxnSpPr/>
          <p:nvPr/>
        </p:nvCxnSpPr>
        <p:spPr>
          <a:xfrm flipV="1">
            <a:off x="7687062" y="6432518"/>
            <a:ext cx="29930" cy="28189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Editable polyline segment"/>
          <p:cNvCxnSpPr/>
          <p:nvPr/>
        </p:nvCxnSpPr>
        <p:spPr>
          <a:xfrm flipV="1">
            <a:off x="7716992" y="6377084"/>
            <a:ext cx="29929" cy="55434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Editable polyline segment"/>
          <p:cNvCxnSpPr/>
          <p:nvPr/>
        </p:nvCxnSpPr>
        <p:spPr>
          <a:xfrm flipV="1">
            <a:off x="7746921" y="6311762"/>
            <a:ext cx="29930" cy="6532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Editable polyline segment"/>
          <p:cNvCxnSpPr/>
          <p:nvPr/>
        </p:nvCxnSpPr>
        <p:spPr>
          <a:xfrm flipV="1">
            <a:off x="7776851" y="6281250"/>
            <a:ext cx="29930" cy="3051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Editable polyline segment"/>
          <p:cNvCxnSpPr/>
          <p:nvPr/>
        </p:nvCxnSpPr>
        <p:spPr>
          <a:xfrm>
            <a:off x="7806781" y="6281250"/>
            <a:ext cx="29930" cy="3051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Editable polyline segment"/>
          <p:cNvCxnSpPr/>
          <p:nvPr/>
        </p:nvCxnSpPr>
        <p:spPr>
          <a:xfrm>
            <a:off x="7836711" y="6311762"/>
            <a:ext cx="29930" cy="65322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Editable polyline segment"/>
          <p:cNvCxnSpPr/>
          <p:nvPr/>
        </p:nvCxnSpPr>
        <p:spPr>
          <a:xfrm>
            <a:off x="7866641" y="6377084"/>
            <a:ext cx="29930" cy="55434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Editable polyline segment"/>
          <p:cNvCxnSpPr/>
          <p:nvPr/>
        </p:nvCxnSpPr>
        <p:spPr>
          <a:xfrm>
            <a:off x="7896571" y="6432518"/>
            <a:ext cx="29930" cy="28189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Editable polyline segment"/>
          <p:cNvCxnSpPr/>
          <p:nvPr/>
        </p:nvCxnSpPr>
        <p:spPr>
          <a:xfrm>
            <a:off x="7926501" y="6460707"/>
            <a:ext cx="29930" cy="9388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Editable polyline segment"/>
          <p:cNvCxnSpPr/>
          <p:nvPr/>
        </p:nvCxnSpPr>
        <p:spPr>
          <a:xfrm>
            <a:off x="7956431" y="6470095"/>
            <a:ext cx="29930" cy="2119"/>
          </a:xfrm>
          <a:prstGeom prst="line">
            <a:avLst/>
          </a:prstGeom>
          <a:ln w="12597">
            <a:solidFill>
              <a:srgbClr val="F18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3" name="Editable rectangle"/>
          <p:cNvSpPr/>
          <p:nvPr/>
        </p:nvSpPr>
        <p:spPr>
          <a:xfrm>
            <a:off x="7582381" y="6629662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Editable ellipse"/>
          <p:cNvSpPr/>
          <p:nvPr/>
        </p:nvSpPr>
        <p:spPr>
          <a:xfrm>
            <a:off x="7621356" y="6656944"/>
            <a:ext cx="370851" cy="301700"/>
          </a:xfrm>
          <a:prstGeom prst="ellipse">
            <a:avLst/>
          </a:prstGeom>
          <a:noFill/>
          <a:ln w="12597">
            <a:solidFill>
              <a:srgbClr val="A99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5" name="Editable polyline segment"/>
          <p:cNvCxnSpPr/>
          <p:nvPr/>
        </p:nvCxnSpPr>
        <p:spPr>
          <a:xfrm flipV="1">
            <a:off x="7627202" y="6871654"/>
            <a:ext cx="29930" cy="2119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Editable polyline segment"/>
          <p:cNvCxnSpPr/>
          <p:nvPr/>
        </p:nvCxnSpPr>
        <p:spPr>
          <a:xfrm flipV="1">
            <a:off x="7657132" y="6862266"/>
            <a:ext cx="29930" cy="938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Editable polyline segment"/>
          <p:cNvCxnSpPr/>
          <p:nvPr/>
        </p:nvCxnSpPr>
        <p:spPr>
          <a:xfrm flipV="1">
            <a:off x="7687062" y="6834077"/>
            <a:ext cx="29930" cy="28189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Editable polyline segment"/>
          <p:cNvCxnSpPr/>
          <p:nvPr/>
        </p:nvCxnSpPr>
        <p:spPr>
          <a:xfrm flipV="1">
            <a:off x="7716992" y="6778643"/>
            <a:ext cx="29929" cy="55434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Editable polyline segment"/>
          <p:cNvCxnSpPr/>
          <p:nvPr/>
        </p:nvCxnSpPr>
        <p:spPr>
          <a:xfrm flipV="1">
            <a:off x="7746921" y="6713321"/>
            <a:ext cx="29930" cy="6532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Editable polyline segment"/>
          <p:cNvCxnSpPr/>
          <p:nvPr/>
        </p:nvCxnSpPr>
        <p:spPr>
          <a:xfrm flipV="1">
            <a:off x="7776851" y="6682809"/>
            <a:ext cx="29930" cy="3051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Editable polyline segment"/>
          <p:cNvCxnSpPr/>
          <p:nvPr/>
        </p:nvCxnSpPr>
        <p:spPr>
          <a:xfrm>
            <a:off x="7806781" y="6682809"/>
            <a:ext cx="29930" cy="3051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Editable polyline segment"/>
          <p:cNvCxnSpPr/>
          <p:nvPr/>
        </p:nvCxnSpPr>
        <p:spPr>
          <a:xfrm>
            <a:off x="7836711" y="6713321"/>
            <a:ext cx="29930" cy="65322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Editable polyline segment"/>
          <p:cNvCxnSpPr/>
          <p:nvPr/>
        </p:nvCxnSpPr>
        <p:spPr>
          <a:xfrm>
            <a:off x="7866641" y="6778643"/>
            <a:ext cx="29930" cy="55434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Editable polyline segment"/>
          <p:cNvCxnSpPr/>
          <p:nvPr/>
        </p:nvCxnSpPr>
        <p:spPr>
          <a:xfrm>
            <a:off x="7896571" y="6834077"/>
            <a:ext cx="29930" cy="28189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Editable polyline segment"/>
          <p:cNvCxnSpPr/>
          <p:nvPr/>
        </p:nvCxnSpPr>
        <p:spPr>
          <a:xfrm>
            <a:off x="7926501" y="6862266"/>
            <a:ext cx="29930" cy="9388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Editable polyline segment"/>
          <p:cNvCxnSpPr/>
          <p:nvPr/>
        </p:nvCxnSpPr>
        <p:spPr>
          <a:xfrm>
            <a:off x="7956431" y="6871654"/>
            <a:ext cx="29930" cy="2119"/>
          </a:xfrm>
          <a:prstGeom prst="line">
            <a:avLst/>
          </a:prstGeom>
          <a:ln w="12597">
            <a:solidFill>
              <a:srgbClr val="A99A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Editable rectangle"/>
          <p:cNvSpPr/>
          <p:nvPr/>
        </p:nvSpPr>
        <p:spPr>
          <a:xfrm>
            <a:off x="7582381" y="7031221"/>
            <a:ext cx="448801" cy="354316"/>
          </a:xfrm>
          <a:prstGeom prst="rect">
            <a:avLst/>
          </a:prstGeom>
          <a:solidFill>
            <a:srgbClr val="FFFFFF"/>
          </a:solidFill>
          <a:ln w="6298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Editable ellipse"/>
          <p:cNvSpPr/>
          <p:nvPr/>
        </p:nvSpPr>
        <p:spPr>
          <a:xfrm>
            <a:off x="7621356" y="7058503"/>
            <a:ext cx="370851" cy="301700"/>
          </a:xfrm>
          <a:prstGeom prst="ellipse">
            <a:avLst/>
          </a:prstGeom>
          <a:noFill/>
          <a:ln w="12597">
            <a:solidFill>
              <a:srgbClr val="FFC2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9" name="Editable polyline segment"/>
          <p:cNvCxnSpPr/>
          <p:nvPr/>
        </p:nvCxnSpPr>
        <p:spPr>
          <a:xfrm flipV="1">
            <a:off x="7627202" y="7273213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Editable polyline segment"/>
          <p:cNvCxnSpPr/>
          <p:nvPr/>
        </p:nvCxnSpPr>
        <p:spPr>
          <a:xfrm flipV="1">
            <a:off x="7657132" y="7263825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Editable polyline segment"/>
          <p:cNvCxnSpPr/>
          <p:nvPr/>
        </p:nvCxnSpPr>
        <p:spPr>
          <a:xfrm flipV="1">
            <a:off x="7687062" y="7235636"/>
            <a:ext cx="29930" cy="2818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Editable polyline segment"/>
          <p:cNvCxnSpPr/>
          <p:nvPr/>
        </p:nvCxnSpPr>
        <p:spPr>
          <a:xfrm flipV="1">
            <a:off x="7716992" y="7180202"/>
            <a:ext cx="29929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Editable polyline segment"/>
          <p:cNvCxnSpPr/>
          <p:nvPr/>
        </p:nvCxnSpPr>
        <p:spPr>
          <a:xfrm flipV="1">
            <a:off x="7746921" y="7114881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Editable polyline segment"/>
          <p:cNvCxnSpPr/>
          <p:nvPr/>
        </p:nvCxnSpPr>
        <p:spPr>
          <a:xfrm flipV="1">
            <a:off x="7776851" y="7084369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Editable polyline segment"/>
          <p:cNvCxnSpPr/>
          <p:nvPr/>
        </p:nvCxnSpPr>
        <p:spPr>
          <a:xfrm>
            <a:off x="7806781" y="7084369"/>
            <a:ext cx="29930" cy="30512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Editable polyline segment"/>
          <p:cNvCxnSpPr/>
          <p:nvPr/>
        </p:nvCxnSpPr>
        <p:spPr>
          <a:xfrm>
            <a:off x="7836711" y="7114881"/>
            <a:ext cx="29930" cy="65321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Editable polyline segment"/>
          <p:cNvCxnSpPr/>
          <p:nvPr/>
        </p:nvCxnSpPr>
        <p:spPr>
          <a:xfrm>
            <a:off x="7866641" y="7180202"/>
            <a:ext cx="29930" cy="55434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Editable polyline segment"/>
          <p:cNvCxnSpPr/>
          <p:nvPr/>
        </p:nvCxnSpPr>
        <p:spPr>
          <a:xfrm>
            <a:off x="7896571" y="7235636"/>
            <a:ext cx="29930" cy="2818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Editable polyline segment"/>
          <p:cNvCxnSpPr/>
          <p:nvPr/>
        </p:nvCxnSpPr>
        <p:spPr>
          <a:xfrm>
            <a:off x="7926501" y="7263825"/>
            <a:ext cx="29930" cy="9388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Editable polyline segment"/>
          <p:cNvCxnSpPr/>
          <p:nvPr/>
        </p:nvCxnSpPr>
        <p:spPr>
          <a:xfrm>
            <a:off x="7956431" y="7273213"/>
            <a:ext cx="29930" cy="2119"/>
          </a:xfrm>
          <a:prstGeom prst="line">
            <a:avLst/>
          </a:prstGeom>
          <a:ln w="12597">
            <a:solidFill>
              <a:srgbClr val="FFC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Editable rectangle"/>
          <p:cNvSpPr/>
          <p:nvPr/>
        </p:nvSpPr>
        <p:spPr>
          <a:xfrm>
            <a:off x="9393334" y="4574624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Editable text"/>
          <p:cNvSpPr txBox="1"/>
          <p:nvPr/>
        </p:nvSpPr>
        <p:spPr>
          <a:xfrm>
            <a:off x="9432702" y="4582498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163" name="Editable text"/>
          <p:cNvSpPr txBox="1"/>
          <p:nvPr/>
        </p:nvSpPr>
        <p:spPr>
          <a:xfrm>
            <a:off x="9582303" y="4733358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1164" name="Editable text"/>
          <p:cNvSpPr txBox="1"/>
          <p:nvPr/>
        </p:nvSpPr>
        <p:spPr>
          <a:xfrm>
            <a:off x="9668913" y="4582498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165" name="Editable text"/>
          <p:cNvSpPr txBox="1"/>
          <p:nvPr/>
        </p:nvSpPr>
        <p:spPr>
          <a:xfrm>
            <a:off x="9928746" y="4566750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166" name="Editable rectangle"/>
          <p:cNvSpPr/>
          <p:nvPr/>
        </p:nvSpPr>
        <p:spPr>
          <a:xfrm>
            <a:off x="10259442" y="4574624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7" name="Editable connector"/>
          <p:cNvCxnSpPr/>
          <p:nvPr/>
        </p:nvCxnSpPr>
        <p:spPr>
          <a:xfrm flipV="1">
            <a:off x="10259442" y="4574624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Editable connector"/>
          <p:cNvCxnSpPr/>
          <p:nvPr/>
        </p:nvCxnSpPr>
        <p:spPr>
          <a:xfrm flipV="1">
            <a:off x="10259442" y="4574624"/>
            <a:ext cx="181095" cy="1810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Editable connector"/>
          <p:cNvCxnSpPr/>
          <p:nvPr/>
        </p:nvCxnSpPr>
        <p:spPr>
          <a:xfrm flipV="1">
            <a:off x="10259442" y="4574624"/>
            <a:ext cx="283453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Editable connector"/>
          <p:cNvCxnSpPr/>
          <p:nvPr/>
        </p:nvCxnSpPr>
        <p:spPr>
          <a:xfrm flipH="1">
            <a:off x="10314557" y="4574624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Editable connector"/>
          <p:cNvCxnSpPr/>
          <p:nvPr/>
        </p:nvCxnSpPr>
        <p:spPr>
          <a:xfrm flipH="1">
            <a:off x="10416916" y="4574624"/>
            <a:ext cx="330695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Editable connector"/>
          <p:cNvCxnSpPr/>
          <p:nvPr/>
        </p:nvCxnSpPr>
        <p:spPr>
          <a:xfrm flipH="1">
            <a:off x="10519274" y="4637614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Editable polyline segment"/>
          <p:cNvCxnSpPr/>
          <p:nvPr/>
        </p:nvCxnSpPr>
        <p:spPr>
          <a:xfrm flipV="1">
            <a:off x="8464236" y="4739450"/>
            <a:ext cx="45796" cy="5563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Editable polyline segment"/>
          <p:cNvCxnSpPr/>
          <p:nvPr/>
        </p:nvCxnSpPr>
        <p:spPr>
          <a:xfrm flipV="1">
            <a:off x="8510032" y="4691766"/>
            <a:ext cx="47403" cy="4768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Editable polyline segment"/>
          <p:cNvCxnSpPr/>
          <p:nvPr/>
        </p:nvCxnSpPr>
        <p:spPr>
          <a:xfrm flipV="1">
            <a:off x="8557435" y="4652035"/>
            <a:ext cx="49010" cy="3973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Editable polyline segment"/>
          <p:cNvCxnSpPr/>
          <p:nvPr/>
        </p:nvCxnSpPr>
        <p:spPr>
          <a:xfrm flipV="1">
            <a:off x="8606445" y="4620259"/>
            <a:ext cx="50617" cy="3177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Editable polyline segment"/>
          <p:cNvCxnSpPr/>
          <p:nvPr/>
        </p:nvCxnSpPr>
        <p:spPr>
          <a:xfrm flipV="1">
            <a:off x="8657062" y="4596437"/>
            <a:ext cx="52223" cy="23822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Editable polyline segment"/>
          <p:cNvCxnSpPr/>
          <p:nvPr/>
        </p:nvCxnSpPr>
        <p:spPr>
          <a:xfrm flipV="1">
            <a:off x="8709285" y="4580570"/>
            <a:ext cx="53831" cy="1586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Editable polyline segment"/>
          <p:cNvCxnSpPr/>
          <p:nvPr/>
        </p:nvCxnSpPr>
        <p:spPr>
          <a:xfrm flipV="1">
            <a:off x="8763116" y="4572656"/>
            <a:ext cx="55437" cy="791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Editable polyline segment"/>
          <p:cNvCxnSpPr/>
          <p:nvPr/>
        </p:nvCxnSpPr>
        <p:spPr>
          <a:xfrm>
            <a:off x="8818553" y="4572656"/>
            <a:ext cx="57044" cy="4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Editable polyline segment"/>
          <p:cNvCxnSpPr/>
          <p:nvPr/>
        </p:nvCxnSpPr>
        <p:spPr>
          <a:xfrm>
            <a:off x="8875597" y="4572696"/>
            <a:ext cx="58651" cy="799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Editable polyline segment"/>
          <p:cNvCxnSpPr/>
          <p:nvPr/>
        </p:nvCxnSpPr>
        <p:spPr>
          <a:xfrm>
            <a:off x="8934248" y="4580690"/>
            <a:ext cx="60258" cy="1594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Editable polyline segment"/>
          <p:cNvCxnSpPr/>
          <p:nvPr/>
        </p:nvCxnSpPr>
        <p:spPr>
          <a:xfrm>
            <a:off x="8994506" y="4596638"/>
            <a:ext cx="61865" cy="2390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Editable polyline segment"/>
          <p:cNvCxnSpPr/>
          <p:nvPr/>
        </p:nvCxnSpPr>
        <p:spPr>
          <a:xfrm>
            <a:off x="9056371" y="4620541"/>
            <a:ext cx="63472" cy="3185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Editable polyline segment"/>
          <p:cNvCxnSpPr/>
          <p:nvPr/>
        </p:nvCxnSpPr>
        <p:spPr>
          <a:xfrm>
            <a:off x="9119843" y="4652397"/>
            <a:ext cx="65078" cy="3981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Editable polyline segment"/>
          <p:cNvCxnSpPr/>
          <p:nvPr/>
        </p:nvCxnSpPr>
        <p:spPr>
          <a:xfrm>
            <a:off x="9184921" y="4692207"/>
            <a:ext cx="66686" cy="47765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7" name="Editable rectangle"/>
          <p:cNvSpPr/>
          <p:nvPr/>
        </p:nvSpPr>
        <p:spPr>
          <a:xfrm>
            <a:off x="9393334" y="5023425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Editable text"/>
          <p:cNvSpPr txBox="1"/>
          <p:nvPr/>
        </p:nvSpPr>
        <p:spPr>
          <a:xfrm>
            <a:off x="9432702" y="5031299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189" name="Editable text"/>
          <p:cNvSpPr txBox="1"/>
          <p:nvPr/>
        </p:nvSpPr>
        <p:spPr>
          <a:xfrm>
            <a:off x="9582303" y="5182159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1190" name="Editable text"/>
          <p:cNvSpPr txBox="1"/>
          <p:nvPr/>
        </p:nvSpPr>
        <p:spPr>
          <a:xfrm>
            <a:off x="9668913" y="5031299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191" name="Editable text"/>
          <p:cNvSpPr txBox="1"/>
          <p:nvPr/>
        </p:nvSpPr>
        <p:spPr>
          <a:xfrm>
            <a:off x="9928746" y="5015552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192" name="Editable rectangle"/>
          <p:cNvSpPr/>
          <p:nvPr/>
        </p:nvSpPr>
        <p:spPr>
          <a:xfrm>
            <a:off x="10259442" y="5023425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3" name="Editable connector"/>
          <p:cNvCxnSpPr/>
          <p:nvPr/>
        </p:nvCxnSpPr>
        <p:spPr>
          <a:xfrm flipV="1">
            <a:off x="10259442" y="5023425"/>
            <a:ext cx="78737" cy="78738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Editable connector"/>
          <p:cNvCxnSpPr/>
          <p:nvPr/>
        </p:nvCxnSpPr>
        <p:spPr>
          <a:xfrm flipV="1">
            <a:off x="10259442" y="5023425"/>
            <a:ext cx="181095" cy="1810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Editable connector"/>
          <p:cNvCxnSpPr/>
          <p:nvPr/>
        </p:nvCxnSpPr>
        <p:spPr>
          <a:xfrm flipV="1">
            <a:off x="10259442" y="5023425"/>
            <a:ext cx="283453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Editable connector"/>
          <p:cNvCxnSpPr/>
          <p:nvPr/>
        </p:nvCxnSpPr>
        <p:spPr>
          <a:xfrm flipH="1">
            <a:off x="10314557" y="5023425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Editable connector"/>
          <p:cNvCxnSpPr/>
          <p:nvPr/>
        </p:nvCxnSpPr>
        <p:spPr>
          <a:xfrm flipH="1">
            <a:off x="10416916" y="5023425"/>
            <a:ext cx="330695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Editable connector"/>
          <p:cNvCxnSpPr/>
          <p:nvPr/>
        </p:nvCxnSpPr>
        <p:spPr>
          <a:xfrm flipH="1">
            <a:off x="10519274" y="5086415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Editable polyline segment"/>
          <p:cNvCxnSpPr/>
          <p:nvPr/>
        </p:nvCxnSpPr>
        <p:spPr>
          <a:xfrm flipV="1">
            <a:off x="8464236" y="5141250"/>
            <a:ext cx="45796" cy="5539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Editable polyline segment"/>
          <p:cNvCxnSpPr/>
          <p:nvPr/>
        </p:nvCxnSpPr>
        <p:spPr>
          <a:xfrm flipV="1">
            <a:off x="8510032" y="5094289"/>
            <a:ext cx="47403" cy="4696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Editable polyline segment"/>
          <p:cNvCxnSpPr/>
          <p:nvPr/>
        </p:nvCxnSpPr>
        <p:spPr>
          <a:xfrm flipV="1">
            <a:off x="8557435" y="5055764"/>
            <a:ext cx="49010" cy="3852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Editable polyline segment"/>
          <p:cNvCxnSpPr/>
          <p:nvPr/>
        </p:nvCxnSpPr>
        <p:spPr>
          <a:xfrm flipV="1">
            <a:off x="8606445" y="5025675"/>
            <a:ext cx="50617" cy="30089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Editable polyline segment"/>
          <p:cNvCxnSpPr/>
          <p:nvPr/>
        </p:nvCxnSpPr>
        <p:spPr>
          <a:xfrm flipV="1">
            <a:off x="8657062" y="5004022"/>
            <a:ext cx="52223" cy="2165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Editable polyline segment"/>
          <p:cNvCxnSpPr/>
          <p:nvPr/>
        </p:nvCxnSpPr>
        <p:spPr>
          <a:xfrm flipV="1">
            <a:off x="8709285" y="4990806"/>
            <a:ext cx="53831" cy="1321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Editable polyline segment"/>
          <p:cNvCxnSpPr/>
          <p:nvPr/>
        </p:nvCxnSpPr>
        <p:spPr>
          <a:xfrm flipV="1">
            <a:off x="8763116" y="4986025"/>
            <a:ext cx="55437" cy="478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Editable polyline segment"/>
          <p:cNvCxnSpPr/>
          <p:nvPr/>
        </p:nvCxnSpPr>
        <p:spPr>
          <a:xfrm>
            <a:off x="8818553" y="4986025"/>
            <a:ext cx="57044" cy="365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Editable polyline segment"/>
          <p:cNvCxnSpPr/>
          <p:nvPr/>
        </p:nvCxnSpPr>
        <p:spPr>
          <a:xfrm>
            <a:off x="8875597" y="4989681"/>
            <a:ext cx="58651" cy="12092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Editable polyline segment"/>
          <p:cNvCxnSpPr/>
          <p:nvPr/>
        </p:nvCxnSpPr>
        <p:spPr>
          <a:xfrm>
            <a:off x="8934248" y="5001773"/>
            <a:ext cx="60258" cy="2052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Editable polyline segment"/>
          <p:cNvCxnSpPr/>
          <p:nvPr/>
        </p:nvCxnSpPr>
        <p:spPr>
          <a:xfrm>
            <a:off x="8994506" y="5022301"/>
            <a:ext cx="61865" cy="2896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Editable polyline segment"/>
          <p:cNvCxnSpPr/>
          <p:nvPr/>
        </p:nvCxnSpPr>
        <p:spPr>
          <a:xfrm>
            <a:off x="9056371" y="5051265"/>
            <a:ext cx="63472" cy="3740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Editable polyline segment"/>
          <p:cNvCxnSpPr/>
          <p:nvPr/>
        </p:nvCxnSpPr>
        <p:spPr>
          <a:xfrm>
            <a:off x="9119843" y="5088665"/>
            <a:ext cx="65078" cy="4583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Editable polyline segment"/>
          <p:cNvCxnSpPr/>
          <p:nvPr/>
        </p:nvCxnSpPr>
        <p:spPr>
          <a:xfrm>
            <a:off x="9184921" y="5134501"/>
            <a:ext cx="66686" cy="54272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3" name="Editable rectangle"/>
          <p:cNvSpPr/>
          <p:nvPr/>
        </p:nvSpPr>
        <p:spPr>
          <a:xfrm>
            <a:off x="9393334" y="5472227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Editable text"/>
          <p:cNvSpPr txBox="1"/>
          <p:nvPr/>
        </p:nvSpPr>
        <p:spPr>
          <a:xfrm>
            <a:off x="9432702" y="5480101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215" name="Editable text"/>
          <p:cNvSpPr txBox="1"/>
          <p:nvPr/>
        </p:nvSpPr>
        <p:spPr>
          <a:xfrm>
            <a:off x="9582303" y="5630961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1216" name="Editable text"/>
          <p:cNvSpPr txBox="1"/>
          <p:nvPr/>
        </p:nvSpPr>
        <p:spPr>
          <a:xfrm>
            <a:off x="9668913" y="5480101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217" name="Editable text"/>
          <p:cNvSpPr txBox="1"/>
          <p:nvPr/>
        </p:nvSpPr>
        <p:spPr>
          <a:xfrm>
            <a:off x="9928746" y="5464353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218" name="Editable rectangle"/>
          <p:cNvSpPr/>
          <p:nvPr/>
        </p:nvSpPr>
        <p:spPr>
          <a:xfrm>
            <a:off x="10259442" y="5472227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9" name="Editable connector"/>
          <p:cNvCxnSpPr/>
          <p:nvPr/>
        </p:nvCxnSpPr>
        <p:spPr>
          <a:xfrm flipV="1">
            <a:off x="10259442" y="5472227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Editable connector"/>
          <p:cNvCxnSpPr/>
          <p:nvPr/>
        </p:nvCxnSpPr>
        <p:spPr>
          <a:xfrm flipV="1">
            <a:off x="10259442" y="5472227"/>
            <a:ext cx="181095" cy="1810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Editable connector"/>
          <p:cNvCxnSpPr/>
          <p:nvPr/>
        </p:nvCxnSpPr>
        <p:spPr>
          <a:xfrm flipV="1">
            <a:off x="10259442" y="5472227"/>
            <a:ext cx="283453" cy="283453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Editable connector"/>
          <p:cNvCxnSpPr/>
          <p:nvPr/>
        </p:nvCxnSpPr>
        <p:spPr>
          <a:xfrm flipH="1">
            <a:off x="10314557" y="5472227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Editable connector"/>
          <p:cNvCxnSpPr/>
          <p:nvPr/>
        </p:nvCxnSpPr>
        <p:spPr>
          <a:xfrm flipH="1">
            <a:off x="10416916" y="5472227"/>
            <a:ext cx="330695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Editable connector"/>
          <p:cNvCxnSpPr/>
          <p:nvPr/>
        </p:nvCxnSpPr>
        <p:spPr>
          <a:xfrm flipH="1">
            <a:off x="10519274" y="5535216"/>
            <a:ext cx="267706" cy="26770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Editable polyline segment"/>
          <p:cNvCxnSpPr/>
          <p:nvPr/>
        </p:nvCxnSpPr>
        <p:spPr>
          <a:xfrm flipV="1">
            <a:off x="8464236" y="5543050"/>
            <a:ext cx="45796" cy="5515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Editable polyline segment"/>
          <p:cNvCxnSpPr/>
          <p:nvPr/>
        </p:nvCxnSpPr>
        <p:spPr>
          <a:xfrm flipV="1">
            <a:off x="8510032" y="5496812"/>
            <a:ext cx="47403" cy="4623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Editable polyline segment"/>
          <p:cNvCxnSpPr/>
          <p:nvPr/>
        </p:nvCxnSpPr>
        <p:spPr>
          <a:xfrm flipV="1">
            <a:off x="8557435" y="5459492"/>
            <a:ext cx="49010" cy="3732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Editable polyline segment"/>
          <p:cNvCxnSpPr/>
          <p:nvPr/>
        </p:nvCxnSpPr>
        <p:spPr>
          <a:xfrm flipV="1">
            <a:off x="8606445" y="5431091"/>
            <a:ext cx="50617" cy="2840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Editable polyline segment"/>
          <p:cNvCxnSpPr/>
          <p:nvPr/>
        </p:nvCxnSpPr>
        <p:spPr>
          <a:xfrm flipV="1">
            <a:off x="8657062" y="5411607"/>
            <a:ext cx="52223" cy="1948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Editable polyline segment"/>
          <p:cNvCxnSpPr/>
          <p:nvPr/>
        </p:nvCxnSpPr>
        <p:spPr>
          <a:xfrm flipV="1">
            <a:off x="8709285" y="5401042"/>
            <a:ext cx="53831" cy="1056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Editable polyline segment"/>
          <p:cNvCxnSpPr/>
          <p:nvPr/>
        </p:nvCxnSpPr>
        <p:spPr>
          <a:xfrm flipV="1">
            <a:off x="8763116" y="5399395"/>
            <a:ext cx="55437" cy="164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Editable polyline segment"/>
          <p:cNvCxnSpPr/>
          <p:nvPr/>
        </p:nvCxnSpPr>
        <p:spPr>
          <a:xfrm>
            <a:off x="8818553" y="5399395"/>
            <a:ext cx="57044" cy="727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Editable polyline segment"/>
          <p:cNvCxnSpPr/>
          <p:nvPr/>
        </p:nvCxnSpPr>
        <p:spPr>
          <a:xfrm>
            <a:off x="8875597" y="5406666"/>
            <a:ext cx="58651" cy="16189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Editable polyline segment"/>
          <p:cNvCxnSpPr/>
          <p:nvPr/>
        </p:nvCxnSpPr>
        <p:spPr>
          <a:xfrm>
            <a:off x="8934248" y="5422855"/>
            <a:ext cx="60258" cy="2510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Editable polyline segment"/>
          <p:cNvCxnSpPr/>
          <p:nvPr/>
        </p:nvCxnSpPr>
        <p:spPr>
          <a:xfrm>
            <a:off x="8994506" y="5447963"/>
            <a:ext cx="61865" cy="3402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Editable polyline segment"/>
          <p:cNvCxnSpPr/>
          <p:nvPr/>
        </p:nvCxnSpPr>
        <p:spPr>
          <a:xfrm>
            <a:off x="9056371" y="5481989"/>
            <a:ext cx="63472" cy="4294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Editable polyline segment"/>
          <p:cNvCxnSpPr/>
          <p:nvPr/>
        </p:nvCxnSpPr>
        <p:spPr>
          <a:xfrm>
            <a:off x="9119843" y="5524932"/>
            <a:ext cx="65078" cy="51862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Editable polyline segment"/>
          <p:cNvCxnSpPr/>
          <p:nvPr/>
        </p:nvCxnSpPr>
        <p:spPr>
          <a:xfrm>
            <a:off x="9184921" y="5576794"/>
            <a:ext cx="66686" cy="60781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Editable rectangle"/>
          <p:cNvSpPr/>
          <p:nvPr/>
        </p:nvSpPr>
        <p:spPr>
          <a:xfrm>
            <a:off x="9393334" y="5921028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Editable text"/>
          <p:cNvSpPr txBox="1"/>
          <p:nvPr/>
        </p:nvSpPr>
        <p:spPr>
          <a:xfrm>
            <a:off x="9432702" y="5928902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241" name="Editable text"/>
          <p:cNvSpPr txBox="1"/>
          <p:nvPr/>
        </p:nvSpPr>
        <p:spPr>
          <a:xfrm>
            <a:off x="9582303" y="6079762"/>
            <a:ext cx="94484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1242" name="Editable text"/>
          <p:cNvSpPr txBox="1"/>
          <p:nvPr/>
        </p:nvSpPr>
        <p:spPr>
          <a:xfrm>
            <a:off x="9668913" y="5928902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243" name="Editable text"/>
          <p:cNvSpPr txBox="1"/>
          <p:nvPr/>
        </p:nvSpPr>
        <p:spPr>
          <a:xfrm>
            <a:off x="9928746" y="5913154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244" name="Editable rectangle"/>
          <p:cNvSpPr/>
          <p:nvPr/>
        </p:nvSpPr>
        <p:spPr>
          <a:xfrm>
            <a:off x="10259442" y="5921028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5" name="Editable connector"/>
          <p:cNvCxnSpPr/>
          <p:nvPr/>
        </p:nvCxnSpPr>
        <p:spPr>
          <a:xfrm flipV="1">
            <a:off x="10259442" y="5921028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Editable connector"/>
          <p:cNvCxnSpPr/>
          <p:nvPr/>
        </p:nvCxnSpPr>
        <p:spPr>
          <a:xfrm flipV="1">
            <a:off x="10259442" y="5921028"/>
            <a:ext cx="181095" cy="1810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Editable connector"/>
          <p:cNvCxnSpPr/>
          <p:nvPr/>
        </p:nvCxnSpPr>
        <p:spPr>
          <a:xfrm flipV="1">
            <a:off x="10259442" y="5921028"/>
            <a:ext cx="283453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Editable connector"/>
          <p:cNvCxnSpPr/>
          <p:nvPr/>
        </p:nvCxnSpPr>
        <p:spPr>
          <a:xfrm flipH="1">
            <a:off x="10314557" y="5921028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Editable connector"/>
          <p:cNvCxnSpPr/>
          <p:nvPr/>
        </p:nvCxnSpPr>
        <p:spPr>
          <a:xfrm flipH="1">
            <a:off x="10416916" y="5921028"/>
            <a:ext cx="330695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Editable connector"/>
          <p:cNvCxnSpPr/>
          <p:nvPr/>
        </p:nvCxnSpPr>
        <p:spPr>
          <a:xfrm flipH="1">
            <a:off x="10519274" y="5984018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Editable polyline segment"/>
          <p:cNvCxnSpPr/>
          <p:nvPr/>
        </p:nvCxnSpPr>
        <p:spPr>
          <a:xfrm flipV="1">
            <a:off x="8464236" y="5944850"/>
            <a:ext cx="45796" cy="5491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Editable polyline segment"/>
          <p:cNvCxnSpPr/>
          <p:nvPr/>
        </p:nvCxnSpPr>
        <p:spPr>
          <a:xfrm flipV="1">
            <a:off x="8510032" y="5899335"/>
            <a:ext cx="47403" cy="4551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Editable polyline segment"/>
          <p:cNvCxnSpPr/>
          <p:nvPr/>
        </p:nvCxnSpPr>
        <p:spPr>
          <a:xfrm flipV="1">
            <a:off x="8557435" y="5863221"/>
            <a:ext cx="49010" cy="3611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Editable polyline segment"/>
          <p:cNvCxnSpPr/>
          <p:nvPr/>
        </p:nvCxnSpPr>
        <p:spPr>
          <a:xfrm flipV="1">
            <a:off x="8606445" y="5836506"/>
            <a:ext cx="50617" cy="2671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Editable polyline segment"/>
          <p:cNvCxnSpPr/>
          <p:nvPr/>
        </p:nvCxnSpPr>
        <p:spPr>
          <a:xfrm flipV="1">
            <a:off x="8657062" y="5819192"/>
            <a:ext cx="52223" cy="1731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Editable polyline segment"/>
          <p:cNvCxnSpPr/>
          <p:nvPr/>
        </p:nvCxnSpPr>
        <p:spPr>
          <a:xfrm flipV="1">
            <a:off x="8709285" y="5811278"/>
            <a:ext cx="53831" cy="791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Editable polyline segment"/>
          <p:cNvCxnSpPr/>
          <p:nvPr/>
        </p:nvCxnSpPr>
        <p:spPr>
          <a:xfrm>
            <a:off x="8763116" y="5811278"/>
            <a:ext cx="55437" cy="148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Editable polyline segment"/>
          <p:cNvCxnSpPr/>
          <p:nvPr/>
        </p:nvCxnSpPr>
        <p:spPr>
          <a:xfrm>
            <a:off x="8818553" y="5812765"/>
            <a:ext cx="57044" cy="1088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Editable polyline segment"/>
          <p:cNvCxnSpPr/>
          <p:nvPr/>
        </p:nvCxnSpPr>
        <p:spPr>
          <a:xfrm>
            <a:off x="8875597" y="5823651"/>
            <a:ext cx="58651" cy="2028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Editable polyline segment"/>
          <p:cNvCxnSpPr/>
          <p:nvPr/>
        </p:nvCxnSpPr>
        <p:spPr>
          <a:xfrm>
            <a:off x="8934248" y="5843938"/>
            <a:ext cx="60258" cy="2968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Editable polyline segment"/>
          <p:cNvCxnSpPr/>
          <p:nvPr/>
        </p:nvCxnSpPr>
        <p:spPr>
          <a:xfrm>
            <a:off x="8994506" y="5873625"/>
            <a:ext cx="61865" cy="3908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Editable polyline segment"/>
          <p:cNvCxnSpPr/>
          <p:nvPr/>
        </p:nvCxnSpPr>
        <p:spPr>
          <a:xfrm>
            <a:off x="9056371" y="5912713"/>
            <a:ext cx="63472" cy="4848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Editable polyline segment"/>
          <p:cNvCxnSpPr/>
          <p:nvPr/>
        </p:nvCxnSpPr>
        <p:spPr>
          <a:xfrm>
            <a:off x="9119843" y="5961200"/>
            <a:ext cx="65078" cy="5788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Editable polyline segment"/>
          <p:cNvCxnSpPr/>
          <p:nvPr/>
        </p:nvCxnSpPr>
        <p:spPr>
          <a:xfrm>
            <a:off x="9184921" y="6019088"/>
            <a:ext cx="66686" cy="67288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5" name="Editable rectangle"/>
          <p:cNvSpPr/>
          <p:nvPr/>
        </p:nvSpPr>
        <p:spPr>
          <a:xfrm>
            <a:off x="9393334" y="6810757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Editable text"/>
          <p:cNvSpPr txBox="1"/>
          <p:nvPr/>
        </p:nvSpPr>
        <p:spPr>
          <a:xfrm>
            <a:off x="9397270" y="6818631"/>
            <a:ext cx="14172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267" name="Editable text"/>
          <p:cNvSpPr txBox="1"/>
          <p:nvPr/>
        </p:nvSpPr>
        <p:spPr>
          <a:xfrm>
            <a:off x="9531123" y="6969491"/>
            <a:ext cx="188969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n-1</a:t>
            </a:r>
          </a:p>
        </p:txBody>
      </p:sp>
      <p:sp>
        <p:nvSpPr>
          <p:cNvPr id="1268" name="Editable text"/>
          <p:cNvSpPr txBox="1"/>
          <p:nvPr/>
        </p:nvSpPr>
        <p:spPr>
          <a:xfrm>
            <a:off x="9712219" y="6818631"/>
            <a:ext cx="196842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269" name="Editable text"/>
          <p:cNvSpPr txBox="1"/>
          <p:nvPr/>
        </p:nvSpPr>
        <p:spPr>
          <a:xfrm>
            <a:off x="9928746" y="6802884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270" name="Editable rectangle"/>
          <p:cNvSpPr/>
          <p:nvPr/>
        </p:nvSpPr>
        <p:spPr>
          <a:xfrm>
            <a:off x="10259442" y="6810757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1" name="Editable connector"/>
          <p:cNvCxnSpPr/>
          <p:nvPr/>
        </p:nvCxnSpPr>
        <p:spPr>
          <a:xfrm flipV="1">
            <a:off x="10259442" y="6810757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Editable connector"/>
          <p:cNvCxnSpPr/>
          <p:nvPr/>
        </p:nvCxnSpPr>
        <p:spPr>
          <a:xfrm flipV="1">
            <a:off x="10259442" y="6810757"/>
            <a:ext cx="181095" cy="1810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Editable connector"/>
          <p:cNvCxnSpPr/>
          <p:nvPr/>
        </p:nvCxnSpPr>
        <p:spPr>
          <a:xfrm flipV="1">
            <a:off x="10259442" y="6810757"/>
            <a:ext cx="283453" cy="283454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Editable connector"/>
          <p:cNvCxnSpPr/>
          <p:nvPr/>
        </p:nvCxnSpPr>
        <p:spPr>
          <a:xfrm flipH="1">
            <a:off x="10314557" y="6810757"/>
            <a:ext cx="330696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Editable connector"/>
          <p:cNvCxnSpPr/>
          <p:nvPr/>
        </p:nvCxnSpPr>
        <p:spPr>
          <a:xfrm flipH="1">
            <a:off x="10416916" y="6810757"/>
            <a:ext cx="330695" cy="33069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Editable connector"/>
          <p:cNvCxnSpPr/>
          <p:nvPr/>
        </p:nvCxnSpPr>
        <p:spPr>
          <a:xfrm flipH="1">
            <a:off x="10519274" y="6873747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Editable polyline segment"/>
          <p:cNvCxnSpPr/>
          <p:nvPr/>
        </p:nvCxnSpPr>
        <p:spPr>
          <a:xfrm flipV="1">
            <a:off x="8464236" y="6748410"/>
            <a:ext cx="45796" cy="5447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Editable polyline segment"/>
          <p:cNvCxnSpPr/>
          <p:nvPr/>
        </p:nvCxnSpPr>
        <p:spPr>
          <a:xfrm flipV="1">
            <a:off x="8510032" y="6704221"/>
            <a:ext cx="47403" cy="44189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Editable polyline segment"/>
          <p:cNvCxnSpPr/>
          <p:nvPr/>
        </p:nvCxnSpPr>
        <p:spPr>
          <a:xfrm flipV="1">
            <a:off x="8557435" y="6670316"/>
            <a:ext cx="49010" cy="3390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Editable polyline segment"/>
          <p:cNvCxnSpPr/>
          <p:nvPr/>
        </p:nvCxnSpPr>
        <p:spPr>
          <a:xfrm flipV="1">
            <a:off x="8606445" y="6646695"/>
            <a:ext cx="50617" cy="2362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Editable polyline segment"/>
          <p:cNvCxnSpPr/>
          <p:nvPr/>
        </p:nvCxnSpPr>
        <p:spPr>
          <a:xfrm flipV="1">
            <a:off x="8657062" y="6633358"/>
            <a:ext cx="52223" cy="1333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Editable polyline segment"/>
          <p:cNvCxnSpPr/>
          <p:nvPr/>
        </p:nvCxnSpPr>
        <p:spPr>
          <a:xfrm flipV="1">
            <a:off x="8709285" y="6630305"/>
            <a:ext cx="53831" cy="305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Editable polyline segment"/>
          <p:cNvCxnSpPr/>
          <p:nvPr/>
        </p:nvCxnSpPr>
        <p:spPr>
          <a:xfrm>
            <a:off x="8763116" y="6630305"/>
            <a:ext cx="55437" cy="723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Editable polyline segment"/>
          <p:cNvCxnSpPr/>
          <p:nvPr/>
        </p:nvCxnSpPr>
        <p:spPr>
          <a:xfrm>
            <a:off x="8818553" y="6637536"/>
            <a:ext cx="57044" cy="1751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Editable polyline segment"/>
          <p:cNvCxnSpPr/>
          <p:nvPr/>
        </p:nvCxnSpPr>
        <p:spPr>
          <a:xfrm>
            <a:off x="8875597" y="6655051"/>
            <a:ext cx="58651" cy="27799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Editable polyline segment"/>
          <p:cNvCxnSpPr/>
          <p:nvPr/>
        </p:nvCxnSpPr>
        <p:spPr>
          <a:xfrm>
            <a:off x="8934248" y="6682850"/>
            <a:ext cx="60258" cy="3808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Editable polyline segment"/>
          <p:cNvCxnSpPr/>
          <p:nvPr/>
        </p:nvCxnSpPr>
        <p:spPr>
          <a:xfrm>
            <a:off x="8994506" y="6720933"/>
            <a:ext cx="61865" cy="48367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Editable polyline segment"/>
          <p:cNvCxnSpPr/>
          <p:nvPr/>
        </p:nvCxnSpPr>
        <p:spPr>
          <a:xfrm>
            <a:off x="9056371" y="6769300"/>
            <a:ext cx="63472" cy="5865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Editable polyline segment"/>
          <p:cNvCxnSpPr/>
          <p:nvPr/>
        </p:nvCxnSpPr>
        <p:spPr>
          <a:xfrm>
            <a:off x="9119843" y="6827951"/>
            <a:ext cx="65078" cy="6893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Editable polyline segment"/>
          <p:cNvCxnSpPr/>
          <p:nvPr/>
        </p:nvCxnSpPr>
        <p:spPr>
          <a:xfrm>
            <a:off x="9184921" y="6896886"/>
            <a:ext cx="66686" cy="79219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1" name="Editable rectangle"/>
          <p:cNvSpPr/>
          <p:nvPr/>
        </p:nvSpPr>
        <p:spPr>
          <a:xfrm>
            <a:off x="9393334" y="7259559"/>
            <a:ext cx="519664" cy="330695"/>
          </a:xfrm>
          <a:prstGeom prst="rect">
            <a:avLst/>
          </a:prstGeom>
          <a:solidFill>
            <a:srgbClr val="F8FBFC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Editable text"/>
          <p:cNvSpPr txBox="1"/>
          <p:nvPr/>
        </p:nvSpPr>
        <p:spPr>
          <a:xfrm>
            <a:off x="9424828" y="7267432"/>
            <a:ext cx="157474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293" name="Editable text"/>
          <p:cNvSpPr txBox="1"/>
          <p:nvPr/>
        </p:nvSpPr>
        <p:spPr>
          <a:xfrm>
            <a:off x="9574429" y="7418293"/>
            <a:ext cx="110231" cy="112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000000"/>
                </a:solidFill>
                <a:latin typeface="DejaVu Sans"/>
              </a:rPr>
              <a:t>n</a:t>
            </a:r>
          </a:p>
        </p:txBody>
      </p:sp>
      <p:sp>
        <p:nvSpPr>
          <p:cNvPr id="1294" name="Editable text"/>
          <p:cNvSpPr txBox="1"/>
          <p:nvPr/>
        </p:nvSpPr>
        <p:spPr>
          <a:xfrm>
            <a:off x="9676787" y="7267432"/>
            <a:ext cx="204716" cy="3149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0" i="0">
                <a:solidFill>
                  <a:srgbClr val="000000"/>
                </a:solidFill>
                <a:latin typeface="DejaVu Sans"/>
              </a:rPr>
              <a:t>(A)</a:t>
            </a:r>
          </a:p>
        </p:txBody>
      </p:sp>
      <p:sp>
        <p:nvSpPr>
          <p:cNvPr id="1295" name="Editable text"/>
          <p:cNvSpPr txBox="1"/>
          <p:nvPr/>
        </p:nvSpPr>
        <p:spPr>
          <a:xfrm>
            <a:off x="9928746" y="7251685"/>
            <a:ext cx="299200" cy="3464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i="0">
                <a:solidFill>
                  <a:srgbClr val="000000"/>
                </a:solidFill>
                <a:latin typeface="DejaVu Sans"/>
              </a:rPr>
              <a:t>⊕</a:t>
            </a:r>
          </a:p>
        </p:txBody>
      </p:sp>
      <p:sp>
        <p:nvSpPr>
          <p:cNvPr id="1296" name="Editable rectangle"/>
          <p:cNvSpPr/>
          <p:nvPr/>
        </p:nvSpPr>
        <p:spPr>
          <a:xfrm>
            <a:off x="10259442" y="7259559"/>
            <a:ext cx="527538" cy="330695"/>
          </a:xfrm>
          <a:prstGeom prst="rect">
            <a:avLst/>
          </a:prstGeom>
          <a:solidFill>
            <a:srgbClr val="FFFFFF"/>
          </a:solidFill>
          <a:ln w="15747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7" name="Editable connector"/>
          <p:cNvCxnSpPr/>
          <p:nvPr/>
        </p:nvCxnSpPr>
        <p:spPr>
          <a:xfrm flipV="1">
            <a:off x="10259442" y="7259559"/>
            <a:ext cx="78737" cy="78737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Editable connector"/>
          <p:cNvCxnSpPr/>
          <p:nvPr/>
        </p:nvCxnSpPr>
        <p:spPr>
          <a:xfrm flipV="1">
            <a:off x="10259442" y="7259559"/>
            <a:ext cx="181095" cy="1810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Editable connector"/>
          <p:cNvCxnSpPr/>
          <p:nvPr/>
        </p:nvCxnSpPr>
        <p:spPr>
          <a:xfrm flipV="1">
            <a:off x="10259442" y="7259559"/>
            <a:ext cx="283453" cy="283453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Editable connector"/>
          <p:cNvCxnSpPr/>
          <p:nvPr/>
        </p:nvCxnSpPr>
        <p:spPr>
          <a:xfrm flipH="1">
            <a:off x="10314557" y="7259559"/>
            <a:ext cx="330696" cy="3306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Editable connector"/>
          <p:cNvCxnSpPr/>
          <p:nvPr/>
        </p:nvCxnSpPr>
        <p:spPr>
          <a:xfrm flipH="1">
            <a:off x="10416916" y="7259559"/>
            <a:ext cx="330695" cy="330695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Editable connector"/>
          <p:cNvCxnSpPr/>
          <p:nvPr/>
        </p:nvCxnSpPr>
        <p:spPr>
          <a:xfrm flipH="1">
            <a:off x="10519274" y="7322548"/>
            <a:ext cx="267706" cy="267706"/>
          </a:xfrm>
          <a:prstGeom prst="line">
            <a:avLst/>
          </a:prstGeom>
          <a:ln w="15747">
            <a:solidFill>
              <a:srgbClr val="69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Editable polyline segment"/>
          <p:cNvCxnSpPr/>
          <p:nvPr/>
        </p:nvCxnSpPr>
        <p:spPr>
          <a:xfrm flipV="1">
            <a:off x="8464236" y="7150210"/>
            <a:ext cx="45796" cy="5423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Editable polyline segment"/>
          <p:cNvCxnSpPr/>
          <p:nvPr/>
        </p:nvCxnSpPr>
        <p:spPr>
          <a:xfrm flipV="1">
            <a:off x="8510032" y="7106744"/>
            <a:ext cx="47403" cy="4346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5" name="Editable polyline segment"/>
          <p:cNvCxnSpPr/>
          <p:nvPr/>
        </p:nvCxnSpPr>
        <p:spPr>
          <a:xfrm flipV="1">
            <a:off x="8557435" y="7074044"/>
            <a:ext cx="49010" cy="3270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6" name="Editable polyline segment"/>
          <p:cNvCxnSpPr/>
          <p:nvPr/>
        </p:nvCxnSpPr>
        <p:spPr>
          <a:xfrm flipV="1">
            <a:off x="8606445" y="7052111"/>
            <a:ext cx="50617" cy="2193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7" name="Editable polyline segment"/>
          <p:cNvCxnSpPr/>
          <p:nvPr/>
        </p:nvCxnSpPr>
        <p:spPr>
          <a:xfrm flipV="1">
            <a:off x="8657062" y="7040943"/>
            <a:ext cx="52223" cy="11168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8" name="Editable polyline segment"/>
          <p:cNvCxnSpPr/>
          <p:nvPr/>
        </p:nvCxnSpPr>
        <p:spPr>
          <a:xfrm flipV="1">
            <a:off x="8709285" y="7040541"/>
            <a:ext cx="53831" cy="402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9" name="Editable polyline segment"/>
          <p:cNvCxnSpPr/>
          <p:nvPr/>
        </p:nvCxnSpPr>
        <p:spPr>
          <a:xfrm>
            <a:off x="8763116" y="7040541"/>
            <a:ext cx="55437" cy="10364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0" name="Editable polyline segment"/>
          <p:cNvCxnSpPr/>
          <p:nvPr/>
        </p:nvCxnSpPr>
        <p:spPr>
          <a:xfrm>
            <a:off x="8818553" y="7050905"/>
            <a:ext cx="57044" cy="21131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1" name="Editable polyline segment"/>
          <p:cNvCxnSpPr/>
          <p:nvPr/>
        </p:nvCxnSpPr>
        <p:spPr>
          <a:xfrm>
            <a:off x="8875597" y="7072036"/>
            <a:ext cx="58651" cy="31896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2" name="Editable polyline segment"/>
          <p:cNvCxnSpPr/>
          <p:nvPr/>
        </p:nvCxnSpPr>
        <p:spPr>
          <a:xfrm>
            <a:off x="8934248" y="7103932"/>
            <a:ext cx="60258" cy="42663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3" name="Editable polyline segment"/>
          <p:cNvCxnSpPr/>
          <p:nvPr/>
        </p:nvCxnSpPr>
        <p:spPr>
          <a:xfrm>
            <a:off x="8994506" y="7146595"/>
            <a:ext cx="61865" cy="53429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4" name="Editable polyline segment"/>
          <p:cNvCxnSpPr/>
          <p:nvPr/>
        </p:nvCxnSpPr>
        <p:spPr>
          <a:xfrm>
            <a:off x="9056371" y="7200024"/>
            <a:ext cx="63472" cy="64195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5" name="Editable polyline segment"/>
          <p:cNvCxnSpPr/>
          <p:nvPr/>
        </p:nvCxnSpPr>
        <p:spPr>
          <a:xfrm>
            <a:off x="9119843" y="7264219"/>
            <a:ext cx="65078" cy="74960"/>
          </a:xfrm>
          <a:prstGeom prst="line">
            <a:avLst/>
          </a:prstGeom>
          <a:ln w="17322">
            <a:solidFill>
              <a:srgbClr val="00A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6" name="Editable polyline segment"/>
          <p:cNvCxnSpPr/>
          <p:nvPr/>
        </p:nvCxnSpPr>
        <p:spPr>
          <a:xfrm>
            <a:off x="9184921" y="7339179"/>
            <a:ext cx="66686" cy="85728"/>
          </a:xfrm>
          <a:prstGeom prst="line">
            <a:avLst/>
          </a:prstGeom>
          <a:ln w="17322">
            <a:solidFill>
              <a:srgbClr val="00A7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7" name="Editable text"/>
          <p:cNvSpPr txBox="1"/>
          <p:nvPr/>
        </p:nvSpPr>
        <p:spPr>
          <a:xfrm>
            <a:off x="9928746" y="6243850"/>
            <a:ext cx="236211" cy="488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318" name="Editable text"/>
          <p:cNvSpPr txBox="1"/>
          <p:nvPr/>
        </p:nvSpPr>
        <p:spPr>
          <a:xfrm>
            <a:off x="10393295" y="6243850"/>
            <a:ext cx="236211" cy="488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319" name="Editable text"/>
          <p:cNvSpPr txBox="1"/>
          <p:nvPr/>
        </p:nvSpPr>
        <p:spPr>
          <a:xfrm>
            <a:off x="7983940" y="7684739"/>
            <a:ext cx="2850282" cy="299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Reliability Assignment</a:t>
            </a:r>
          </a:p>
        </p:txBody>
      </p:sp>
      <p:sp>
        <p:nvSpPr>
          <p:cNvPr id="1320" name="Editable rectangle"/>
          <p:cNvSpPr/>
          <p:nvPr/>
        </p:nvSpPr>
        <p:spPr>
          <a:xfrm>
            <a:off x="10975949" y="4621866"/>
            <a:ext cx="1779458" cy="2929019"/>
          </a:xfrm>
          <a:prstGeom prst="rect">
            <a:avLst/>
          </a:prstGeom>
          <a:noFill/>
          <a:ln w="23621">
            <a:solidFill>
              <a:srgbClr val="F7B88E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Editable rectangle"/>
          <p:cNvSpPr/>
          <p:nvPr/>
        </p:nvSpPr>
        <p:spPr>
          <a:xfrm>
            <a:off x="11259402" y="4755719"/>
            <a:ext cx="503917" cy="716507"/>
          </a:xfrm>
          <a:prstGeom prst="roundRect">
            <a:avLst/>
          </a:prstGeom>
          <a:noFill/>
          <a:ln w="15747">
            <a:solidFill>
              <a:srgbClr val="F18A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Editable polygon"/>
          <p:cNvSpPr/>
          <p:nvPr/>
        </p:nvSpPr>
        <p:spPr>
          <a:xfrm>
            <a:off x="11401129" y="4826583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23" name="Editable connector"/>
          <p:cNvCxnSpPr/>
          <p:nvPr/>
        </p:nvCxnSpPr>
        <p:spPr>
          <a:xfrm>
            <a:off x="11440498" y="4826583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4" name="Editable connector"/>
          <p:cNvCxnSpPr/>
          <p:nvPr/>
        </p:nvCxnSpPr>
        <p:spPr>
          <a:xfrm>
            <a:off x="11401129" y="4865951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5" name="Editable polygon"/>
          <p:cNvSpPr/>
          <p:nvPr/>
        </p:nvSpPr>
        <p:spPr>
          <a:xfrm>
            <a:off x="11401129" y="5070668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26" name="Editable connector"/>
          <p:cNvCxnSpPr/>
          <p:nvPr/>
        </p:nvCxnSpPr>
        <p:spPr>
          <a:xfrm>
            <a:off x="11440498" y="5070668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7" name="Editable connector"/>
          <p:cNvCxnSpPr/>
          <p:nvPr/>
        </p:nvCxnSpPr>
        <p:spPr>
          <a:xfrm>
            <a:off x="11401129" y="5110036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8" name="Editable text"/>
          <p:cNvSpPr txBox="1"/>
          <p:nvPr/>
        </p:nvSpPr>
        <p:spPr>
          <a:xfrm>
            <a:off x="11424750" y="5204521"/>
            <a:ext cx="196842" cy="1653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329" name="Editable polygon"/>
          <p:cNvSpPr/>
          <p:nvPr/>
        </p:nvSpPr>
        <p:spPr>
          <a:xfrm>
            <a:off x="11401129" y="5267510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30" name="Editable connector"/>
          <p:cNvCxnSpPr/>
          <p:nvPr/>
        </p:nvCxnSpPr>
        <p:spPr>
          <a:xfrm>
            <a:off x="11440498" y="5267510"/>
            <a:ext cx="0" cy="149601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1" name="Editable connector"/>
          <p:cNvCxnSpPr/>
          <p:nvPr/>
        </p:nvCxnSpPr>
        <p:spPr>
          <a:xfrm>
            <a:off x="11401129" y="5306879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" name="Editable rectangle"/>
          <p:cNvSpPr/>
          <p:nvPr/>
        </p:nvSpPr>
        <p:spPr>
          <a:xfrm>
            <a:off x="11259402" y="5676943"/>
            <a:ext cx="503917" cy="716507"/>
          </a:xfrm>
          <a:prstGeom prst="roundRect">
            <a:avLst/>
          </a:prstGeom>
          <a:noFill/>
          <a:ln w="15747">
            <a:solidFill>
              <a:srgbClr val="F18A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Editable polygon"/>
          <p:cNvSpPr/>
          <p:nvPr/>
        </p:nvSpPr>
        <p:spPr>
          <a:xfrm>
            <a:off x="11401129" y="5747807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34" name="Editable connector"/>
          <p:cNvCxnSpPr/>
          <p:nvPr/>
        </p:nvCxnSpPr>
        <p:spPr>
          <a:xfrm>
            <a:off x="11440498" y="5747807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5" name="Editable connector"/>
          <p:cNvCxnSpPr/>
          <p:nvPr/>
        </p:nvCxnSpPr>
        <p:spPr>
          <a:xfrm>
            <a:off x="11401129" y="5787175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6" name="Editable polygon"/>
          <p:cNvSpPr/>
          <p:nvPr/>
        </p:nvSpPr>
        <p:spPr>
          <a:xfrm>
            <a:off x="11401129" y="5991892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37" name="Editable connector"/>
          <p:cNvCxnSpPr/>
          <p:nvPr/>
        </p:nvCxnSpPr>
        <p:spPr>
          <a:xfrm>
            <a:off x="11440498" y="5991892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8" name="Editable connector"/>
          <p:cNvCxnSpPr/>
          <p:nvPr/>
        </p:nvCxnSpPr>
        <p:spPr>
          <a:xfrm>
            <a:off x="11401129" y="6031260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9" name="Editable text"/>
          <p:cNvSpPr txBox="1"/>
          <p:nvPr/>
        </p:nvSpPr>
        <p:spPr>
          <a:xfrm>
            <a:off x="11424750" y="6125745"/>
            <a:ext cx="196842" cy="1653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340" name="Editable polygon"/>
          <p:cNvSpPr/>
          <p:nvPr/>
        </p:nvSpPr>
        <p:spPr>
          <a:xfrm>
            <a:off x="11401129" y="6188734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41" name="Editable connector"/>
          <p:cNvCxnSpPr/>
          <p:nvPr/>
        </p:nvCxnSpPr>
        <p:spPr>
          <a:xfrm>
            <a:off x="11440498" y="6188734"/>
            <a:ext cx="0" cy="149601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2" name="Editable connector"/>
          <p:cNvCxnSpPr/>
          <p:nvPr/>
        </p:nvCxnSpPr>
        <p:spPr>
          <a:xfrm>
            <a:off x="11401129" y="622810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3" name="Editable rectangle"/>
          <p:cNvSpPr/>
          <p:nvPr/>
        </p:nvSpPr>
        <p:spPr>
          <a:xfrm>
            <a:off x="11259402" y="6637536"/>
            <a:ext cx="503917" cy="716507"/>
          </a:xfrm>
          <a:prstGeom prst="roundRect">
            <a:avLst/>
          </a:prstGeom>
          <a:noFill/>
          <a:ln w="15747">
            <a:solidFill>
              <a:srgbClr val="F18A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Editable polygon"/>
          <p:cNvSpPr/>
          <p:nvPr/>
        </p:nvSpPr>
        <p:spPr>
          <a:xfrm>
            <a:off x="11401129" y="6708399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9D5D2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45" name="Editable connector"/>
          <p:cNvCxnSpPr/>
          <p:nvPr/>
        </p:nvCxnSpPr>
        <p:spPr>
          <a:xfrm>
            <a:off x="11440498" y="6708399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6" name="Editable connector"/>
          <p:cNvCxnSpPr/>
          <p:nvPr/>
        </p:nvCxnSpPr>
        <p:spPr>
          <a:xfrm>
            <a:off x="11401129" y="6747768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7" name="Editable polygon"/>
          <p:cNvSpPr/>
          <p:nvPr/>
        </p:nvSpPr>
        <p:spPr>
          <a:xfrm>
            <a:off x="11401129" y="6952484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5A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48" name="Editable connector"/>
          <p:cNvCxnSpPr/>
          <p:nvPr/>
        </p:nvCxnSpPr>
        <p:spPr>
          <a:xfrm>
            <a:off x="11440498" y="6952484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9" name="Editable connector"/>
          <p:cNvCxnSpPr/>
          <p:nvPr/>
        </p:nvCxnSpPr>
        <p:spPr>
          <a:xfrm>
            <a:off x="11401129" y="6991853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0" name="Editable text"/>
          <p:cNvSpPr txBox="1"/>
          <p:nvPr/>
        </p:nvSpPr>
        <p:spPr>
          <a:xfrm>
            <a:off x="11424750" y="7086337"/>
            <a:ext cx="196842" cy="1653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1" b="1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351" name="Editable polygon"/>
          <p:cNvSpPr/>
          <p:nvPr/>
        </p:nvSpPr>
        <p:spPr>
          <a:xfrm>
            <a:off x="11401129" y="7149327"/>
            <a:ext cx="220463" cy="188969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20833"/>
                </a:moveTo>
                <a:lnTo>
                  <a:pt x="17857" y="0"/>
                </a:lnTo>
                <a:lnTo>
                  <a:pt x="100000" y="0"/>
                </a:lnTo>
                <a:lnTo>
                  <a:pt x="100000" y="79166"/>
                </a:lnTo>
                <a:lnTo>
                  <a:pt x="8214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A99AF4"/>
          </a:solidFill>
          <a:ln w="7873">
            <a:solidFill>
              <a:srgbClr val="333333"/>
            </a:solidFill>
            <a:prstDash val="solid"/>
            <a:round/>
          </a:ln>
        </p:spPr>
        <p:txBody>
          <a:bodyPr/>
          <a:lstStyle/>
          <a:p/>
        </p:txBody>
      </p:sp>
      <p:cxnSp>
        <p:nvCxnSpPr>
          <p:cNvPr id="1352" name="Editable connector"/>
          <p:cNvCxnSpPr/>
          <p:nvPr/>
        </p:nvCxnSpPr>
        <p:spPr>
          <a:xfrm>
            <a:off x="11440498" y="7149327"/>
            <a:ext cx="0" cy="149600"/>
          </a:xfrm>
          <a:prstGeom prst="line">
            <a:avLst/>
          </a:prstGeom>
          <a:ln w="6298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Editable connector"/>
          <p:cNvCxnSpPr/>
          <p:nvPr/>
        </p:nvCxnSpPr>
        <p:spPr>
          <a:xfrm>
            <a:off x="11401129" y="7188695"/>
            <a:ext cx="39369" cy="0"/>
          </a:xfrm>
          <a:prstGeom prst="line">
            <a:avLst/>
          </a:prstGeom>
          <a:ln w="5511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4" name="Editable rectangle"/>
          <p:cNvSpPr/>
          <p:nvPr/>
        </p:nvSpPr>
        <p:spPr>
          <a:xfrm>
            <a:off x="11999531" y="5881660"/>
            <a:ext cx="527538" cy="354316"/>
          </a:xfrm>
          <a:prstGeom prst="rect">
            <a:avLst/>
          </a:prstGeom>
          <a:solidFill>
            <a:srgbClr val="F9FBF7"/>
          </a:solidFill>
          <a:ln w="23621">
            <a:solidFill>
              <a:srgbClr val="4F7B3E"/>
            </a:solidFill>
          </a:ln>
          <a:effectLst>
            <a:outerShdw blurRad="63500" dist="38100" dir="2700000" algn="br" rotWithShape="0">
              <a:srgbClr val="78A4B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Editable text"/>
          <p:cNvSpPr txBox="1"/>
          <p:nvPr/>
        </p:nvSpPr>
        <p:spPr>
          <a:xfrm>
            <a:off x="12038900" y="5905281"/>
            <a:ext cx="448801" cy="299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9" b="0" i="0">
                <a:solidFill>
                  <a:srgbClr val="000000"/>
                </a:solidFill>
                <a:latin typeface="DejaVu Sans"/>
              </a:rPr>
              <a:t>M</a:t>
            </a:r>
          </a:p>
        </p:txBody>
      </p:sp>
      <p:sp>
        <p:nvSpPr>
          <p:cNvPr id="1356" name="Editable text"/>
          <p:cNvSpPr txBox="1"/>
          <p:nvPr/>
        </p:nvSpPr>
        <p:spPr>
          <a:xfrm>
            <a:off x="11267276" y="7684739"/>
            <a:ext cx="1062950" cy="299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000000"/>
                </a:solidFill>
                <a:latin typeface="Liberation Serif"/>
              </a:rPr>
              <a:t>Fusion</a:t>
            </a:r>
          </a:p>
        </p:txBody>
      </p:sp>
      <p:sp>
        <p:nvSpPr>
          <p:cNvPr id="1357" name="Editable rectangle"/>
          <p:cNvSpPr/>
          <p:nvPr/>
        </p:nvSpPr>
        <p:spPr>
          <a:xfrm>
            <a:off x="6865873" y="8023308"/>
            <a:ext cx="6598167" cy="999960"/>
          </a:xfrm>
          <a:prstGeom prst="roundRect">
            <a:avLst/>
          </a:prstGeom>
          <a:noFill/>
          <a:ln w="23621">
            <a:solidFill>
              <a:srgbClr val="111111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Editable rectangle"/>
          <p:cNvSpPr/>
          <p:nvPr/>
        </p:nvSpPr>
        <p:spPr>
          <a:xfrm>
            <a:off x="6968231" y="8180783"/>
            <a:ext cx="1700721" cy="716507"/>
          </a:xfrm>
          <a:prstGeom prst="rect">
            <a:avLst/>
          </a:prstGeom>
          <a:solidFill>
            <a:srgbClr val="F4EAC9"/>
          </a:solidFill>
          <a:ln w="7873">
            <a:solidFill>
              <a:srgbClr val="D9D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Editable text"/>
          <p:cNvSpPr txBox="1"/>
          <p:nvPr/>
        </p:nvSpPr>
        <p:spPr>
          <a:xfrm>
            <a:off x="7023347" y="8220151"/>
            <a:ext cx="1590489" cy="637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Pattern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classification</a:t>
            </a:r>
          </a:p>
        </p:txBody>
      </p:sp>
      <p:sp>
        <p:nvSpPr>
          <p:cNvPr id="1360" name="Editable rectangle"/>
          <p:cNvSpPr/>
          <p:nvPr/>
        </p:nvSpPr>
        <p:spPr>
          <a:xfrm>
            <a:off x="8881543" y="8180783"/>
            <a:ext cx="1700721" cy="716507"/>
          </a:xfrm>
          <a:prstGeom prst="rect">
            <a:avLst/>
          </a:prstGeom>
          <a:solidFill>
            <a:srgbClr val="F4EAC9"/>
          </a:solidFill>
          <a:ln w="7873">
            <a:solidFill>
              <a:srgbClr val="D9D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Editable text"/>
          <p:cNvSpPr txBox="1"/>
          <p:nvPr/>
        </p:nvSpPr>
        <p:spPr>
          <a:xfrm>
            <a:off x="8936659" y="8220151"/>
            <a:ext cx="1590489" cy="637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classification</a:t>
            </a:r>
          </a:p>
        </p:txBody>
      </p:sp>
      <p:sp>
        <p:nvSpPr>
          <p:cNvPr id="1362" name="Editable rectangle"/>
          <p:cNvSpPr/>
          <p:nvPr/>
        </p:nvSpPr>
        <p:spPr>
          <a:xfrm>
            <a:off x="10794854" y="8180783"/>
            <a:ext cx="2543207" cy="716507"/>
          </a:xfrm>
          <a:prstGeom prst="rect">
            <a:avLst/>
          </a:prstGeom>
          <a:solidFill>
            <a:srgbClr val="F4EAC9"/>
          </a:solidFill>
          <a:ln w="7873">
            <a:solidFill>
              <a:srgbClr val="D9D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Editable text"/>
          <p:cNvSpPr txBox="1"/>
          <p:nvPr/>
        </p:nvSpPr>
        <p:spPr>
          <a:xfrm>
            <a:off x="10849970" y="8220151"/>
            <a:ext cx="2432975" cy="637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Low- light 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1" i="0">
                <a:solidFill>
                  <a:srgbClr val="000000"/>
                </a:solidFill>
                <a:latin typeface="Liberation Serif"/>
              </a:rPr>
              <a:t>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A Dynamic Learning Strategy for Dempster-Shafer Theory with Applications in Classification and Enhancemen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5999" cy="9102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diffusion probability transformation</dc:title>
  <dc:subject>Editable vector reconstruction of the supplied technical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