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05493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549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305658" y="99768"/>
            <a:ext cx="0" cy="4868696"/>
          </a:xfrm>
          <a:prstGeom prst="line">
            <a:avLst/>
          </a:prstGeom>
          <a:ln w="39907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804203" y="99768"/>
            <a:ext cx="0" cy="4868696"/>
          </a:xfrm>
          <a:prstGeom prst="line">
            <a:avLst/>
          </a:prstGeom>
          <a:ln w="39907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3117" y="139675"/>
            <a:ext cx="3052912" cy="1815784"/>
          </a:xfrm>
          <a:prstGeom prst="roundRect">
            <a:avLst>
              <a:gd name="adj" fmla="val 7326"/>
            </a:avLst>
          </a:prstGeom>
          <a:solidFill>
            <a:srgbClr val="C5DBEA"/>
          </a:solidFill>
          <a:ln w="26604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117" y="2128391"/>
            <a:ext cx="3052912" cy="2321277"/>
          </a:xfrm>
          <a:prstGeom prst="roundRect">
            <a:avLst>
              <a:gd name="adj" fmla="val 5157"/>
            </a:avLst>
          </a:prstGeom>
          <a:solidFill>
            <a:srgbClr val="E4F0DC"/>
          </a:solidFill>
          <a:ln w="26604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187" y="312607"/>
            <a:ext cx="744937" cy="299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0953" y="1496525"/>
            <a:ext cx="572005" cy="2926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Lay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72468" y="259397"/>
            <a:ext cx="2554070" cy="1642853"/>
          </a:xfrm>
          <a:prstGeom prst="line">
            <a:avLst/>
          </a:prstGeom>
          <a:ln w="53209">
            <a:solidFill>
              <a:srgbClr val="467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31634" y="578656"/>
            <a:ext cx="146327" cy="179583"/>
          </a:xfrm>
          <a:prstGeom prst="line">
            <a:avLst/>
          </a:prstGeom>
          <a:ln w="119722">
            <a:solidFill>
              <a:srgbClr val="354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77961" y="452283"/>
            <a:ext cx="325910" cy="126373"/>
          </a:xfrm>
          <a:prstGeom prst="line">
            <a:avLst/>
          </a:prstGeom>
          <a:ln w="119722">
            <a:solidFill>
              <a:srgbClr val="3542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281370" y="1622898"/>
            <a:ext cx="186234" cy="93118"/>
          </a:xfrm>
          <a:prstGeom prst="line">
            <a:avLst/>
          </a:prstGeom>
          <a:ln w="119722">
            <a:solidFill>
              <a:srgbClr val="3542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982065" y="1622898"/>
            <a:ext cx="299305" cy="0"/>
          </a:xfrm>
          <a:prstGeom prst="line">
            <a:avLst/>
          </a:prstGeom>
          <a:ln w="119722">
            <a:solidFill>
              <a:srgbClr val="3542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356804" y="578637"/>
            <a:ext cx="478872" cy="206181"/>
          </a:xfrm>
          <a:custGeom>
            <a:avLst/>
            <a:gdLst/>
            <a:ahLst/>
            <a:cxnLst/>
            <a:rect l="l" t="t" r="r" b="b"/>
            <a:pathLst>
              <a:path w="72" h="31">
                <a:moveTo>
                  <a:pt x="6" y="13"/>
                </a:moveTo>
                <a:lnTo>
                  <a:pt x="16" y="0"/>
                </a:lnTo>
                <a:lnTo>
                  <a:pt x="57" y="0"/>
                </a:lnTo>
                <a:lnTo>
                  <a:pt x="70" y="13"/>
                </a:lnTo>
                <a:lnTo>
                  <a:pt x="7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F4F6F5"/>
          </a:solidFill>
          <a:ln w="13302">
            <a:solidFill>
              <a:srgbClr val="4A4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41852" y="221485"/>
            <a:ext cx="308882" cy="388963"/>
          </a:xfrm>
          <a:prstGeom prst="ellipse">
            <a:avLst/>
          </a:prstGeom>
          <a:solidFill>
            <a:srgbClr val="F2AB77"/>
          </a:solidFill>
          <a:ln w="13302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01812" y="364487"/>
            <a:ext cx="68640" cy="114401"/>
          </a:xfrm>
          <a:prstGeom prst="ellipse">
            <a:avLst/>
          </a:prstGeom>
          <a:solidFill>
            <a:srgbClr val="E99A68"/>
          </a:solidFill>
          <a:ln w="6651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2135" y="364487"/>
            <a:ext cx="68640" cy="114401"/>
          </a:xfrm>
          <a:prstGeom prst="ellipse">
            <a:avLst/>
          </a:prstGeom>
          <a:solidFill>
            <a:srgbClr val="E99A68"/>
          </a:solidFill>
          <a:ln w="6651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9918" y="186228"/>
            <a:ext cx="312597" cy="159624"/>
          </a:xfrm>
          <a:custGeom>
            <a:avLst/>
            <a:gdLst/>
            <a:ahLst/>
            <a:cxnLst/>
            <a:rect l="l" t="t" r="r" b="b"/>
            <a:pathLst>
              <a:path w="47" h="24">
                <a:moveTo>
                  <a:pt x="0" y="23"/>
                </a:moveTo>
                <a:lnTo>
                  <a:pt x="4" y="4"/>
                </a:lnTo>
                <a:lnTo>
                  <a:pt x="33" y="0"/>
                </a:lnTo>
                <a:lnTo>
                  <a:pt x="47" y="10"/>
                </a:lnTo>
                <a:lnTo>
                  <a:pt x="44" y="24"/>
                </a:lnTo>
                <a:lnTo>
                  <a:pt x="37" y="14"/>
                </a:lnTo>
                <a:lnTo>
                  <a:pt x="19" y="16"/>
                </a:lnTo>
                <a:lnTo>
                  <a:pt x="8" y="11"/>
                </a:lnTo>
                <a:close/>
              </a:path>
            </a:pathLst>
          </a:custGeom>
          <a:solidFill>
            <a:srgbClr val="9B562F"/>
          </a:solidFill>
          <a:ln w="13302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27653" y="387367"/>
            <a:ext cx="22880" cy="228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42054" y="387367"/>
            <a:ext cx="22880" cy="2288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61973" y="507488"/>
            <a:ext cx="34320" cy="22880"/>
          </a:xfrm>
          <a:prstGeom prst="line">
            <a:avLst/>
          </a:prstGeom>
          <a:ln w="9976">
            <a:solidFill>
              <a:srgbClr val="9B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96293" y="501768"/>
            <a:ext cx="45761" cy="28600"/>
          </a:xfrm>
          <a:prstGeom prst="line">
            <a:avLst/>
          </a:prstGeom>
          <a:ln w="9976">
            <a:solidFill>
              <a:srgbClr val="9B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1503126" y="598590"/>
            <a:ext cx="186228" cy="99765"/>
          </a:xfrm>
          <a:custGeom>
            <a:avLst/>
            <a:gdLst/>
            <a:ahLst/>
            <a:cxnLst/>
            <a:rect l="l" t="t" r="r" b="b"/>
            <a:pathLst>
              <a:path w="28" h="15">
                <a:moveTo>
                  <a:pt x="0" y="0"/>
                </a:moveTo>
                <a:lnTo>
                  <a:pt x="14" y="15"/>
                </a:lnTo>
                <a:lnTo>
                  <a:pt x="28" y="0"/>
                </a:lnTo>
                <a:close/>
              </a:path>
            </a:pathLst>
          </a:custGeom>
          <a:solidFill>
            <a:srgbClr val="B5CFDE"/>
          </a:solidFill>
          <a:ln w="6651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69636" y="631845"/>
            <a:ext cx="53208" cy="126369"/>
          </a:xfrm>
          <a:custGeom>
            <a:avLst/>
            <a:gdLst/>
            <a:ahLst/>
            <a:cxnLst/>
            <a:rect l="l" t="t" r="r" b="b"/>
            <a:pathLst>
              <a:path w="8" h="19">
                <a:moveTo>
                  <a:pt x="1" y="0"/>
                </a:moveTo>
                <a:lnTo>
                  <a:pt x="7" y="0"/>
                </a:lnTo>
                <a:lnTo>
                  <a:pt x="8" y="15"/>
                </a:lnTo>
                <a:lnTo>
                  <a:pt x="4" y="19"/>
                </a:lnTo>
                <a:lnTo>
                  <a:pt x="0" y="15"/>
                </a:lnTo>
                <a:close/>
              </a:path>
            </a:pathLst>
          </a:custGeom>
          <a:solidFill>
            <a:srgbClr val="8B5B3D"/>
          </a:solidFill>
          <a:ln w="6651">
            <a:solidFill>
              <a:srgbClr val="4B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476172" y="604729"/>
            <a:ext cx="17161" cy="125841"/>
          </a:xfrm>
          <a:prstGeom prst="line">
            <a:avLst/>
          </a:prstGeom>
          <a:ln w="13302">
            <a:solidFill>
              <a:srgbClr val="294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93333" y="730570"/>
            <a:ext cx="68640" cy="22880"/>
          </a:xfrm>
          <a:prstGeom prst="line">
            <a:avLst/>
          </a:prstGeom>
          <a:ln w="13302">
            <a:solidFill>
              <a:srgbClr val="294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704974" y="604729"/>
            <a:ext cx="11441" cy="137281"/>
          </a:xfrm>
          <a:prstGeom prst="line">
            <a:avLst/>
          </a:prstGeom>
          <a:ln w="13302">
            <a:solidFill>
              <a:srgbClr val="294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642054" y="742010"/>
            <a:ext cx="62920" cy="11440"/>
          </a:xfrm>
          <a:prstGeom prst="line">
            <a:avLst/>
          </a:prstGeom>
          <a:ln w="13302">
            <a:solidFill>
              <a:srgbClr val="2948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687814" y="673370"/>
            <a:ext cx="57200" cy="57200"/>
          </a:xfrm>
          <a:prstGeom prst="ellipse">
            <a:avLst/>
          </a:prstGeom>
          <a:noFill/>
          <a:ln w="13302">
            <a:solidFill>
              <a:srgbClr val="29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70106" y="1729260"/>
            <a:ext cx="525429" cy="139671"/>
          </a:xfrm>
          <a:custGeom>
            <a:avLst/>
            <a:gdLst/>
            <a:ahLst/>
            <a:cxnLst/>
            <a:rect l="l" t="t" r="r" b="b"/>
            <a:pathLst>
              <a:path w="79" h="21">
                <a:moveTo>
                  <a:pt x="0" y="21"/>
                </a:moveTo>
                <a:lnTo>
                  <a:pt x="10" y="5"/>
                </a:lnTo>
                <a:lnTo>
                  <a:pt x="25" y="0"/>
                </a:lnTo>
                <a:lnTo>
                  <a:pt x="51" y="0"/>
                </a:lnTo>
                <a:lnTo>
                  <a:pt x="68" y="7"/>
                </a:lnTo>
                <a:lnTo>
                  <a:pt x="79" y="21"/>
                </a:lnTo>
                <a:close/>
              </a:path>
            </a:pathLst>
          </a:custGeom>
          <a:solidFill>
            <a:srgbClr val="AA5F61"/>
          </a:solidFill>
          <a:ln w="6651">
            <a:solidFill>
              <a:srgbClr val="AA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45976" y="1322263"/>
            <a:ext cx="353845" cy="429669"/>
          </a:xfrm>
          <a:prstGeom prst="ellipse">
            <a:avLst/>
          </a:prstGeom>
          <a:solidFill>
            <a:srgbClr val="EFAE79"/>
          </a:solidFill>
          <a:ln w="9976">
            <a:solidFill>
              <a:srgbClr val="D19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449918" y="1323549"/>
            <a:ext cx="106416" cy="146322"/>
          </a:xfrm>
          <a:custGeom>
            <a:avLst/>
            <a:gdLst/>
            <a:ahLst/>
            <a:cxnLst/>
            <a:rect l="l" t="t" r="r" b="b"/>
            <a:pathLst>
              <a:path w="16" h="22">
                <a:moveTo>
                  <a:pt x="0" y="22"/>
                </a:moveTo>
                <a:lnTo>
                  <a:pt x="5" y="8"/>
                </a:lnTo>
                <a:lnTo>
                  <a:pt x="13" y="0"/>
                </a:lnTo>
                <a:lnTo>
                  <a:pt x="16" y="17"/>
                </a:lnTo>
                <a:close/>
              </a:path>
            </a:pathLst>
          </a:custGeom>
          <a:solidFill>
            <a:srgbClr val="E6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689354" y="1316898"/>
            <a:ext cx="106416" cy="152973"/>
          </a:xfrm>
          <a:custGeom>
            <a:avLst/>
            <a:gdLst/>
            <a:ahLst/>
            <a:cxnLst/>
            <a:rect l="l" t="t" r="r" b="b"/>
            <a:pathLst>
              <a:path w="16" h="23">
                <a:moveTo>
                  <a:pt x="16" y="23"/>
                </a:moveTo>
                <a:lnTo>
                  <a:pt x="11" y="8"/>
                </a:lnTo>
                <a:lnTo>
                  <a:pt x="3" y="0"/>
                </a:lnTo>
                <a:lnTo>
                  <a:pt x="0" y="18"/>
                </a:lnTo>
                <a:close/>
              </a:path>
            </a:pathLst>
          </a:custGeom>
          <a:solidFill>
            <a:srgbClr val="E6D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54657" y="1519405"/>
            <a:ext cx="22747" cy="2274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68393" y="1519405"/>
            <a:ext cx="22747" cy="2274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556334" y="1609542"/>
            <a:ext cx="133020" cy="53208"/>
          </a:xfrm>
          <a:custGeom>
            <a:avLst/>
            <a:gdLst/>
            <a:ahLst/>
            <a:cxnLst/>
            <a:rect l="l" t="t" r="r" b="b"/>
            <a:pathLst>
              <a:path w="20" h="8">
                <a:moveTo>
                  <a:pt x="0" y="0"/>
                </a:moveTo>
                <a:lnTo>
                  <a:pt x="20" y="0"/>
                </a:lnTo>
                <a:lnTo>
                  <a:pt x="15" y="8"/>
                </a:lnTo>
                <a:lnTo>
                  <a:pt x="6" y="8"/>
                </a:lnTo>
                <a:close/>
              </a:path>
            </a:pathLst>
          </a:custGeom>
          <a:solidFill>
            <a:srgbClr val="B32330"/>
          </a:solidFill>
          <a:ln w="6651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92409" y="1017603"/>
            <a:ext cx="405711" cy="352503"/>
          </a:xfrm>
          <a:custGeom>
            <a:avLst/>
            <a:gdLst/>
            <a:ahLst/>
            <a:cxnLst/>
            <a:rect l="l" t="t" r="r" b="b"/>
            <a:pathLst>
              <a:path w="61" h="53">
                <a:moveTo>
                  <a:pt x="0" y="6"/>
                </a:moveTo>
                <a:lnTo>
                  <a:pt x="59" y="0"/>
                </a:lnTo>
                <a:lnTo>
                  <a:pt x="61" y="53"/>
                </a:lnTo>
                <a:lnTo>
                  <a:pt x="5" y="39"/>
                </a:lnTo>
                <a:close/>
              </a:path>
            </a:pathLst>
          </a:custGeom>
          <a:solidFill>
            <a:srgbClr val="FFF6EE"/>
          </a:solidFill>
          <a:ln w="13302">
            <a:solidFill>
              <a:srgbClr val="8C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798120" y="1017603"/>
            <a:ext cx="405711" cy="352503"/>
          </a:xfrm>
          <a:custGeom>
            <a:avLst/>
            <a:gdLst/>
            <a:ahLst/>
            <a:cxnLst/>
            <a:rect l="l" t="t" r="r" b="b"/>
            <a:pathLst>
              <a:path w="61" h="53">
                <a:moveTo>
                  <a:pt x="2" y="0"/>
                </a:moveTo>
                <a:lnTo>
                  <a:pt x="61" y="6"/>
                </a:lnTo>
                <a:lnTo>
                  <a:pt x="56" y="39"/>
                </a:lnTo>
                <a:lnTo>
                  <a:pt x="0" y="53"/>
                </a:lnTo>
                <a:close/>
              </a:path>
            </a:pathLst>
          </a:custGeom>
          <a:solidFill>
            <a:srgbClr val="FFF6EE"/>
          </a:solidFill>
          <a:ln w="13302">
            <a:solidFill>
              <a:srgbClr val="8C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452283" y="1065260"/>
            <a:ext cx="299305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4705" y="1065260"/>
            <a:ext cx="299305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2283" y="1094592"/>
            <a:ext cx="299305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4705" y="1094592"/>
            <a:ext cx="299305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52283" y="1123923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4705" y="1123923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52283" y="1153255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44705" y="1153255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283" y="1182587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44705" y="1182587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52283" y="1211919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44705" y="1211919"/>
            <a:ext cx="299305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58239" y="831403"/>
            <a:ext cx="79814" cy="399073"/>
          </a:xfrm>
          <a:prstGeom prst="roundRect">
            <a:avLst>
              <a:gd name="adj" fmla="val 25000"/>
            </a:avLst>
          </a:prstGeom>
          <a:solidFill>
            <a:srgbClr val="F1B9A7"/>
          </a:solidFill>
          <a:ln w="6651">
            <a:solidFill>
              <a:srgbClr val="7C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1542" y="858008"/>
            <a:ext cx="53209" cy="259397"/>
          </a:xfrm>
          <a:prstGeom prst="roundRect">
            <a:avLst>
              <a:gd name="adj" fmla="val 25000"/>
            </a:avLst>
          </a:prstGeom>
          <a:solidFill>
            <a:srgbClr val="D76E5C"/>
          </a:solidFill>
          <a:ln w="6651">
            <a:solidFill>
              <a:srgbClr val="7C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98146" y="784844"/>
            <a:ext cx="0" cy="46559"/>
          </a:xfrm>
          <a:prstGeom prst="line">
            <a:avLst/>
          </a:prstGeom>
          <a:ln w="997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8239" y="784844"/>
            <a:ext cx="79815" cy="0"/>
          </a:xfrm>
          <a:prstGeom prst="line">
            <a:avLst/>
          </a:prstGeom>
          <a:ln w="997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928790" y="931140"/>
            <a:ext cx="571986" cy="385758"/>
          </a:xfrm>
          <a:custGeom>
            <a:avLst/>
            <a:gdLst/>
            <a:ahLst/>
            <a:cxnLst/>
            <a:rect l="l" t="t" r="r" b="b"/>
            <a:pathLst>
              <a:path w="86" h="58">
                <a:moveTo>
                  <a:pt x="0" y="6"/>
                </a:moveTo>
                <a:lnTo>
                  <a:pt x="84" y="0"/>
                </a:lnTo>
                <a:lnTo>
                  <a:pt x="86" y="58"/>
                </a:lnTo>
                <a:lnTo>
                  <a:pt x="5" y="43"/>
                </a:lnTo>
                <a:close/>
              </a:path>
            </a:pathLst>
          </a:custGeom>
          <a:solidFill>
            <a:srgbClr val="FFF6EE"/>
          </a:solidFill>
          <a:ln w="13302">
            <a:solidFill>
              <a:srgbClr val="8C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00776" y="931140"/>
            <a:ext cx="565335" cy="385758"/>
          </a:xfrm>
          <a:custGeom>
            <a:avLst/>
            <a:gdLst/>
            <a:ahLst/>
            <a:cxnLst/>
            <a:rect l="l" t="t" r="r" b="b"/>
            <a:pathLst>
              <a:path w="85" h="58">
                <a:moveTo>
                  <a:pt x="2" y="0"/>
                </a:moveTo>
                <a:lnTo>
                  <a:pt x="85" y="6"/>
                </a:lnTo>
                <a:lnTo>
                  <a:pt x="80" y="43"/>
                </a:lnTo>
                <a:lnTo>
                  <a:pt x="0" y="58"/>
                </a:lnTo>
                <a:close/>
              </a:path>
            </a:pathLst>
          </a:custGeom>
          <a:solidFill>
            <a:srgbClr val="FFF6EE"/>
          </a:solidFill>
          <a:ln w="13302">
            <a:solidFill>
              <a:srgbClr val="8C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988716" y="984913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544093" y="984913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88716" y="1017038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544093" y="1017038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988716" y="1049164"/>
            <a:ext cx="462260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544093" y="1049164"/>
            <a:ext cx="462260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988716" y="1081289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544093" y="1081289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988716" y="1113415"/>
            <a:ext cx="462260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44093" y="1113415"/>
            <a:ext cx="462260" cy="19953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988716" y="1145540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544093" y="1145540"/>
            <a:ext cx="462260" cy="19954"/>
          </a:xfrm>
          <a:prstGeom prst="line">
            <a:avLst/>
          </a:prstGeom>
          <a:ln w="5986">
            <a:solidFill>
              <a:srgbClr val="B06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110832" y="986509"/>
            <a:ext cx="125109" cy="137680"/>
          </a:xfrm>
          <a:prstGeom prst="roundRect">
            <a:avLst>
              <a:gd name="adj" fmla="val 5316"/>
            </a:avLst>
          </a:prstGeom>
          <a:solidFill>
            <a:srgbClr val="9DA7B2"/>
          </a:solidFill>
          <a:ln w="6651">
            <a:solidFill>
              <a:srgbClr val="59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33579" y="1018635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79074" y="1018635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33579" y="1055349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79074" y="1055349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258689" y="940616"/>
            <a:ext cx="113735" cy="183573"/>
          </a:xfrm>
          <a:prstGeom prst="roundRect">
            <a:avLst>
              <a:gd name="adj" fmla="val 5847"/>
            </a:avLst>
          </a:prstGeom>
          <a:solidFill>
            <a:srgbClr val="E5BD77"/>
          </a:solidFill>
          <a:ln w="6651">
            <a:solidFill>
              <a:srgbClr val="59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1436" y="972741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26931" y="972741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1436" y="1009456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26931" y="1009456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406546" y="1000277"/>
            <a:ext cx="136483" cy="119322"/>
          </a:xfrm>
          <a:prstGeom prst="roundRect">
            <a:avLst>
              <a:gd name="adj" fmla="val 5574"/>
            </a:avLst>
          </a:prstGeom>
          <a:solidFill>
            <a:srgbClr val="D9A0A0"/>
          </a:solidFill>
          <a:ln w="6651">
            <a:solidFill>
              <a:srgbClr val="59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29293" y="1032403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74787" y="1032403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429293" y="1069117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74787" y="1069117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565776" y="913080"/>
            <a:ext cx="136483" cy="201931"/>
          </a:xfrm>
          <a:prstGeom prst="roundRect">
            <a:avLst>
              <a:gd name="adj" fmla="val 4873"/>
            </a:avLst>
          </a:prstGeom>
          <a:solidFill>
            <a:srgbClr val="B4BEA6"/>
          </a:solidFill>
          <a:ln w="6651">
            <a:solidFill>
              <a:srgbClr val="59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88523" y="945205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34018" y="945205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588523" y="981920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34018" y="981920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736380" y="972741"/>
            <a:ext cx="136483" cy="146859"/>
          </a:xfrm>
          <a:prstGeom prst="roundRect">
            <a:avLst>
              <a:gd name="adj" fmla="val 4873"/>
            </a:avLst>
          </a:prstGeom>
          <a:solidFill>
            <a:srgbClr val="D3D6D9"/>
          </a:solidFill>
          <a:ln w="6651">
            <a:solidFill>
              <a:srgbClr val="59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59127" y="1004867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04621" y="1004867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59127" y="1041581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804621" y="1041581"/>
            <a:ext cx="20472" cy="16062"/>
          </a:xfrm>
          <a:prstGeom prst="rect">
            <a:avLst/>
          </a:prstGeom>
          <a:solidFill>
            <a:srgbClr val="FBF1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V="1">
            <a:off x="2634018" y="867186"/>
            <a:ext cx="0" cy="45894"/>
          </a:xfrm>
          <a:prstGeom prst="line">
            <a:avLst/>
          </a:prstGeom>
          <a:ln w="6651">
            <a:solidFill>
              <a:srgbClr val="6A4C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Freeform 94"/>
          <p:cNvSpPr/>
          <p:nvPr/>
        </p:nvSpPr>
        <p:spPr>
          <a:xfrm>
            <a:off x="2633796" y="864630"/>
            <a:ext cx="113067" cy="46557"/>
          </a:xfrm>
          <a:custGeom>
            <a:avLst/>
            <a:gdLst/>
            <a:ahLst/>
            <a:cxnLst/>
            <a:rect l="l" t="t" r="r" b="b"/>
            <a:pathLst>
              <a:path w="17" h="7">
                <a:moveTo>
                  <a:pt x="0" y="0"/>
                </a:moveTo>
                <a:lnTo>
                  <a:pt x="17" y="5"/>
                </a:lnTo>
                <a:lnTo>
                  <a:pt x="0" y="7"/>
                </a:lnTo>
                <a:close/>
              </a:path>
            </a:pathLst>
          </a:custGeom>
          <a:solidFill>
            <a:srgbClr val="F6C75F"/>
          </a:solidFill>
          <a:ln w="6651">
            <a:solidFill>
              <a:srgbClr val="6A4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642852" y="2154996"/>
            <a:ext cx="1383454" cy="266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71" i="1" b="0">
                <a:solidFill>
                  <a:srgbClr val="111111"/>
                </a:solidFill>
                <a:latin typeface="DejaVu Sans"/>
              </a:rPr>
              <a:t>Heterogeneous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9397" y="2427697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FDEBEC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359166" y="2587326"/>
            <a:ext cx="506823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59166" y="2673792"/>
            <a:ext cx="522786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59166" y="2760258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59166" y="2846724"/>
            <a:ext cx="41902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810119" y="2480906"/>
            <a:ext cx="63851" cy="6652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38285" y="2487558"/>
            <a:ext cx="71834" cy="39907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690397" y="2527465"/>
            <a:ext cx="47888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658471" y="2613931"/>
            <a:ext cx="31926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594619" y="2700397"/>
            <a:ext cx="63852" cy="46558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792559" y="2399495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8708" y="2406147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56874" y="244605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08986" y="2532520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77060" y="2618986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13208" y="266554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 flipH="1">
            <a:off x="810119" y="2480906"/>
            <a:ext cx="63851" cy="6652"/>
          </a:xfrm>
          <a:prstGeom prst="line">
            <a:avLst/>
          </a:prstGeom>
          <a:ln w="121318">
            <a:solidFill>
              <a:srgbClr val="A9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738285" y="2487558"/>
            <a:ext cx="71834" cy="39907"/>
          </a:xfrm>
          <a:prstGeom prst="line">
            <a:avLst/>
          </a:prstGeom>
          <a:ln w="121318">
            <a:solidFill>
              <a:srgbClr val="A9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690397" y="2527465"/>
            <a:ext cx="47888" cy="86466"/>
          </a:xfrm>
          <a:prstGeom prst="line">
            <a:avLst/>
          </a:prstGeom>
          <a:ln w="121318">
            <a:solidFill>
              <a:srgbClr val="A9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658471" y="2613931"/>
            <a:ext cx="31926" cy="86466"/>
          </a:xfrm>
          <a:prstGeom prst="line">
            <a:avLst/>
          </a:prstGeom>
          <a:ln w="121318">
            <a:solidFill>
              <a:srgbClr val="A9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594619" y="2700397"/>
            <a:ext cx="63852" cy="46558"/>
          </a:xfrm>
          <a:prstGeom prst="line">
            <a:avLst/>
          </a:prstGeom>
          <a:ln w="121318">
            <a:solidFill>
              <a:srgbClr val="A9C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813311" y="2420247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49460" y="2426898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77626" y="2466806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29737" y="2553272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97812" y="2639738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3960" y="2686296"/>
            <a:ext cx="121318" cy="121318"/>
          </a:xfrm>
          <a:prstGeom prst="ellipse">
            <a:avLst/>
          </a:prstGeom>
          <a:solidFill>
            <a:srgbClr val="A9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62230" y="2397899"/>
            <a:ext cx="223481" cy="166014"/>
          </a:xfrm>
          <a:prstGeom prst="ellipse">
            <a:avLst/>
          </a:prstGeom>
          <a:solidFill>
            <a:srgbClr val="A9C874"/>
          </a:solidFill>
          <a:ln w="14366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36458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93924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972941" y="2484099"/>
            <a:ext cx="44696" cy="3193"/>
          </a:xfrm>
          <a:prstGeom prst="line">
            <a:avLst/>
          </a:prstGeom>
          <a:ln w="12770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17637" y="2468136"/>
            <a:ext cx="23944" cy="15963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17637" y="2484099"/>
            <a:ext cx="23944" cy="14367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230476" y="2427697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FDEBEC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330244" y="2587326"/>
            <a:ext cx="506824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330244" y="2673792"/>
            <a:ext cx="52278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330244" y="2760258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330244" y="2846724"/>
            <a:ext cx="419028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1781198" y="2480906"/>
            <a:ext cx="63851" cy="6652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709364" y="2487558"/>
            <a:ext cx="71834" cy="39907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661475" y="2527465"/>
            <a:ext cx="47889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629550" y="2613931"/>
            <a:ext cx="31925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1565698" y="2700397"/>
            <a:ext cx="63852" cy="46558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763638" y="2399495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699787" y="2406147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627953" y="244605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580064" y="2532520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548139" y="2618986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84287" y="266554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 flipH="1">
            <a:off x="1781198" y="2480906"/>
            <a:ext cx="63851" cy="6652"/>
          </a:xfrm>
          <a:prstGeom prst="line">
            <a:avLst/>
          </a:prstGeom>
          <a:ln w="121318">
            <a:solidFill>
              <a:srgbClr val="B7C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1709364" y="2487558"/>
            <a:ext cx="71834" cy="39907"/>
          </a:xfrm>
          <a:prstGeom prst="line">
            <a:avLst/>
          </a:prstGeom>
          <a:ln w="121318">
            <a:solidFill>
              <a:srgbClr val="B7C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1661475" y="2527465"/>
            <a:ext cx="47889" cy="86466"/>
          </a:xfrm>
          <a:prstGeom prst="line">
            <a:avLst/>
          </a:prstGeom>
          <a:ln w="121318">
            <a:solidFill>
              <a:srgbClr val="B7C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629550" y="2613931"/>
            <a:ext cx="31925" cy="86466"/>
          </a:xfrm>
          <a:prstGeom prst="line">
            <a:avLst/>
          </a:prstGeom>
          <a:ln w="121318">
            <a:solidFill>
              <a:srgbClr val="B7C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1565698" y="2700397"/>
            <a:ext cx="63852" cy="46558"/>
          </a:xfrm>
          <a:prstGeom prst="line">
            <a:avLst/>
          </a:prstGeom>
          <a:ln w="121318">
            <a:solidFill>
              <a:srgbClr val="B7C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1784390" y="2420247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720538" y="2426898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648705" y="2466806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600816" y="2553272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568890" y="2639738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505039" y="2686296"/>
            <a:ext cx="121318" cy="121318"/>
          </a:xfrm>
          <a:prstGeom prst="ellipse">
            <a:avLst/>
          </a:prstGeom>
          <a:solidFill>
            <a:srgbClr val="B7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733309" y="2397899"/>
            <a:ext cx="223481" cy="166014"/>
          </a:xfrm>
          <a:prstGeom prst="ellipse">
            <a:avLst/>
          </a:prstGeom>
          <a:solidFill>
            <a:srgbClr val="B7C97B"/>
          </a:solidFill>
          <a:ln w="14366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807536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865003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V="1">
            <a:off x="1944020" y="2484099"/>
            <a:ext cx="44696" cy="3193"/>
          </a:xfrm>
          <a:prstGeom prst="line">
            <a:avLst/>
          </a:prstGeom>
          <a:ln w="12770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988716" y="2468136"/>
            <a:ext cx="23944" cy="15963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988716" y="2484099"/>
            <a:ext cx="23944" cy="14367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2201555" y="2427697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FDEBEC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2301323" y="2587326"/>
            <a:ext cx="506824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301323" y="2673792"/>
            <a:ext cx="52278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301323" y="2760258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301323" y="2846724"/>
            <a:ext cx="41902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2752276" y="2480906"/>
            <a:ext cx="63852" cy="6652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2680443" y="2487558"/>
            <a:ext cx="71833" cy="39907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2632554" y="2527465"/>
            <a:ext cx="47889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2600628" y="2613931"/>
            <a:ext cx="31926" cy="86466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2536777" y="2700397"/>
            <a:ext cx="63851" cy="46558"/>
          </a:xfrm>
          <a:prstGeom prst="line">
            <a:avLst/>
          </a:prstGeom>
          <a:ln w="162821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2734717" y="2399495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670865" y="2406147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599032" y="244605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551143" y="2532520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519217" y="2618986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455366" y="2665544"/>
            <a:ext cx="162821" cy="162821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 flipH="1">
            <a:off x="2752276" y="2480906"/>
            <a:ext cx="63852" cy="6652"/>
          </a:xfrm>
          <a:prstGeom prst="line">
            <a:avLst/>
          </a:prstGeom>
          <a:ln w="121318">
            <a:solidFill>
              <a:srgbClr val="8FB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2680443" y="2487558"/>
            <a:ext cx="71833" cy="39907"/>
          </a:xfrm>
          <a:prstGeom prst="line">
            <a:avLst/>
          </a:prstGeom>
          <a:ln w="121318">
            <a:solidFill>
              <a:srgbClr val="8FB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632554" y="2527465"/>
            <a:ext cx="47889" cy="86466"/>
          </a:xfrm>
          <a:prstGeom prst="line">
            <a:avLst/>
          </a:prstGeom>
          <a:ln w="121318">
            <a:solidFill>
              <a:srgbClr val="8FB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2600628" y="2613931"/>
            <a:ext cx="31926" cy="86466"/>
          </a:xfrm>
          <a:prstGeom prst="line">
            <a:avLst/>
          </a:prstGeom>
          <a:ln w="121318">
            <a:solidFill>
              <a:srgbClr val="8FB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2536777" y="2700397"/>
            <a:ext cx="63851" cy="46558"/>
          </a:xfrm>
          <a:prstGeom prst="line">
            <a:avLst/>
          </a:prstGeom>
          <a:ln w="121318">
            <a:solidFill>
              <a:srgbClr val="8FB2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2755469" y="2420247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1617" y="2426898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619784" y="2466806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571895" y="2553272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539969" y="2639738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476117" y="2686296"/>
            <a:ext cx="121318" cy="121318"/>
          </a:xfrm>
          <a:prstGeom prst="ellipse">
            <a:avLst/>
          </a:prstGeom>
          <a:solidFill>
            <a:srgbClr val="8FB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04388" y="2397899"/>
            <a:ext cx="223481" cy="166014"/>
          </a:xfrm>
          <a:prstGeom prst="ellipse">
            <a:avLst/>
          </a:prstGeom>
          <a:solidFill>
            <a:srgbClr val="8FB28B"/>
          </a:solidFill>
          <a:ln w="14366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778615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836082" y="2452971"/>
            <a:ext cx="17559" cy="17559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2915098" y="2484099"/>
            <a:ext cx="44697" cy="3193"/>
          </a:xfrm>
          <a:prstGeom prst="line">
            <a:avLst/>
          </a:prstGeom>
          <a:ln w="12770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959795" y="2468136"/>
            <a:ext cx="23944" cy="15963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2959795" y="2484099"/>
            <a:ext cx="23944" cy="14367"/>
          </a:xfrm>
          <a:prstGeom prst="line">
            <a:avLst/>
          </a:prstGeom>
          <a:ln w="9577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/>
          <p:cNvSpPr/>
          <p:nvPr/>
        </p:nvSpPr>
        <p:spPr>
          <a:xfrm>
            <a:off x="259397" y="3259100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E4E9ED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359166" y="3418729"/>
            <a:ext cx="506823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59166" y="3505195"/>
            <a:ext cx="522786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59166" y="3591661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59166" y="3678127"/>
            <a:ext cx="41902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98841" y="3232495"/>
            <a:ext cx="55871" cy="53210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554712" y="3285705"/>
            <a:ext cx="39907" cy="73163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594619" y="3358868"/>
            <a:ext cx="39907" cy="7981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34526" y="3438683"/>
            <a:ext cx="79815" cy="2660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420822" y="315447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76693" y="320768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16600" y="328084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556507" y="3360664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636322" y="338726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498841" y="3232495"/>
            <a:ext cx="55871" cy="53210"/>
          </a:xfrm>
          <a:prstGeom prst="line">
            <a:avLst/>
          </a:prstGeom>
          <a:ln w="116263">
            <a:solidFill>
              <a:srgbClr val="F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554712" y="3285705"/>
            <a:ext cx="39907" cy="73163"/>
          </a:xfrm>
          <a:prstGeom prst="line">
            <a:avLst/>
          </a:prstGeom>
          <a:ln w="116263">
            <a:solidFill>
              <a:srgbClr val="F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594619" y="3358868"/>
            <a:ext cx="39907" cy="79815"/>
          </a:xfrm>
          <a:prstGeom prst="line">
            <a:avLst/>
          </a:prstGeom>
          <a:ln w="116263">
            <a:solidFill>
              <a:srgbClr val="F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634526" y="3438683"/>
            <a:ext cx="79815" cy="26605"/>
          </a:xfrm>
          <a:prstGeom prst="line">
            <a:avLst/>
          </a:prstGeom>
          <a:ln w="116263">
            <a:solidFill>
              <a:srgbClr val="F1B7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440710" y="3174363"/>
            <a:ext cx="116263" cy="116263"/>
          </a:xfrm>
          <a:prstGeom prst="ellipse">
            <a:avLst/>
          </a:prstGeom>
          <a:solidFill>
            <a:srgbClr val="F1B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6580" y="3227573"/>
            <a:ext cx="116263" cy="116263"/>
          </a:xfrm>
          <a:prstGeom prst="ellipse">
            <a:avLst/>
          </a:prstGeom>
          <a:solidFill>
            <a:srgbClr val="F1B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536487" y="3300736"/>
            <a:ext cx="116263" cy="116263"/>
          </a:xfrm>
          <a:prstGeom prst="ellipse">
            <a:avLst/>
          </a:prstGeom>
          <a:solidFill>
            <a:srgbClr val="F1B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76395" y="3380551"/>
            <a:ext cx="116263" cy="116263"/>
          </a:xfrm>
          <a:prstGeom prst="ellipse">
            <a:avLst/>
          </a:prstGeom>
          <a:solidFill>
            <a:srgbClr val="F1B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56209" y="3407156"/>
            <a:ext cx="116263" cy="116263"/>
          </a:xfrm>
          <a:prstGeom prst="ellipse">
            <a:avLst/>
          </a:prstGeom>
          <a:solidFill>
            <a:srgbClr val="F1B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391757" y="3152946"/>
            <a:ext cx="214169" cy="159097"/>
          </a:xfrm>
          <a:prstGeom prst="ellipse">
            <a:avLst/>
          </a:prstGeom>
          <a:solidFill>
            <a:srgbClr val="F1B753"/>
          </a:solidFill>
          <a:ln w="13768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62891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7964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 flipV="1">
            <a:off x="593688" y="3235554"/>
            <a:ext cx="42834" cy="3060"/>
          </a:xfrm>
          <a:prstGeom prst="line">
            <a:avLst/>
          </a:prstGeom>
          <a:ln w="1223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636522" y="3220257"/>
            <a:ext cx="22946" cy="15297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636522" y="3235554"/>
            <a:ext cx="22946" cy="13768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ounded Rectangle 224"/>
          <p:cNvSpPr/>
          <p:nvPr/>
        </p:nvSpPr>
        <p:spPr>
          <a:xfrm>
            <a:off x="1230476" y="3259100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E4E9ED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1330244" y="3418729"/>
            <a:ext cx="506824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330244" y="3505195"/>
            <a:ext cx="52278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330244" y="3591661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330244" y="3678127"/>
            <a:ext cx="419028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469920" y="3232495"/>
            <a:ext cx="55870" cy="53210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525790" y="3285705"/>
            <a:ext cx="39908" cy="73163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565698" y="3358868"/>
            <a:ext cx="39907" cy="7981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605605" y="3438683"/>
            <a:ext cx="79815" cy="2660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1391901" y="315447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447772" y="320768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487679" y="328084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527586" y="3360664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07401" y="338726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1469920" y="3232495"/>
            <a:ext cx="55870" cy="53210"/>
          </a:xfrm>
          <a:prstGeom prst="line">
            <a:avLst/>
          </a:prstGeom>
          <a:ln w="116263">
            <a:solidFill>
              <a:srgbClr val="BD6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525790" y="3285705"/>
            <a:ext cx="39908" cy="73163"/>
          </a:xfrm>
          <a:prstGeom prst="line">
            <a:avLst/>
          </a:prstGeom>
          <a:ln w="116263">
            <a:solidFill>
              <a:srgbClr val="BD6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565698" y="3358868"/>
            <a:ext cx="39907" cy="79815"/>
          </a:xfrm>
          <a:prstGeom prst="line">
            <a:avLst/>
          </a:prstGeom>
          <a:ln w="116263">
            <a:solidFill>
              <a:srgbClr val="BD6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605605" y="3438683"/>
            <a:ext cx="79815" cy="26605"/>
          </a:xfrm>
          <a:prstGeom prst="line">
            <a:avLst/>
          </a:prstGeom>
          <a:ln w="116263">
            <a:solidFill>
              <a:srgbClr val="BD6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Oval 242"/>
          <p:cNvSpPr/>
          <p:nvPr/>
        </p:nvSpPr>
        <p:spPr>
          <a:xfrm>
            <a:off x="1411788" y="3174363"/>
            <a:ext cx="116263" cy="116263"/>
          </a:xfrm>
          <a:prstGeom prst="ellipse">
            <a:avLst/>
          </a:prstGeom>
          <a:solidFill>
            <a:srgbClr val="BD6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467659" y="3227573"/>
            <a:ext cx="116263" cy="116263"/>
          </a:xfrm>
          <a:prstGeom prst="ellipse">
            <a:avLst/>
          </a:prstGeom>
          <a:solidFill>
            <a:srgbClr val="BD6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507566" y="3300736"/>
            <a:ext cx="116263" cy="116263"/>
          </a:xfrm>
          <a:prstGeom prst="ellipse">
            <a:avLst/>
          </a:prstGeom>
          <a:solidFill>
            <a:srgbClr val="BD6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547473" y="3380551"/>
            <a:ext cx="116263" cy="116263"/>
          </a:xfrm>
          <a:prstGeom prst="ellipse">
            <a:avLst/>
          </a:prstGeom>
          <a:solidFill>
            <a:srgbClr val="BD6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627288" y="3407156"/>
            <a:ext cx="116263" cy="116263"/>
          </a:xfrm>
          <a:prstGeom prst="ellipse">
            <a:avLst/>
          </a:prstGeom>
          <a:solidFill>
            <a:srgbClr val="BD6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362835" y="3152946"/>
            <a:ext cx="214169" cy="159097"/>
          </a:xfrm>
          <a:prstGeom prst="ellipse">
            <a:avLst/>
          </a:prstGeom>
          <a:solidFill>
            <a:srgbClr val="BD6754"/>
          </a:solidFill>
          <a:ln w="13768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433970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489042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 flipV="1">
            <a:off x="1564767" y="3235554"/>
            <a:ext cx="42834" cy="3060"/>
          </a:xfrm>
          <a:prstGeom prst="line">
            <a:avLst/>
          </a:prstGeom>
          <a:ln w="1223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607601" y="3220257"/>
            <a:ext cx="22946" cy="15297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607601" y="3235554"/>
            <a:ext cx="22946" cy="13768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2201555" y="3259100"/>
            <a:ext cx="798146" cy="591959"/>
          </a:xfrm>
          <a:prstGeom prst="roundRect">
            <a:avLst>
              <a:gd name="adj" fmla="val 16853"/>
            </a:avLst>
          </a:prstGeom>
          <a:solidFill>
            <a:srgbClr val="E4E9ED"/>
          </a:solidFill>
          <a:ln w="39907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2301323" y="3418729"/>
            <a:ext cx="506824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2301323" y="3505195"/>
            <a:ext cx="52278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2301323" y="3591661"/>
            <a:ext cx="36315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301323" y="3678127"/>
            <a:ext cx="41902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2440999" y="3232495"/>
            <a:ext cx="55870" cy="53210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2496869" y="3285705"/>
            <a:ext cx="39908" cy="73163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2536777" y="3358868"/>
            <a:ext cx="39907" cy="7981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2576684" y="3438683"/>
            <a:ext cx="79815" cy="26605"/>
          </a:xfrm>
          <a:prstGeom prst="line">
            <a:avLst/>
          </a:prstGeom>
          <a:ln w="156037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2362980" y="315447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2418850" y="3207686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458758" y="328084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2498665" y="3360664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2578480" y="3387269"/>
            <a:ext cx="156037" cy="156037"/>
          </a:xfrm>
          <a:prstGeom prst="ellipse">
            <a:avLst/>
          </a:prstGeom>
          <a:solidFill>
            <a:srgbClr val="3B3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2440999" y="3232495"/>
            <a:ext cx="55870" cy="53210"/>
          </a:xfrm>
          <a:prstGeom prst="line">
            <a:avLst/>
          </a:prstGeom>
          <a:ln w="116263">
            <a:solidFill>
              <a:srgbClr val="73A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2496869" y="3285705"/>
            <a:ext cx="39908" cy="73163"/>
          </a:xfrm>
          <a:prstGeom prst="line">
            <a:avLst/>
          </a:prstGeom>
          <a:ln w="116263">
            <a:solidFill>
              <a:srgbClr val="73A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2536777" y="3358868"/>
            <a:ext cx="39907" cy="79815"/>
          </a:xfrm>
          <a:prstGeom prst="line">
            <a:avLst/>
          </a:prstGeom>
          <a:ln w="116263">
            <a:solidFill>
              <a:srgbClr val="73A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2576684" y="3438683"/>
            <a:ext cx="79815" cy="26605"/>
          </a:xfrm>
          <a:prstGeom prst="line">
            <a:avLst/>
          </a:prstGeom>
          <a:ln w="116263">
            <a:solidFill>
              <a:srgbClr val="73A8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Oval 271"/>
          <p:cNvSpPr/>
          <p:nvPr/>
        </p:nvSpPr>
        <p:spPr>
          <a:xfrm>
            <a:off x="2382867" y="3174363"/>
            <a:ext cx="116263" cy="116263"/>
          </a:xfrm>
          <a:prstGeom prst="ellipse">
            <a:avLst/>
          </a:prstGeom>
          <a:solidFill>
            <a:srgbClr val="73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2438738" y="3227573"/>
            <a:ext cx="116263" cy="116263"/>
          </a:xfrm>
          <a:prstGeom prst="ellipse">
            <a:avLst/>
          </a:prstGeom>
          <a:solidFill>
            <a:srgbClr val="73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478645" y="3300736"/>
            <a:ext cx="116263" cy="116263"/>
          </a:xfrm>
          <a:prstGeom prst="ellipse">
            <a:avLst/>
          </a:prstGeom>
          <a:solidFill>
            <a:srgbClr val="73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518552" y="3380551"/>
            <a:ext cx="116263" cy="116263"/>
          </a:xfrm>
          <a:prstGeom prst="ellipse">
            <a:avLst/>
          </a:prstGeom>
          <a:solidFill>
            <a:srgbClr val="73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2598367" y="3407156"/>
            <a:ext cx="116263" cy="116263"/>
          </a:xfrm>
          <a:prstGeom prst="ellipse">
            <a:avLst/>
          </a:prstGeom>
          <a:solidFill>
            <a:srgbClr val="73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333914" y="3152946"/>
            <a:ext cx="214169" cy="159097"/>
          </a:xfrm>
          <a:prstGeom prst="ellipse">
            <a:avLst/>
          </a:prstGeom>
          <a:solidFill>
            <a:srgbClr val="73A887"/>
          </a:solidFill>
          <a:ln w="13768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405049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460121" y="3205724"/>
            <a:ext cx="16827" cy="16827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Connector 279"/>
          <p:cNvCxnSpPr/>
          <p:nvPr/>
        </p:nvCxnSpPr>
        <p:spPr>
          <a:xfrm flipV="1">
            <a:off x="2535845" y="3235554"/>
            <a:ext cx="42834" cy="3060"/>
          </a:xfrm>
          <a:prstGeom prst="line">
            <a:avLst/>
          </a:prstGeom>
          <a:ln w="1223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2578679" y="3220257"/>
            <a:ext cx="22947" cy="15297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2578679" y="3235554"/>
            <a:ext cx="22947" cy="13768"/>
          </a:xfrm>
          <a:prstGeom prst="line">
            <a:avLst/>
          </a:prstGeom>
          <a:ln w="9178">
            <a:solidFill>
              <a:srgbClr val="D6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438980" y="2593977"/>
            <a:ext cx="2467604" cy="2793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75" i="1" b="0">
                <a:solidFill>
                  <a:srgbClr val="777777"/>
                </a:solidFill>
                <a:latin typeface="DejaVu Sans"/>
              </a:rPr>
              <a:t>Expert Language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31866" y="3425380"/>
            <a:ext cx="2141694" cy="2793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75" i="1" b="0">
                <a:solidFill>
                  <a:srgbClr val="777777"/>
                </a:solidFill>
                <a:latin typeface="DejaVu Sans"/>
              </a:rPr>
              <a:t>Lay Language</a:t>
            </a:r>
          </a:p>
        </p:txBody>
      </p:sp>
      <p:sp>
        <p:nvSpPr>
          <p:cNvPr id="285" name="Freeform 284"/>
          <p:cNvSpPr/>
          <p:nvPr/>
        </p:nvSpPr>
        <p:spPr>
          <a:xfrm>
            <a:off x="445617" y="3910788"/>
            <a:ext cx="159624" cy="159624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16" y="8"/>
                </a:lnTo>
                <a:lnTo>
                  <a:pt x="24" y="9"/>
                </a:lnTo>
                <a:lnTo>
                  <a:pt x="18" y="15"/>
                </a:lnTo>
                <a:lnTo>
                  <a:pt x="20" y="24"/>
                </a:lnTo>
                <a:lnTo>
                  <a:pt x="12" y="19"/>
                </a:lnTo>
                <a:lnTo>
                  <a:pt x="4" y="24"/>
                </a:lnTo>
                <a:lnTo>
                  <a:pt x="6" y="15"/>
                </a:lnTo>
                <a:lnTo>
                  <a:pt x="0" y="9"/>
                </a:lnTo>
                <a:lnTo>
                  <a:pt x="8" y="8"/>
                </a:lnTo>
                <a:close/>
              </a:path>
            </a:pathLst>
          </a:custGeom>
          <a:solidFill>
            <a:srgbClr val="FFDD35"/>
          </a:solidFill>
          <a:ln w="6651">
            <a:solidFill>
              <a:srgbClr val="FFB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884583" y="3910788"/>
            <a:ext cx="159624" cy="159624"/>
          </a:xfrm>
          <a:custGeom>
            <a:avLst/>
            <a:gdLst/>
            <a:ahLst/>
            <a:cxnLst/>
            <a:rect l="l" t="t" r="r" b="b"/>
            <a:pathLst>
              <a:path w="24" h="24">
                <a:moveTo>
                  <a:pt x="12" y="0"/>
                </a:moveTo>
                <a:lnTo>
                  <a:pt x="16" y="8"/>
                </a:lnTo>
                <a:lnTo>
                  <a:pt x="24" y="9"/>
                </a:lnTo>
                <a:lnTo>
                  <a:pt x="18" y="15"/>
                </a:lnTo>
                <a:lnTo>
                  <a:pt x="20" y="24"/>
                </a:lnTo>
                <a:lnTo>
                  <a:pt x="12" y="19"/>
                </a:lnTo>
                <a:lnTo>
                  <a:pt x="4" y="24"/>
                </a:lnTo>
                <a:lnTo>
                  <a:pt x="6" y="15"/>
                </a:lnTo>
                <a:lnTo>
                  <a:pt x="0" y="9"/>
                </a:lnTo>
                <a:lnTo>
                  <a:pt x="8" y="8"/>
                </a:lnTo>
                <a:close/>
              </a:path>
            </a:pathLst>
          </a:custGeom>
          <a:solidFill>
            <a:srgbClr val="FFDD35"/>
          </a:solidFill>
          <a:ln w="6651">
            <a:solidFill>
              <a:srgbClr val="FFB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18563" y="3884315"/>
            <a:ext cx="2274718" cy="4389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6" i="1" b="0">
                <a:solidFill>
                  <a:srgbClr val="111111"/>
                </a:solidFill>
                <a:latin typeface="DejaVu Sans"/>
              </a:rPr>
              <a:t>Tip     : the long snake is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6" i="1" b="0">
                <a:solidFill>
                  <a:srgbClr val="111111"/>
                </a:solidFill>
                <a:latin typeface="DejaVu Sans"/>
              </a:rPr>
              <a:t>simplified into a shorter snake.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45632" y="4536135"/>
            <a:ext cx="2427697" cy="4655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(a) Heterogeneous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Expert-Lay Datasets</a:t>
            </a:r>
          </a:p>
        </p:txBody>
      </p:sp>
      <p:sp>
        <p:nvSpPr>
          <p:cNvPr id="289" name="Oval 288"/>
          <p:cNvSpPr/>
          <p:nvPr/>
        </p:nvSpPr>
        <p:spPr>
          <a:xfrm>
            <a:off x="3724685" y="266048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3964130" y="232792"/>
            <a:ext cx="192885" cy="266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18" i="0" b="0">
                <a:solidFill>
                  <a:srgbClr val="111111"/>
                </a:solidFill>
                <a:latin typeface="DejaVu Sans"/>
              </a:rPr>
              <a:t>&amp;</a:t>
            </a:r>
          </a:p>
        </p:txBody>
      </p:sp>
      <p:sp>
        <p:nvSpPr>
          <p:cNvPr id="291" name="Oval 290"/>
          <p:cNvSpPr/>
          <p:nvPr/>
        </p:nvSpPr>
        <p:spPr>
          <a:xfrm>
            <a:off x="4157015" y="266048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4496228" y="219490"/>
            <a:ext cx="2035274" cy="299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14" i="1" b="0">
                <a:solidFill>
                  <a:srgbClr val="111111"/>
                </a:solidFill>
                <a:latin typeface="DejaVu Sans"/>
              </a:rPr>
              <a:t>Probing of Semantic</a:t>
            </a:r>
          </a:p>
        </p:txBody>
      </p:sp>
      <p:sp>
        <p:nvSpPr>
          <p:cNvPr id="293" name="Freeform 292"/>
          <p:cNvSpPr/>
          <p:nvPr/>
        </p:nvSpPr>
        <p:spPr>
          <a:xfrm>
            <a:off x="3471822" y="1237086"/>
            <a:ext cx="3205782" cy="685053"/>
          </a:xfrm>
          <a:custGeom>
            <a:avLst/>
            <a:gdLst/>
            <a:ahLst/>
            <a:cxnLst/>
            <a:rect l="l" t="t" r="r" b="b"/>
            <a:pathLst>
              <a:path w="482" h="103">
                <a:moveTo>
                  <a:pt x="0" y="0"/>
                </a:moveTo>
                <a:lnTo>
                  <a:pt x="482" y="96"/>
                </a:lnTo>
                <a:lnTo>
                  <a:pt x="482" y="103"/>
                </a:lnTo>
                <a:lnTo>
                  <a:pt x="0" y="103"/>
                </a:lnTo>
                <a:close/>
              </a:path>
            </a:pathLst>
          </a:custGeom>
          <a:solidFill>
            <a:srgbClr val="D7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3471822" y="605241"/>
            <a:ext cx="3205782" cy="1270341"/>
          </a:xfrm>
          <a:custGeom>
            <a:avLst/>
            <a:gdLst/>
            <a:ahLst/>
            <a:cxnLst/>
            <a:rect l="l" t="t" r="r" b="b"/>
            <a:pathLst>
              <a:path w="482" h="191">
                <a:moveTo>
                  <a:pt x="0" y="0"/>
                </a:moveTo>
                <a:lnTo>
                  <a:pt x="481" y="1"/>
                </a:lnTo>
                <a:lnTo>
                  <a:pt x="482" y="191"/>
                </a:lnTo>
                <a:lnTo>
                  <a:pt x="0" y="95"/>
                </a:lnTo>
                <a:close/>
              </a:path>
            </a:pathLst>
          </a:custGeom>
          <a:solidFill>
            <a:srgbClr val="C5DBEA"/>
          </a:solidFill>
          <a:ln w="33256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3764593" y="665122"/>
            <a:ext cx="1902250" cy="3259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18" i="1" b="0">
                <a:solidFill>
                  <a:srgbClr val="111111"/>
                </a:solidFill>
                <a:latin typeface="DejaVu Sans"/>
              </a:rPr>
              <a:t>Semantic-relevant</a:t>
            </a:r>
          </a:p>
        </p:txBody>
      </p:sp>
      <p:cxnSp>
        <p:nvCxnSpPr>
          <p:cNvPr id="296" name="Connector 295"/>
          <p:cNvCxnSpPr/>
          <p:nvPr/>
        </p:nvCxnSpPr>
        <p:spPr>
          <a:xfrm flipV="1">
            <a:off x="3586715" y="578704"/>
            <a:ext cx="116312" cy="186138"/>
          </a:xfrm>
          <a:prstGeom prst="line">
            <a:avLst/>
          </a:prstGeom>
          <a:ln w="29265">
            <a:solidFill>
              <a:srgbClr val="8B4C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3586715" y="578704"/>
            <a:ext cx="116312" cy="186138"/>
          </a:xfrm>
          <a:prstGeom prst="line">
            <a:avLst/>
          </a:prstGeom>
          <a:ln w="14632">
            <a:solidFill>
              <a:srgbClr val="C57A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Oval 297"/>
          <p:cNvSpPr/>
          <p:nvPr/>
        </p:nvSpPr>
        <p:spPr>
          <a:xfrm>
            <a:off x="3539158" y="717286"/>
            <a:ext cx="95112" cy="95112"/>
          </a:xfrm>
          <a:prstGeom prst="ellipse">
            <a:avLst/>
          </a:prstGeom>
          <a:solidFill>
            <a:srgbClr val="75BB45"/>
          </a:solidFill>
          <a:ln w="13302">
            <a:solidFill>
              <a:srgbClr val="356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 rot="18120000">
            <a:off x="3550133" y="735577"/>
            <a:ext cx="73163" cy="585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88" i="0" b="1">
                <a:solidFill>
                  <a:srgbClr val="FFFFFF"/>
                </a:solidFill>
                <a:latin typeface="DejaVu Sans"/>
              </a:rPr>
              <a:t>✓s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3571707" y="1629550"/>
            <a:ext cx="279352" cy="0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3619197" y="1607345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3619197" y="1629550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3768033" y="1629550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 flipV="1">
            <a:off x="3768033" y="1607345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3641545" y="1508587"/>
            <a:ext cx="139676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665290" y="1549714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3663828" y="1549714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3720478" y="1689713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3757476" y="1667508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H="1">
            <a:off x="3641545" y="1508587"/>
            <a:ext cx="139676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3757476" y="1549714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3720478" y="1549714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 flipV="1">
            <a:off x="3663828" y="1667508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3665290" y="1689713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3691429" y="1609596"/>
            <a:ext cx="39907" cy="39907"/>
          </a:xfrm>
          <a:prstGeom prst="ellipse">
            <a:avLst/>
          </a:prstGeom>
          <a:solidFill>
            <a:srgbClr val="EAFDFF"/>
          </a:solidFill>
          <a:ln w="6651">
            <a:solidFill>
              <a:srgbClr val="78D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626936" y="705029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5320979" y="971078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653541" y="1037591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187955" y="1330244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6318663" y="798146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799868" y="1430013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6172336" y="1363501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3" name="Connector 322"/>
          <p:cNvCxnSpPr/>
          <p:nvPr/>
        </p:nvCxnSpPr>
        <p:spPr>
          <a:xfrm flipV="1">
            <a:off x="5347584" y="724983"/>
            <a:ext cx="957777" cy="1004335"/>
          </a:xfrm>
          <a:prstGeom prst="line">
            <a:avLst/>
          </a:prstGeom>
          <a:ln w="46558">
            <a:solidFill>
              <a:srgbClr val="467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Rounded Rectangle 323"/>
          <p:cNvSpPr/>
          <p:nvPr/>
        </p:nvSpPr>
        <p:spPr>
          <a:xfrm>
            <a:off x="3478590" y="1922203"/>
            <a:ext cx="3199239" cy="538749"/>
          </a:xfrm>
          <a:prstGeom prst="roundRect">
            <a:avLst>
              <a:gd name="adj" fmla="val 14814"/>
            </a:avLst>
          </a:prstGeom>
          <a:solidFill>
            <a:srgbClr val="D7E2FF"/>
          </a:solidFill>
          <a:ln w="3325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>
            <a:off x="3565056" y="2194904"/>
            <a:ext cx="292654" cy="0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3614807" y="2171641"/>
            <a:ext cx="37228" cy="23263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3614807" y="2194904"/>
            <a:ext cx="37228" cy="2326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3770731" y="2194904"/>
            <a:ext cx="37228" cy="2326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 flipV="1">
            <a:off x="3770731" y="2171641"/>
            <a:ext cx="37228" cy="23263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3638220" y="2068181"/>
            <a:ext cx="146326" cy="253446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3663095" y="2111267"/>
            <a:ext cx="38760" cy="2060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3661563" y="2111267"/>
            <a:ext cx="1532" cy="43871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H="1" flipV="1">
            <a:off x="3720911" y="2257932"/>
            <a:ext cx="38760" cy="2060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3759671" y="2234669"/>
            <a:ext cx="1532" cy="438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>
            <a:off x="3638220" y="2068181"/>
            <a:ext cx="146326" cy="253446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3759671" y="2111267"/>
            <a:ext cx="1532" cy="43871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H="1">
            <a:off x="3720911" y="2111267"/>
            <a:ext cx="38760" cy="2060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 flipV="1">
            <a:off x="3661563" y="2234669"/>
            <a:ext cx="1532" cy="438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3663095" y="2257932"/>
            <a:ext cx="38760" cy="2060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Oval 339"/>
          <p:cNvSpPr/>
          <p:nvPr/>
        </p:nvSpPr>
        <p:spPr>
          <a:xfrm>
            <a:off x="3691429" y="2174950"/>
            <a:ext cx="39907" cy="39907"/>
          </a:xfrm>
          <a:prstGeom prst="ellipse">
            <a:avLst/>
          </a:prstGeom>
          <a:solidFill>
            <a:srgbClr val="EAFDFF"/>
          </a:solidFill>
          <a:ln w="6651">
            <a:solidFill>
              <a:srgbClr val="78D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4123759" y="2028623"/>
            <a:ext cx="2288021" cy="3192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28" i="1" b="0">
                <a:solidFill>
                  <a:srgbClr val="111111"/>
                </a:solidFill>
                <a:latin typeface="DejaVu Sans"/>
              </a:rPr>
              <a:t>Transformer Layer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888650" y="2460953"/>
            <a:ext cx="365817" cy="1862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14" i="1" b="0">
                <a:solidFill>
                  <a:srgbClr val="111111"/>
                </a:solidFill>
                <a:latin typeface="DejaVu Sans"/>
              </a:rPr>
              <a:t>...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3471822" y="2540682"/>
            <a:ext cx="3205782" cy="1809072"/>
          </a:xfrm>
          <a:custGeom>
            <a:avLst/>
            <a:gdLst/>
            <a:ahLst/>
            <a:cxnLst/>
            <a:rect l="l" t="t" r="r" b="b"/>
            <a:pathLst>
              <a:path w="482" h="272">
                <a:moveTo>
                  <a:pt x="0" y="0"/>
                </a:moveTo>
                <a:lnTo>
                  <a:pt x="482" y="104"/>
                </a:lnTo>
                <a:lnTo>
                  <a:pt x="482" y="272"/>
                </a:lnTo>
                <a:lnTo>
                  <a:pt x="0" y="272"/>
                </a:lnTo>
                <a:close/>
              </a:path>
            </a:pathLst>
          </a:custGeom>
          <a:solidFill>
            <a:srgbClr val="E4F0DC"/>
          </a:solidFill>
          <a:ln w="33256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3478590" y="2660489"/>
            <a:ext cx="3199239" cy="518795"/>
          </a:xfrm>
          <a:prstGeom prst="roundRect">
            <a:avLst>
              <a:gd name="adj" fmla="val 15384"/>
            </a:avLst>
          </a:prstGeom>
          <a:solidFill>
            <a:srgbClr val="D7E2FF"/>
          </a:solidFill>
          <a:ln w="3325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4123759" y="2753607"/>
            <a:ext cx="2288021" cy="3059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28" i="1" b="0">
                <a:solidFill>
                  <a:srgbClr val="111111"/>
                </a:solidFill>
                <a:latin typeface="DejaVu Sans"/>
              </a:rPr>
              <a:t>Transformer Layer</a:t>
            </a:r>
          </a:p>
        </p:txBody>
      </p:sp>
      <p:cxnSp>
        <p:nvCxnSpPr>
          <p:cNvPr id="346" name="Connector 345"/>
          <p:cNvCxnSpPr/>
          <p:nvPr/>
        </p:nvCxnSpPr>
        <p:spPr>
          <a:xfrm>
            <a:off x="6252151" y="2933190"/>
            <a:ext cx="279351" cy="0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6299641" y="2910985"/>
            <a:ext cx="35535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299641" y="2933190"/>
            <a:ext cx="35535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6448477" y="2933190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 flipV="1">
            <a:off x="6448477" y="2910985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6321989" y="2812227"/>
            <a:ext cx="139675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6345734" y="2853354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>
            <a:off x="6344271" y="2853354"/>
            <a:ext cx="1463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6400922" y="2993353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6437920" y="2971148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>
            <a:off x="6321989" y="2812227"/>
            <a:ext cx="139675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6437920" y="2853354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H="1">
            <a:off x="6400922" y="2853354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 flipV="1">
            <a:off x="6344271" y="2971148"/>
            <a:ext cx="1463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6345734" y="2993353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Oval 360"/>
          <p:cNvSpPr/>
          <p:nvPr/>
        </p:nvSpPr>
        <p:spPr>
          <a:xfrm>
            <a:off x="6371873" y="2913236"/>
            <a:ext cx="39907" cy="39907"/>
          </a:xfrm>
          <a:prstGeom prst="ellipse">
            <a:avLst/>
          </a:prstGeom>
          <a:solidFill>
            <a:srgbClr val="EAFDFF"/>
          </a:solidFill>
          <a:ln w="6651">
            <a:solidFill>
              <a:srgbClr val="78D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3478590" y="3212541"/>
            <a:ext cx="3199239" cy="512144"/>
          </a:xfrm>
          <a:prstGeom prst="roundRect">
            <a:avLst>
              <a:gd name="adj" fmla="val 15584"/>
            </a:avLst>
          </a:prstGeom>
          <a:solidFill>
            <a:srgbClr val="D7E2FF"/>
          </a:solidFill>
          <a:ln w="3325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Connector 362"/>
          <p:cNvCxnSpPr/>
          <p:nvPr/>
        </p:nvCxnSpPr>
        <p:spPr>
          <a:xfrm>
            <a:off x="6265453" y="3458636"/>
            <a:ext cx="279352" cy="0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6312943" y="3436431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6312943" y="3458636"/>
            <a:ext cx="35536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H="1">
            <a:off x="6461780" y="3458636"/>
            <a:ext cx="35535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 flipV="1">
            <a:off x="6461780" y="3436431"/>
            <a:ext cx="35535" cy="2220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6335291" y="3337674"/>
            <a:ext cx="139676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6359036" y="3378801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6357574" y="3378801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H="1" flipV="1">
            <a:off x="6414224" y="3518800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6451222" y="3496595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>
            <a:off x="6335291" y="3337674"/>
            <a:ext cx="139676" cy="24192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6451222" y="3378801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>
            <a:off x="6414224" y="3378801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 flipV="1">
            <a:off x="6357574" y="3496595"/>
            <a:ext cx="1462" cy="41877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6359036" y="3518800"/>
            <a:ext cx="36998" cy="19672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Oval 377"/>
          <p:cNvSpPr/>
          <p:nvPr/>
        </p:nvSpPr>
        <p:spPr>
          <a:xfrm>
            <a:off x="6385175" y="3438683"/>
            <a:ext cx="39907" cy="39907"/>
          </a:xfrm>
          <a:prstGeom prst="ellipse">
            <a:avLst/>
          </a:prstGeom>
          <a:solidFill>
            <a:srgbClr val="EAFDFF"/>
          </a:solidFill>
          <a:ln w="6651">
            <a:solidFill>
              <a:srgbClr val="78D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3647050" y="2599198"/>
            <a:ext cx="328203" cy="295515"/>
          </a:xfrm>
          <a:prstGeom prst="line">
            <a:avLst/>
          </a:prstGeom>
          <a:ln w="60725">
            <a:solidFill>
              <a:srgbClr val="5D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3647050" y="2599198"/>
            <a:ext cx="328203" cy="295515"/>
          </a:xfrm>
          <a:prstGeom prst="line">
            <a:avLst/>
          </a:prstGeom>
          <a:ln w="33123">
            <a:solidFill>
              <a:srgbClr val="C37A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Freeform 380"/>
          <p:cNvSpPr/>
          <p:nvPr/>
        </p:nvSpPr>
        <p:spPr>
          <a:xfrm>
            <a:off x="3531681" y="2454219"/>
            <a:ext cx="246087" cy="279342"/>
          </a:xfrm>
          <a:custGeom>
            <a:avLst/>
            <a:gdLst/>
            <a:ahLst/>
            <a:cxnLst/>
            <a:rect l="l" t="t" r="r" b="b"/>
            <a:pathLst>
              <a:path w="37" h="42">
                <a:moveTo>
                  <a:pt x="0" y="42"/>
                </a:moveTo>
                <a:lnTo>
                  <a:pt x="20" y="32"/>
                </a:lnTo>
                <a:lnTo>
                  <a:pt x="27" y="23"/>
                </a:lnTo>
                <a:lnTo>
                  <a:pt x="37" y="0"/>
                </a:lnTo>
                <a:lnTo>
                  <a:pt x="19" y="12"/>
                </a:lnTo>
                <a:lnTo>
                  <a:pt x="7" y="24"/>
                </a:lnTo>
                <a:close/>
              </a:path>
            </a:pathLst>
          </a:custGeom>
          <a:solidFill>
            <a:srgbClr val="BCC2C8"/>
          </a:solidFill>
          <a:ln w="13302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698081" y="3106122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4017339" y="2939841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4329947" y="3019656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3691429" y="3438683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3917571" y="3937525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3578358" y="3950827"/>
            <a:ext cx="199536" cy="199536"/>
          </a:xfrm>
          <a:prstGeom prst="ellipse">
            <a:avLst/>
          </a:prstGeom>
          <a:solidFill>
            <a:srgbClr val="EE7382"/>
          </a:solidFill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4170317" y="3571707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4462971" y="3292356"/>
            <a:ext cx="199536" cy="199536"/>
          </a:xfrm>
          <a:prstGeom prst="ellipse">
            <a:avLst/>
          </a:prstGeom>
          <a:noFill/>
          <a:ln w="26604">
            <a:solidFill>
              <a:srgbClr val="46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0" name="Connector 389"/>
          <p:cNvCxnSpPr/>
          <p:nvPr/>
        </p:nvCxnSpPr>
        <p:spPr>
          <a:xfrm>
            <a:off x="3764593" y="2866677"/>
            <a:ext cx="891264" cy="844706"/>
          </a:xfrm>
          <a:prstGeom prst="line">
            <a:avLst/>
          </a:prstGeom>
          <a:ln w="46558">
            <a:solidFill>
              <a:srgbClr val="4674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Oval 390"/>
          <p:cNvSpPr/>
          <p:nvPr/>
        </p:nvSpPr>
        <p:spPr>
          <a:xfrm>
            <a:off x="4661178" y="3596982"/>
            <a:ext cx="95777" cy="95777"/>
          </a:xfrm>
          <a:prstGeom prst="ellipse">
            <a:avLst/>
          </a:prstGeom>
          <a:solidFill>
            <a:srgbClr val="D92F3F"/>
          </a:solidFill>
          <a:ln w="6651">
            <a:solidFill>
              <a:srgbClr val="7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4661178" y="3606560"/>
            <a:ext cx="95777" cy="766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7" i="0" b="1">
                <a:solidFill>
                  <a:srgbClr val="FFFFFF"/>
                </a:solidFill>
                <a:latin typeface="DejaVu Sans"/>
              </a:rPr>
              <a:t>No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4709067" y="3692760"/>
            <a:ext cx="0" cy="114933"/>
          </a:xfrm>
          <a:prstGeom prst="line">
            <a:avLst/>
          </a:prstGeom>
          <a:ln w="14366">
            <a:solidFill>
              <a:srgbClr val="9B5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4722369" y="3531800"/>
            <a:ext cx="1902250" cy="34586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14" i="1" b="0">
                <a:solidFill>
                  <a:srgbClr val="111111"/>
                </a:solidFill>
                <a:latin typeface="DejaVu Sans"/>
              </a:rPr>
              <a:t>Semantic-irrelevant</a:t>
            </a:r>
          </a:p>
        </p:txBody>
      </p:sp>
      <p:cxnSp>
        <p:nvCxnSpPr>
          <p:cNvPr id="395" name="Connector 394"/>
          <p:cNvCxnSpPr/>
          <p:nvPr/>
        </p:nvCxnSpPr>
        <p:spPr>
          <a:xfrm flipV="1">
            <a:off x="6190332" y="1662314"/>
            <a:ext cx="296570" cy="267032"/>
          </a:xfrm>
          <a:prstGeom prst="line">
            <a:avLst/>
          </a:prstGeom>
          <a:ln w="54872">
            <a:solidFill>
              <a:srgbClr val="5D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6190332" y="1662314"/>
            <a:ext cx="296570" cy="267032"/>
          </a:xfrm>
          <a:prstGeom prst="line">
            <a:avLst/>
          </a:prstGeom>
          <a:ln w="29930">
            <a:solidFill>
              <a:srgbClr val="C37A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Freeform 396"/>
          <p:cNvSpPr/>
          <p:nvPr/>
        </p:nvSpPr>
        <p:spPr>
          <a:xfrm>
            <a:off x="6072363" y="1795770"/>
            <a:ext cx="226134" cy="252738"/>
          </a:xfrm>
          <a:custGeom>
            <a:avLst/>
            <a:gdLst/>
            <a:ahLst/>
            <a:cxnLst/>
            <a:rect l="l" t="t" r="r" b="b"/>
            <a:pathLst>
              <a:path w="34" h="38">
                <a:moveTo>
                  <a:pt x="34" y="38"/>
                </a:moveTo>
                <a:lnTo>
                  <a:pt x="27" y="19"/>
                </a:lnTo>
                <a:lnTo>
                  <a:pt x="20" y="11"/>
                </a:lnTo>
                <a:lnTo>
                  <a:pt x="0" y="0"/>
                </a:lnTo>
                <a:lnTo>
                  <a:pt x="9" y="18"/>
                </a:lnTo>
                <a:lnTo>
                  <a:pt x="19" y="29"/>
                </a:lnTo>
                <a:close/>
              </a:path>
            </a:pathLst>
          </a:custGeom>
          <a:solidFill>
            <a:srgbClr val="BCC2C8"/>
          </a:solidFill>
          <a:ln w="13302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3910920" y="4536135"/>
            <a:ext cx="2327928" cy="4655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(b) Semantic-Relevant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Layer Identification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6930576" y="139675"/>
            <a:ext cx="5247816" cy="4309993"/>
          </a:xfrm>
          <a:prstGeom prst="roundRect">
            <a:avLst>
              <a:gd name="adj" fmla="val 3086"/>
            </a:avLst>
          </a:prstGeom>
          <a:solidFill>
            <a:srgbClr val="E5F4F2"/>
          </a:solidFill>
          <a:ln w="26604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7010391" y="1203871"/>
            <a:ext cx="1336896" cy="2334579"/>
          </a:xfrm>
          <a:prstGeom prst="rect">
            <a:avLst/>
          </a:prstGeom>
          <a:solidFill>
            <a:srgbClr val="D7E2FF"/>
          </a:solidFill>
          <a:ln w="19953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8433753" y="1203871"/>
            <a:ext cx="2913236" cy="2334579"/>
          </a:xfrm>
          <a:prstGeom prst="rect">
            <a:avLst/>
          </a:prstGeom>
          <a:solidFill>
            <a:srgbClr val="F8F7D7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ounded Rectangle 401"/>
          <p:cNvSpPr/>
          <p:nvPr/>
        </p:nvSpPr>
        <p:spPr>
          <a:xfrm>
            <a:off x="10908008" y="2866677"/>
            <a:ext cx="1024288" cy="1516479"/>
          </a:xfrm>
          <a:prstGeom prst="roundRect">
            <a:avLst>
              <a:gd name="adj" fmla="val 5194"/>
            </a:avLst>
          </a:prstGeom>
          <a:solidFill>
            <a:srgbClr val="CFD4D8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 flipV="1">
            <a:off x="7662211" y="871310"/>
            <a:ext cx="0" cy="339212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7662211" y="871310"/>
            <a:ext cx="365817" cy="0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8028028" y="685076"/>
            <a:ext cx="0" cy="186234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7662211" y="871310"/>
            <a:ext cx="2746955" cy="0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10881403" y="871310"/>
            <a:ext cx="0" cy="332561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>
            <a:off x="10409166" y="871310"/>
            <a:ext cx="472237" cy="0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10409166" y="685076"/>
            <a:ext cx="0" cy="186234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8919292" y="977730"/>
            <a:ext cx="0" cy="226141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8919292" y="977730"/>
            <a:ext cx="246095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9165387" y="685076"/>
            <a:ext cx="0" cy="292654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662211" y="977730"/>
            <a:ext cx="1503176" cy="0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8028028" y="1090800"/>
            <a:ext cx="884613" cy="0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8912641" y="1090800"/>
            <a:ext cx="0" cy="226142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9165387" y="977730"/>
            <a:ext cx="631867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9797254" y="977730"/>
            <a:ext cx="0" cy="339212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0409166" y="871310"/>
            <a:ext cx="465586" cy="0"/>
          </a:xfrm>
          <a:prstGeom prst="line">
            <a:avLst/>
          </a:prstGeom>
          <a:ln w="19953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0874752" y="871310"/>
            <a:ext cx="0" cy="445632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7662211" y="3385473"/>
            <a:ext cx="0" cy="206188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7662211" y="2959795"/>
            <a:ext cx="0" cy="126373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7662211" y="2520814"/>
            <a:ext cx="0" cy="133024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7662211" y="2101787"/>
            <a:ext cx="0" cy="119722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7662211" y="1676108"/>
            <a:ext cx="0" cy="119722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7662211" y="3591661"/>
            <a:ext cx="0" cy="13302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7662211" y="3604963"/>
            <a:ext cx="1077498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8739709" y="3325612"/>
            <a:ext cx="0" cy="279351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8234216" y="3598312"/>
            <a:ext cx="0" cy="113071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>
            <a:off x="7662211" y="3598312"/>
            <a:ext cx="572005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8739709" y="2414394"/>
            <a:ext cx="0" cy="498842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8739709" y="2414394"/>
            <a:ext cx="172932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8912641" y="1915552"/>
            <a:ext cx="0" cy="226142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9790603" y="1908901"/>
            <a:ext cx="0" cy="239444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10874752" y="1915552"/>
            <a:ext cx="0" cy="232793"/>
          </a:xfrm>
          <a:prstGeom prst="line">
            <a:avLst/>
          </a:prstGeom>
          <a:ln w="19953">
            <a:solidFill>
              <a:srgbClr val="A7A7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8739709" y="2055228"/>
            <a:ext cx="1150662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9890371" y="2055228"/>
            <a:ext cx="0" cy="93117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9790603" y="2148345"/>
            <a:ext cx="119722" cy="0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9125480" y="2753607"/>
            <a:ext cx="565354" cy="0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>
            <a:off x="10462376" y="2786863"/>
            <a:ext cx="585308" cy="0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11453409" y="2148345"/>
            <a:ext cx="0" cy="764891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>
            <a:off x="9976837" y="2148345"/>
            <a:ext cx="1476572" cy="0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1453409" y="2148345"/>
            <a:ext cx="106419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1726109" y="1183918"/>
            <a:ext cx="0" cy="758239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Rounded Rectangle 443"/>
          <p:cNvSpPr/>
          <p:nvPr/>
        </p:nvSpPr>
        <p:spPr>
          <a:xfrm>
            <a:off x="7362905" y="279351"/>
            <a:ext cx="1130708" cy="405724"/>
          </a:xfrm>
          <a:prstGeom prst="roundRect">
            <a:avLst>
              <a:gd name="adj" fmla="val 19672"/>
            </a:avLst>
          </a:prstGeom>
          <a:noFill/>
          <a:ln w="19953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7422766" y="345863"/>
            <a:ext cx="1010986" cy="272700"/>
          </a:xfrm>
          <a:prstGeom prst="rect">
            <a:avLst/>
          </a:prstGeom>
          <a:solidFill>
            <a:srgbClr val="D4DAE0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6" name="Connector 445"/>
          <p:cNvCxnSpPr/>
          <p:nvPr/>
        </p:nvCxnSpPr>
        <p:spPr>
          <a:xfrm>
            <a:off x="7675513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7928260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8181006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7908040" y="427673"/>
            <a:ext cx="20220" cy="38178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7928260" y="465851"/>
            <a:ext cx="10109" cy="43632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7938369" y="509483"/>
            <a:ext cx="70769" cy="19089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8009138" y="514937"/>
            <a:ext cx="80879" cy="13635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Oval 452"/>
          <p:cNvSpPr/>
          <p:nvPr/>
        </p:nvSpPr>
        <p:spPr>
          <a:xfrm>
            <a:off x="7860550" y="380184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7880770" y="418362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7890880" y="461994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7961649" y="481083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8042528" y="467448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8" name="Connector 457"/>
          <p:cNvCxnSpPr/>
          <p:nvPr/>
        </p:nvCxnSpPr>
        <p:spPr>
          <a:xfrm>
            <a:off x="7908040" y="427673"/>
            <a:ext cx="20220" cy="38178"/>
          </a:xfrm>
          <a:prstGeom prst="line">
            <a:avLst/>
          </a:prstGeom>
          <a:ln w="70769">
            <a:solidFill>
              <a:srgbClr val="D7B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7928260" y="465851"/>
            <a:ext cx="10109" cy="43632"/>
          </a:xfrm>
          <a:prstGeom prst="line">
            <a:avLst/>
          </a:prstGeom>
          <a:ln w="70769">
            <a:solidFill>
              <a:srgbClr val="D7B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7938369" y="509483"/>
            <a:ext cx="70769" cy="19089"/>
          </a:xfrm>
          <a:prstGeom prst="line">
            <a:avLst/>
          </a:prstGeom>
          <a:ln w="70769">
            <a:solidFill>
              <a:srgbClr val="D7B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8009138" y="514937"/>
            <a:ext cx="80879" cy="13635"/>
          </a:xfrm>
          <a:prstGeom prst="line">
            <a:avLst/>
          </a:prstGeom>
          <a:ln w="70769">
            <a:solidFill>
              <a:srgbClr val="D7B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Oval 461"/>
          <p:cNvSpPr/>
          <p:nvPr/>
        </p:nvSpPr>
        <p:spPr>
          <a:xfrm>
            <a:off x="7872655" y="392289"/>
            <a:ext cx="70769" cy="70769"/>
          </a:xfrm>
          <a:prstGeom prst="ellipse">
            <a:avLst/>
          </a:prstGeom>
          <a:solidFill>
            <a:srgbClr val="D7B66D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7892875" y="430467"/>
            <a:ext cx="70769" cy="70769"/>
          </a:xfrm>
          <a:prstGeom prst="ellipse">
            <a:avLst/>
          </a:prstGeom>
          <a:solidFill>
            <a:srgbClr val="D7B66D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7902985" y="474099"/>
            <a:ext cx="70769" cy="70769"/>
          </a:xfrm>
          <a:prstGeom prst="ellipse">
            <a:avLst/>
          </a:prstGeom>
          <a:solidFill>
            <a:srgbClr val="D7B66D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7973754" y="493188"/>
            <a:ext cx="70769" cy="70769"/>
          </a:xfrm>
          <a:prstGeom prst="ellipse">
            <a:avLst/>
          </a:prstGeom>
          <a:solidFill>
            <a:srgbClr val="D7B66D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8054633" y="479553"/>
            <a:ext cx="70769" cy="70769"/>
          </a:xfrm>
          <a:prstGeom prst="ellipse">
            <a:avLst/>
          </a:prstGeom>
          <a:solidFill>
            <a:srgbClr val="D7B66D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7842858" y="379252"/>
            <a:ext cx="130364" cy="96841"/>
          </a:xfrm>
          <a:prstGeom prst="ellipse">
            <a:avLst/>
          </a:prstGeom>
          <a:solidFill>
            <a:srgbClr val="D7B66D">
              <a:alpha val="62000"/>
            </a:srgbClr>
          </a:solidFill>
          <a:ln w="8380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883962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7917485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ounded Rectangle 469"/>
          <p:cNvSpPr/>
          <p:nvPr/>
        </p:nvSpPr>
        <p:spPr>
          <a:xfrm>
            <a:off x="8580080" y="279351"/>
            <a:ext cx="1150661" cy="405724"/>
          </a:xfrm>
          <a:prstGeom prst="roundRect">
            <a:avLst>
              <a:gd name="adj" fmla="val 19672"/>
            </a:avLst>
          </a:prstGeom>
          <a:noFill/>
          <a:ln w="19953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8639941" y="345863"/>
            <a:ext cx="1030939" cy="272700"/>
          </a:xfrm>
          <a:prstGeom prst="rect">
            <a:avLst/>
          </a:prstGeom>
          <a:solidFill>
            <a:srgbClr val="D4DAE0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8897676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155411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9413146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9134792" y="427673"/>
            <a:ext cx="20619" cy="38178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9155411" y="465851"/>
            <a:ext cx="10309" cy="43632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9165720" y="509483"/>
            <a:ext cx="72166" cy="19089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9237886" y="514937"/>
            <a:ext cx="82475" cy="13635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Oval 478"/>
          <p:cNvSpPr/>
          <p:nvPr/>
        </p:nvSpPr>
        <p:spPr>
          <a:xfrm>
            <a:off x="9087302" y="380184"/>
            <a:ext cx="94979" cy="94979"/>
          </a:xfrm>
          <a:prstGeom prst="ellipse">
            <a:avLst/>
          </a:prstGeom>
          <a:solidFill>
            <a:srgbClr val="3B352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9107921" y="418362"/>
            <a:ext cx="94979" cy="94979"/>
          </a:xfrm>
          <a:prstGeom prst="ellipse">
            <a:avLst/>
          </a:prstGeom>
          <a:solidFill>
            <a:srgbClr val="3B352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118230" y="461994"/>
            <a:ext cx="94979" cy="94979"/>
          </a:xfrm>
          <a:prstGeom prst="ellipse">
            <a:avLst/>
          </a:prstGeom>
          <a:solidFill>
            <a:srgbClr val="3B352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9190396" y="481083"/>
            <a:ext cx="94979" cy="94979"/>
          </a:xfrm>
          <a:prstGeom prst="ellipse">
            <a:avLst/>
          </a:prstGeom>
          <a:solidFill>
            <a:srgbClr val="3B352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9272871" y="467448"/>
            <a:ext cx="94979" cy="94979"/>
          </a:xfrm>
          <a:prstGeom prst="ellipse">
            <a:avLst/>
          </a:prstGeom>
          <a:solidFill>
            <a:srgbClr val="3B3525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>
            <a:off x="9134792" y="427673"/>
            <a:ext cx="20619" cy="38178"/>
          </a:xfrm>
          <a:prstGeom prst="line">
            <a:avLst/>
          </a:prstGeom>
          <a:ln w="70769">
            <a:solidFill>
              <a:srgbClr val="BD7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9155411" y="465851"/>
            <a:ext cx="10309" cy="43632"/>
          </a:xfrm>
          <a:prstGeom prst="line">
            <a:avLst/>
          </a:prstGeom>
          <a:ln w="70769">
            <a:solidFill>
              <a:srgbClr val="BD7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9165720" y="509483"/>
            <a:ext cx="72166" cy="19089"/>
          </a:xfrm>
          <a:prstGeom prst="line">
            <a:avLst/>
          </a:prstGeom>
          <a:ln w="70769">
            <a:solidFill>
              <a:srgbClr val="BD7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9237886" y="514937"/>
            <a:ext cx="82475" cy="13635"/>
          </a:xfrm>
          <a:prstGeom prst="line">
            <a:avLst/>
          </a:prstGeom>
          <a:ln w="70769">
            <a:solidFill>
              <a:srgbClr val="BD7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Oval 487"/>
          <p:cNvSpPr/>
          <p:nvPr/>
        </p:nvSpPr>
        <p:spPr>
          <a:xfrm>
            <a:off x="9099407" y="392289"/>
            <a:ext cx="70769" cy="70769"/>
          </a:xfrm>
          <a:prstGeom prst="ellipse">
            <a:avLst/>
          </a:prstGeom>
          <a:solidFill>
            <a:srgbClr val="BD7769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9120026" y="430467"/>
            <a:ext cx="70769" cy="70769"/>
          </a:xfrm>
          <a:prstGeom prst="ellipse">
            <a:avLst/>
          </a:prstGeom>
          <a:solidFill>
            <a:srgbClr val="BD7769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9130335" y="474099"/>
            <a:ext cx="70769" cy="70769"/>
          </a:xfrm>
          <a:prstGeom prst="ellipse">
            <a:avLst/>
          </a:prstGeom>
          <a:solidFill>
            <a:srgbClr val="BD7769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9202501" y="493188"/>
            <a:ext cx="70769" cy="70769"/>
          </a:xfrm>
          <a:prstGeom prst="ellipse">
            <a:avLst/>
          </a:prstGeom>
          <a:solidFill>
            <a:srgbClr val="BD7769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284976" y="479553"/>
            <a:ext cx="70769" cy="70769"/>
          </a:xfrm>
          <a:prstGeom prst="ellipse">
            <a:avLst/>
          </a:prstGeom>
          <a:solidFill>
            <a:srgbClr val="BD7769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9069610" y="379252"/>
            <a:ext cx="130364" cy="96841"/>
          </a:xfrm>
          <a:prstGeom prst="ellipse">
            <a:avLst/>
          </a:prstGeom>
          <a:solidFill>
            <a:srgbClr val="BD7769">
              <a:alpha val="78000"/>
            </a:srgbClr>
          </a:solidFill>
          <a:ln w="8380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9110714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144236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ounded Rectangle 495"/>
          <p:cNvSpPr/>
          <p:nvPr/>
        </p:nvSpPr>
        <p:spPr>
          <a:xfrm>
            <a:off x="9850464" y="279351"/>
            <a:ext cx="1130708" cy="405724"/>
          </a:xfrm>
          <a:prstGeom prst="roundRect">
            <a:avLst>
              <a:gd name="adj" fmla="val 19672"/>
            </a:avLst>
          </a:prstGeom>
          <a:noFill/>
          <a:ln w="19953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9910325" y="345863"/>
            <a:ext cx="1010986" cy="272700"/>
          </a:xfrm>
          <a:prstGeom prst="rect">
            <a:avLst/>
          </a:prstGeom>
          <a:solidFill>
            <a:srgbClr val="D4DAE0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>
            <a:off x="10163071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10415818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10668564" y="345863"/>
            <a:ext cx="0" cy="27270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10395598" y="427673"/>
            <a:ext cx="20220" cy="38178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10415818" y="465851"/>
            <a:ext cx="10110" cy="43632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10425928" y="509483"/>
            <a:ext cx="70769" cy="19089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10496697" y="514937"/>
            <a:ext cx="80878" cy="13635"/>
          </a:xfrm>
          <a:prstGeom prst="line">
            <a:avLst/>
          </a:prstGeom>
          <a:ln w="94979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5" name="Oval 504"/>
          <p:cNvSpPr/>
          <p:nvPr/>
        </p:nvSpPr>
        <p:spPr>
          <a:xfrm>
            <a:off x="10348108" y="380184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0368328" y="418362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10378438" y="461994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449207" y="481083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530086" y="467448"/>
            <a:ext cx="94979" cy="94979"/>
          </a:xfrm>
          <a:prstGeom prst="ellipse">
            <a:avLst/>
          </a:prstGeom>
          <a:solidFill>
            <a:srgbClr val="3B3525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>
            <a:off x="10395598" y="427673"/>
            <a:ext cx="20220" cy="38178"/>
          </a:xfrm>
          <a:prstGeom prst="line">
            <a:avLst/>
          </a:prstGeom>
          <a:ln w="70769">
            <a:solidFill>
              <a:srgbClr val="85B5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10415818" y="465851"/>
            <a:ext cx="10110" cy="43632"/>
          </a:xfrm>
          <a:prstGeom prst="line">
            <a:avLst/>
          </a:prstGeom>
          <a:ln w="70769">
            <a:solidFill>
              <a:srgbClr val="85B5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10425928" y="509483"/>
            <a:ext cx="70769" cy="19089"/>
          </a:xfrm>
          <a:prstGeom prst="line">
            <a:avLst/>
          </a:prstGeom>
          <a:ln w="70769">
            <a:solidFill>
              <a:srgbClr val="85B5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10496697" y="514937"/>
            <a:ext cx="80878" cy="13635"/>
          </a:xfrm>
          <a:prstGeom prst="line">
            <a:avLst/>
          </a:prstGeom>
          <a:ln w="70769">
            <a:solidFill>
              <a:srgbClr val="85B5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Oval 513"/>
          <p:cNvSpPr/>
          <p:nvPr/>
        </p:nvSpPr>
        <p:spPr>
          <a:xfrm>
            <a:off x="10360213" y="392289"/>
            <a:ext cx="70769" cy="70769"/>
          </a:xfrm>
          <a:prstGeom prst="ellipse">
            <a:avLst/>
          </a:prstGeom>
          <a:solidFill>
            <a:srgbClr val="85B5A1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380433" y="430467"/>
            <a:ext cx="70769" cy="70769"/>
          </a:xfrm>
          <a:prstGeom prst="ellipse">
            <a:avLst/>
          </a:prstGeom>
          <a:solidFill>
            <a:srgbClr val="85B5A1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390543" y="474099"/>
            <a:ext cx="70769" cy="70769"/>
          </a:xfrm>
          <a:prstGeom prst="ellipse">
            <a:avLst/>
          </a:prstGeom>
          <a:solidFill>
            <a:srgbClr val="85B5A1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0461312" y="493188"/>
            <a:ext cx="70769" cy="70769"/>
          </a:xfrm>
          <a:prstGeom prst="ellipse">
            <a:avLst/>
          </a:prstGeom>
          <a:solidFill>
            <a:srgbClr val="85B5A1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10542191" y="479553"/>
            <a:ext cx="70769" cy="70769"/>
          </a:xfrm>
          <a:prstGeom prst="ellipse">
            <a:avLst/>
          </a:prstGeom>
          <a:solidFill>
            <a:srgbClr val="85B5A1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10330416" y="379252"/>
            <a:ext cx="130364" cy="96841"/>
          </a:xfrm>
          <a:prstGeom prst="ellipse">
            <a:avLst/>
          </a:prstGeom>
          <a:solidFill>
            <a:srgbClr val="85B5A1">
              <a:alpha val="62000"/>
            </a:srgbClr>
          </a:solidFill>
          <a:ln w="8380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10371521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10405043" y="409183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7948213" y="1010986"/>
            <a:ext cx="159629" cy="159629"/>
          </a:xfrm>
          <a:prstGeom prst="ellipse">
            <a:avLst/>
          </a:prstGeom>
          <a:solidFill>
            <a:srgbClr val="E5F4F2"/>
          </a:solidFill>
          <a:ln w="19953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7954864" y="1090800"/>
            <a:ext cx="146327" cy="0"/>
          </a:xfrm>
          <a:prstGeom prst="line">
            <a:avLst/>
          </a:prstGeom>
          <a:ln w="13302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8028028" y="1017637"/>
            <a:ext cx="0" cy="146327"/>
          </a:xfrm>
          <a:prstGeom prst="line">
            <a:avLst/>
          </a:prstGeom>
          <a:ln w="13302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9085573" y="897915"/>
            <a:ext cx="159629" cy="159629"/>
          </a:xfrm>
          <a:prstGeom prst="ellipse">
            <a:avLst/>
          </a:prstGeom>
          <a:solidFill>
            <a:srgbClr val="E5F4F2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6" name="Connector 525"/>
          <p:cNvCxnSpPr/>
          <p:nvPr/>
        </p:nvCxnSpPr>
        <p:spPr>
          <a:xfrm>
            <a:off x="9092224" y="977730"/>
            <a:ext cx="146327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9165387" y="904566"/>
            <a:ext cx="0" cy="146327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Oval 527"/>
          <p:cNvSpPr/>
          <p:nvPr/>
        </p:nvSpPr>
        <p:spPr>
          <a:xfrm>
            <a:off x="10329352" y="791495"/>
            <a:ext cx="159629" cy="159629"/>
          </a:xfrm>
          <a:prstGeom prst="ellipse">
            <a:avLst/>
          </a:prstGeom>
          <a:solidFill>
            <a:srgbClr val="E5F4F2"/>
          </a:solidFill>
          <a:ln w="19953">
            <a:solidFill>
              <a:srgbClr val="A7A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9" name="Connector 528"/>
          <p:cNvCxnSpPr/>
          <p:nvPr/>
        </p:nvCxnSpPr>
        <p:spPr>
          <a:xfrm>
            <a:off x="10336003" y="871310"/>
            <a:ext cx="146327" cy="0"/>
          </a:xfrm>
          <a:prstGeom prst="line">
            <a:avLst/>
          </a:prstGeom>
          <a:ln w="13302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10409166" y="798146"/>
            <a:ext cx="0" cy="146327"/>
          </a:xfrm>
          <a:prstGeom prst="line">
            <a:avLst/>
          </a:prstGeom>
          <a:ln w="13302">
            <a:solidFill>
              <a:srgbClr val="A7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Freeform 530"/>
          <p:cNvSpPr/>
          <p:nvPr/>
        </p:nvSpPr>
        <p:spPr>
          <a:xfrm>
            <a:off x="11313351" y="266040"/>
            <a:ext cx="133020" cy="13302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10" y="0"/>
                </a:moveTo>
                <a:lnTo>
                  <a:pt x="13" y="7"/>
                </a:lnTo>
                <a:lnTo>
                  <a:pt x="20" y="8"/>
                </a:lnTo>
                <a:lnTo>
                  <a:pt x="15" y="13"/>
                </a:lnTo>
                <a:lnTo>
                  <a:pt x="16" y="20"/>
                </a:lnTo>
                <a:lnTo>
                  <a:pt x="10" y="16"/>
                </a:lnTo>
                <a:lnTo>
                  <a:pt x="4" y="20"/>
                </a:lnTo>
                <a:lnTo>
                  <a:pt x="5" y="13"/>
                </a:lnTo>
                <a:lnTo>
                  <a:pt x="0" y="8"/>
                </a:lnTo>
                <a:lnTo>
                  <a:pt x="7" y="7"/>
                </a:lnTo>
                <a:close/>
              </a:path>
            </a:pathLst>
          </a:custGeom>
          <a:solidFill>
            <a:srgbClr val="FFC94F"/>
          </a:solidFill>
          <a:ln w="13302">
            <a:solidFill>
              <a:srgbClr val="765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11506230" y="266040"/>
            <a:ext cx="133020" cy="13302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10" y="0"/>
                </a:moveTo>
                <a:lnTo>
                  <a:pt x="13" y="7"/>
                </a:lnTo>
                <a:lnTo>
                  <a:pt x="20" y="8"/>
                </a:lnTo>
                <a:lnTo>
                  <a:pt x="15" y="13"/>
                </a:lnTo>
                <a:lnTo>
                  <a:pt x="16" y="20"/>
                </a:lnTo>
                <a:lnTo>
                  <a:pt x="10" y="16"/>
                </a:lnTo>
                <a:lnTo>
                  <a:pt x="4" y="20"/>
                </a:lnTo>
                <a:lnTo>
                  <a:pt x="5" y="13"/>
                </a:lnTo>
                <a:lnTo>
                  <a:pt x="0" y="8"/>
                </a:lnTo>
                <a:lnTo>
                  <a:pt x="7" y="7"/>
                </a:lnTo>
                <a:close/>
              </a:path>
            </a:pathLst>
          </a:custGeom>
          <a:solidFill>
            <a:srgbClr val="FFC94F"/>
          </a:solidFill>
          <a:ln w="13302">
            <a:solidFill>
              <a:srgbClr val="765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11699109" y="266040"/>
            <a:ext cx="133020" cy="13302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10" y="0"/>
                </a:moveTo>
                <a:lnTo>
                  <a:pt x="13" y="7"/>
                </a:lnTo>
                <a:lnTo>
                  <a:pt x="20" y="8"/>
                </a:lnTo>
                <a:lnTo>
                  <a:pt x="15" y="13"/>
                </a:lnTo>
                <a:lnTo>
                  <a:pt x="16" y="20"/>
                </a:lnTo>
                <a:lnTo>
                  <a:pt x="10" y="16"/>
                </a:lnTo>
                <a:lnTo>
                  <a:pt x="4" y="20"/>
                </a:lnTo>
                <a:lnTo>
                  <a:pt x="5" y="13"/>
                </a:lnTo>
                <a:lnTo>
                  <a:pt x="0" y="8"/>
                </a:lnTo>
                <a:lnTo>
                  <a:pt x="7" y="7"/>
                </a:lnTo>
                <a:close/>
              </a:path>
            </a:pathLst>
          </a:custGeom>
          <a:solidFill>
            <a:srgbClr val="FFC94F"/>
          </a:solidFill>
          <a:ln w="13302">
            <a:solidFill>
              <a:srgbClr val="765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ounded Rectangle 533"/>
          <p:cNvSpPr/>
          <p:nvPr/>
        </p:nvSpPr>
        <p:spPr>
          <a:xfrm>
            <a:off x="11273826" y="445632"/>
            <a:ext cx="478888" cy="319258"/>
          </a:xfrm>
          <a:prstGeom prst="roundRect">
            <a:avLst>
              <a:gd name="adj" fmla="val 20833"/>
            </a:avLst>
          </a:prstGeom>
          <a:solidFill>
            <a:srgbClr val="FFE2B3"/>
          </a:solidFill>
          <a:ln w="13302">
            <a:solidFill>
              <a:srgbClr val="6E4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11652552" y="711657"/>
            <a:ext cx="133020" cy="99765"/>
          </a:xfrm>
          <a:custGeom>
            <a:avLst/>
            <a:gdLst/>
            <a:ahLst/>
            <a:cxnLst/>
            <a:rect l="l" t="t" r="r" b="b"/>
            <a:pathLst>
              <a:path w="20" h="15">
                <a:moveTo>
                  <a:pt x="6" y="0"/>
                </a:moveTo>
                <a:lnTo>
                  <a:pt x="20" y="15"/>
                </a:lnTo>
                <a:lnTo>
                  <a:pt x="0" y="7"/>
                </a:lnTo>
                <a:close/>
              </a:path>
            </a:pathLst>
          </a:custGeom>
          <a:solidFill>
            <a:srgbClr val="FFE2B3"/>
          </a:solidFill>
          <a:ln w="13302">
            <a:solidFill>
              <a:srgbClr val="6E4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ounded Rectangle 535"/>
          <p:cNvSpPr/>
          <p:nvPr/>
        </p:nvSpPr>
        <p:spPr>
          <a:xfrm>
            <a:off x="11406850" y="518795"/>
            <a:ext cx="206187" cy="179583"/>
          </a:xfrm>
          <a:prstGeom prst="roundRect">
            <a:avLst>
              <a:gd name="adj" fmla="val 14814"/>
            </a:avLst>
          </a:prstGeom>
          <a:solidFill>
            <a:srgbClr val="E7EDF0"/>
          </a:solidFill>
          <a:ln w="6651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11489990" y="485539"/>
            <a:ext cx="39907" cy="39907"/>
          </a:xfrm>
          <a:prstGeom prst="ellipse">
            <a:avLst/>
          </a:prstGeom>
          <a:solidFill>
            <a:srgbClr val="E7EDF0"/>
          </a:solidFill>
          <a:ln w="6651"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 flipV="1">
            <a:off x="11509944" y="458934"/>
            <a:ext cx="0" cy="26605"/>
          </a:xfrm>
          <a:prstGeom prst="line">
            <a:avLst/>
          </a:prstGeom>
          <a:ln w="6651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9" name="Oval 538"/>
          <p:cNvSpPr/>
          <p:nvPr/>
        </p:nvSpPr>
        <p:spPr>
          <a:xfrm>
            <a:off x="11460060" y="572005"/>
            <a:ext cx="26604" cy="26604"/>
          </a:xfrm>
          <a:prstGeom prst="ellipse">
            <a:avLst/>
          </a:prstGeom>
          <a:solidFill>
            <a:srgbClr val="437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11533223" y="572005"/>
            <a:ext cx="26604" cy="26604"/>
          </a:xfrm>
          <a:prstGeom prst="ellipse">
            <a:avLst/>
          </a:prstGeom>
          <a:solidFill>
            <a:srgbClr val="437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ounded Rectangle 540"/>
          <p:cNvSpPr/>
          <p:nvPr/>
        </p:nvSpPr>
        <p:spPr>
          <a:xfrm>
            <a:off x="11460060" y="625215"/>
            <a:ext cx="106419" cy="39907"/>
          </a:xfrm>
          <a:prstGeom prst="roundRect">
            <a:avLst>
              <a:gd name="adj" fmla="val 16666"/>
            </a:avLst>
          </a:prstGeom>
          <a:solidFill>
            <a:srgbClr val="80BFE3"/>
          </a:solidFill>
          <a:ln w="6651">
            <a:solidFill>
              <a:srgbClr val="437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11792223" y="651798"/>
            <a:ext cx="219483" cy="212832"/>
          </a:xfrm>
          <a:custGeom>
            <a:avLst/>
            <a:gdLst/>
            <a:ahLst/>
            <a:cxnLst/>
            <a:rect l="l" t="t" r="r" b="b"/>
            <a:pathLst>
              <a:path w="33" h="32">
                <a:moveTo>
                  <a:pt x="0" y="11"/>
                </a:moveTo>
                <a:lnTo>
                  <a:pt x="9" y="11"/>
                </a:lnTo>
                <a:lnTo>
                  <a:pt x="13" y="1"/>
                </a:lnTo>
                <a:lnTo>
                  <a:pt x="18" y="0"/>
                </a:lnTo>
                <a:lnTo>
                  <a:pt x="20" y="6"/>
                </a:lnTo>
                <a:lnTo>
                  <a:pt x="18" y="11"/>
                </a:lnTo>
                <a:lnTo>
                  <a:pt x="29" y="11"/>
                </a:lnTo>
                <a:lnTo>
                  <a:pt x="33" y="15"/>
                </a:lnTo>
                <a:lnTo>
                  <a:pt x="30" y="22"/>
                </a:lnTo>
                <a:lnTo>
                  <a:pt x="33" y="27"/>
                </a:lnTo>
                <a:lnTo>
                  <a:pt x="29" y="32"/>
                </a:lnTo>
                <a:lnTo>
                  <a:pt x="14" y="31"/>
                </a:lnTo>
                <a:lnTo>
                  <a:pt x="6" y="25"/>
                </a:lnTo>
                <a:lnTo>
                  <a:pt x="0" y="25"/>
                </a:lnTo>
                <a:close/>
              </a:path>
            </a:pathLst>
          </a:custGeom>
          <a:solidFill>
            <a:srgbClr val="6E8DA0"/>
          </a:solidFill>
          <a:ln w="13302">
            <a:solidFill>
              <a:srgbClr val="4D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10894706" y="771542"/>
            <a:ext cx="1230476" cy="4057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7" i="1" b="0">
                <a:solidFill>
                  <a:srgbClr val="111111"/>
                </a:solidFill>
                <a:latin typeface="DejaVu Sans"/>
              </a:rPr>
              <a:t>Recommendation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7" i="1" b="0">
                <a:solidFill>
                  <a:srgbClr val="111111"/>
                </a:solidFill>
                <a:latin typeface="DejaVu Sans"/>
              </a:rPr>
              <a:t>Agent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7103508" y="1243779"/>
            <a:ext cx="1163964" cy="4921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71" i="1" b="0">
                <a:solidFill>
                  <a:srgbClr val="111111"/>
                </a:solidFill>
                <a:latin typeface="DejaVu Sans"/>
              </a:rPr>
              <a:t>Pre-trained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71" i="1" b="0">
                <a:solidFill>
                  <a:srgbClr val="111111"/>
                </a:solidFill>
                <a:latin typeface="DejaVu Sans"/>
              </a:rPr>
              <a:t>Weights</a:t>
            </a:r>
          </a:p>
        </p:txBody>
      </p:sp>
      <p:cxnSp>
        <p:nvCxnSpPr>
          <p:cNvPr id="545" name="Connector 544"/>
          <p:cNvCxnSpPr/>
          <p:nvPr/>
        </p:nvCxnSpPr>
        <p:spPr>
          <a:xfrm>
            <a:off x="7948213" y="1656154"/>
            <a:ext cx="305957" cy="0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8000226" y="1631835"/>
            <a:ext cx="38920" cy="2431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8000226" y="1656154"/>
            <a:ext cx="38920" cy="24320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>
            <a:off x="8163237" y="1656154"/>
            <a:ext cx="38920" cy="24320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 flipV="1">
            <a:off x="8163237" y="1631835"/>
            <a:ext cx="38920" cy="24319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8024702" y="1523672"/>
            <a:ext cx="152978" cy="26496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050709" y="1568716"/>
            <a:ext cx="40521" cy="2154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>
            <a:off x="8049107" y="1568716"/>
            <a:ext cx="1602" cy="4586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 flipV="1">
            <a:off x="8111153" y="1722048"/>
            <a:ext cx="40521" cy="2154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8151674" y="1697728"/>
            <a:ext cx="1602" cy="4586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>
            <a:off x="8024702" y="1523672"/>
            <a:ext cx="152978" cy="264965"/>
          </a:xfrm>
          <a:prstGeom prst="line">
            <a:avLst/>
          </a:prstGeom>
          <a:ln w="11307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8151674" y="1568716"/>
            <a:ext cx="1602" cy="4586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>
            <a:off x="8111153" y="1568716"/>
            <a:ext cx="40521" cy="2154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 flipV="1">
            <a:off x="8049107" y="1697728"/>
            <a:ext cx="1602" cy="4586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8050709" y="1722048"/>
            <a:ext cx="40521" cy="21545"/>
          </a:xfrm>
          <a:prstGeom prst="line">
            <a:avLst/>
          </a:prstGeom>
          <a:ln w="7648">
            <a:solidFill>
              <a:srgbClr val="78DF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Oval 559"/>
          <p:cNvSpPr/>
          <p:nvPr/>
        </p:nvSpPr>
        <p:spPr>
          <a:xfrm>
            <a:off x="8081238" y="1636201"/>
            <a:ext cx="39907" cy="39907"/>
          </a:xfrm>
          <a:prstGeom prst="ellipse">
            <a:avLst/>
          </a:prstGeom>
          <a:solidFill>
            <a:srgbClr val="EAFDFF"/>
          </a:solidFill>
          <a:ln w="6651">
            <a:solidFill>
              <a:srgbClr val="78D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ounded Rectangle 560"/>
          <p:cNvSpPr/>
          <p:nvPr/>
        </p:nvSpPr>
        <p:spPr>
          <a:xfrm>
            <a:off x="7150066" y="1795830"/>
            <a:ext cx="1010986" cy="305956"/>
          </a:xfrm>
          <a:prstGeom prst="roundRect">
            <a:avLst>
              <a:gd name="adj" fmla="val 17391"/>
            </a:avLst>
          </a:prstGeom>
          <a:solidFill>
            <a:srgbClr val="CFD4D8"/>
          </a:solidFill>
          <a:ln w="19953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7209927" y="1815784"/>
            <a:ext cx="891264" cy="2593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LN</a:t>
            </a:r>
          </a:p>
        </p:txBody>
      </p:sp>
      <p:sp>
        <p:nvSpPr>
          <p:cNvPr id="563" name="Rounded Rectangle 562"/>
          <p:cNvSpPr/>
          <p:nvPr/>
        </p:nvSpPr>
        <p:spPr>
          <a:xfrm>
            <a:off x="7150066" y="2228160"/>
            <a:ext cx="1010986" cy="305956"/>
          </a:xfrm>
          <a:prstGeom prst="roundRect">
            <a:avLst>
              <a:gd name="adj" fmla="val 17391"/>
            </a:avLst>
          </a:prstGeom>
          <a:solidFill>
            <a:srgbClr val="CFD4D8"/>
          </a:solidFill>
          <a:ln w="19953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7209927" y="2248114"/>
            <a:ext cx="891264" cy="2593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FNN</a:t>
            </a:r>
          </a:p>
        </p:txBody>
      </p:sp>
      <p:sp>
        <p:nvSpPr>
          <p:cNvPr id="565" name="Rounded Rectangle 564"/>
          <p:cNvSpPr/>
          <p:nvPr/>
        </p:nvSpPr>
        <p:spPr>
          <a:xfrm>
            <a:off x="7150066" y="2660489"/>
            <a:ext cx="1010986" cy="305956"/>
          </a:xfrm>
          <a:prstGeom prst="roundRect">
            <a:avLst>
              <a:gd name="adj" fmla="val 17391"/>
            </a:avLst>
          </a:prstGeom>
          <a:solidFill>
            <a:srgbClr val="CFD4D8"/>
          </a:solidFill>
          <a:ln w="19953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7209927" y="2680443"/>
            <a:ext cx="891264" cy="2593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LN</a:t>
            </a:r>
          </a:p>
        </p:txBody>
      </p:sp>
      <p:sp>
        <p:nvSpPr>
          <p:cNvPr id="567" name="Rounded Rectangle 566"/>
          <p:cNvSpPr/>
          <p:nvPr/>
        </p:nvSpPr>
        <p:spPr>
          <a:xfrm>
            <a:off x="7150066" y="3092819"/>
            <a:ext cx="1010986" cy="305956"/>
          </a:xfrm>
          <a:prstGeom prst="roundRect">
            <a:avLst>
              <a:gd name="adj" fmla="val 17391"/>
            </a:avLst>
          </a:prstGeom>
          <a:solidFill>
            <a:srgbClr val="CFD4D8"/>
          </a:solidFill>
          <a:ln w="19953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7209927" y="3112773"/>
            <a:ext cx="891264" cy="2593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Attention</a:t>
            </a:r>
          </a:p>
        </p:txBody>
      </p:sp>
      <p:sp>
        <p:nvSpPr>
          <p:cNvPr id="569" name="Freeform 568"/>
          <p:cNvSpPr/>
          <p:nvPr/>
        </p:nvSpPr>
        <p:spPr>
          <a:xfrm>
            <a:off x="8526582" y="1316898"/>
            <a:ext cx="778167" cy="405711"/>
          </a:xfrm>
          <a:custGeom>
            <a:avLst/>
            <a:gdLst/>
            <a:ahLst/>
            <a:cxnLst/>
            <a:rect l="l" t="t" r="r" b="b"/>
            <a:pathLst>
              <a:path w="117" h="61">
                <a:moveTo>
                  <a:pt x="0" y="0"/>
                </a:moveTo>
                <a:lnTo>
                  <a:pt x="117" y="0"/>
                </a:lnTo>
                <a:lnTo>
                  <a:pt x="100" y="61"/>
                </a:lnTo>
                <a:lnTo>
                  <a:pt x="20" y="61"/>
                </a:lnTo>
                <a:close/>
              </a:path>
            </a:pathLst>
          </a:custGeom>
          <a:solidFill>
            <a:srgbClr val="FAC55E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TextBox 569"/>
          <p:cNvSpPr txBox="1"/>
          <p:nvPr/>
        </p:nvSpPr>
        <p:spPr>
          <a:xfrm>
            <a:off x="8686499" y="1383454"/>
            <a:ext cx="432329" cy="246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3" i="1" b="0">
                <a:solidFill>
                  <a:srgbClr val="111111"/>
                </a:solidFill>
                <a:latin typeface="DejaVu Serif"/>
              </a:rPr>
              <a:t>B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8965851" y="1516479"/>
            <a:ext cx="166280" cy="1463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2" i="1" b="0">
                <a:solidFill>
                  <a:srgbClr val="111111"/>
                </a:solidFill>
                <a:latin typeface="DejaVu Serif"/>
              </a:rPr>
              <a:t>1</a:t>
            </a:r>
          </a:p>
        </p:txBody>
      </p:sp>
      <p:sp>
        <p:nvSpPr>
          <p:cNvPr id="572" name="Freeform 571"/>
          <p:cNvSpPr/>
          <p:nvPr/>
        </p:nvSpPr>
        <p:spPr>
          <a:xfrm>
            <a:off x="9125172" y="1336851"/>
            <a:ext cx="219483" cy="285993"/>
          </a:xfrm>
          <a:custGeom>
            <a:avLst/>
            <a:gdLst/>
            <a:ahLst/>
            <a:cxnLst/>
            <a:rect l="l" t="t" r="r" b="b"/>
            <a:pathLst>
              <a:path w="33" h="43">
                <a:moveTo>
                  <a:pt x="15" y="0"/>
                </a:moveTo>
                <a:lnTo>
                  <a:pt x="21" y="10"/>
                </a:lnTo>
                <a:lnTo>
                  <a:pt x="27" y="2"/>
                </a:lnTo>
                <a:lnTo>
                  <a:pt x="26" y="18"/>
                </a:lnTo>
                <a:lnTo>
                  <a:pt x="33" y="14"/>
                </a:lnTo>
                <a:lnTo>
                  <a:pt x="31" y="29"/>
                </a:lnTo>
                <a:lnTo>
                  <a:pt x="22" y="42"/>
                </a:lnTo>
                <a:lnTo>
                  <a:pt x="10" y="43"/>
                </a:lnTo>
                <a:lnTo>
                  <a:pt x="1" y="33"/>
                </a:lnTo>
                <a:lnTo>
                  <a:pt x="0" y="21"/>
                </a:lnTo>
                <a:lnTo>
                  <a:pt x="7" y="9"/>
                </a:lnTo>
                <a:lnTo>
                  <a:pt x="10" y="19"/>
                </a:lnTo>
                <a:close/>
              </a:path>
            </a:pathLst>
          </a:custGeom>
          <a:solidFill>
            <a:srgbClr val="FF3D28"/>
          </a:solidFill>
          <a:ln w="6651">
            <a:solidFill>
              <a:srgbClr val="E7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9171729" y="1443267"/>
            <a:ext cx="113067" cy="146322"/>
          </a:xfrm>
          <a:custGeom>
            <a:avLst/>
            <a:gdLst/>
            <a:ahLst/>
            <a:cxnLst/>
            <a:rect l="l" t="t" r="r" b="b"/>
            <a:pathLst>
              <a:path w="17" h="22">
                <a:moveTo>
                  <a:pt x="10" y="0"/>
                </a:moveTo>
                <a:lnTo>
                  <a:pt x="17" y="10"/>
                </a:lnTo>
                <a:lnTo>
                  <a:pt x="13" y="21"/>
                </a:lnTo>
                <a:lnTo>
                  <a:pt x="5" y="22"/>
                </a:lnTo>
                <a:lnTo>
                  <a:pt x="0" y="13"/>
                </a:lnTo>
                <a:lnTo>
                  <a:pt x="5" y="6"/>
                </a:lnTo>
                <a:close/>
              </a:path>
            </a:pathLst>
          </a:custGeom>
          <a:solidFill>
            <a:srgbClr val="FFEA38"/>
          </a:solidFill>
          <a:ln w="6651">
            <a:solidFill>
              <a:srgbClr val="FF9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9411165" y="1316898"/>
            <a:ext cx="778167" cy="405711"/>
          </a:xfrm>
          <a:custGeom>
            <a:avLst/>
            <a:gdLst/>
            <a:ahLst/>
            <a:cxnLst/>
            <a:rect l="l" t="t" r="r" b="b"/>
            <a:pathLst>
              <a:path w="117" h="61">
                <a:moveTo>
                  <a:pt x="0" y="0"/>
                </a:moveTo>
                <a:lnTo>
                  <a:pt x="117" y="0"/>
                </a:lnTo>
                <a:lnTo>
                  <a:pt x="100" y="61"/>
                </a:lnTo>
                <a:lnTo>
                  <a:pt x="20" y="61"/>
                </a:lnTo>
                <a:close/>
              </a:path>
            </a:pathLst>
          </a:custGeom>
          <a:solidFill>
            <a:srgbClr val="D97B63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TextBox 574"/>
          <p:cNvSpPr txBox="1"/>
          <p:nvPr/>
        </p:nvSpPr>
        <p:spPr>
          <a:xfrm>
            <a:off x="9571112" y="1383454"/>
            <a:ext cx="432329" cy="246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3" i="1" b="0">
                <a:solidFill>
                  <a:srgbClr val="111111"/>
                </a:solidFill>
                <a:latin typeface="DejaVu Serif"/>
              </a:rPr>
              <a:t>B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9850464" y="1516479"/>
            <a:ext cx="166280" cy="1463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2" i="1" b="0">
                <a:solidFill>
                  <a:srgbClr val="111111"/>
                </a:solidFill>
                <a:latin typeface="DejaVu Serif"/>
              </a:rPr>
              <a:t>2</a:t>
            </a:r>
          </a:p>
        </p:txBody>
      </p:sp>
      <p:sp>
        <p:nvSpPr>
          <p:cNvPr id="577" name="Freeform 576"/>
          <p:cNvSpPr/>
          <p:nvPr/>
        </p:nvSpPr>
        <p:spPr>
          <a:xfrm>
            <a:off x="10009755" y="1336851"/>
            <a:ext cx="219483" cy="285993"/>
          </a:xfrm>
          <a:custGeom>
            <a:avLst/>
            <a:gdLst/>
            <a:ahLst/>
            <a:cxnLst/>
            <a:rect l="l" t="t" r="r" b="b"/>
            <a:pathLst>
              <a:path w="33" h="43">
                <a:moveTo>
                  <a:pt x="15" y="0"/>
                </a:moveTo>
                <a:lnTo>
                  <a:pt x="21" y="10"/>
                </a:lnTo>
                <a:lnTo>
                  <a:pt x="27" y="2"/>
                </a:lnTo>
                <a:lnTo>
                  <a:pt x="26" y="18"/>
                </a:lnTo>
                <a:lnTo>
                  <a:pt x="33" y="14"/>
                </a:lnTo>
                <a:lnTo>
                  <a:pt x="31" y="29"/>
                </a:lnTo>
                <a:lnTo>
                  <a:pt x="22" y="42"/>
                </a:lnTo>
                <a:lnTo>
                  <a:pt x="10" y="43"/>
                </a:lnTo>
                <a:lnTo>
                  <a:pt x="1" y="33"/>
                </a:lnTo>
                <a:lnTo>
                  <a:pt x="0" y="21"/>
                </a:lnTo>
                <a:lnTo>
                  <a:pt x="7" y="9"/>
                </a:lnTo>
                <a:lnTo>
                  <a:pt x="10" y="19"/>
                </a:lnTo>
                <a:close/>
              </a:path>
            </a:pathLst>
          </a:custGeom>
          <a:solidFill>
            <a:srgbClr val="FF3D28"/>
          </a:solidFill>
          <a:ln w="6651">
            <a:solidFill>
              <a:srgbClr val="E7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0056312" y="1443267"/>
            <a:ext cx="113067" cy="146322"/>
          </a:xfrm>
          <a:custGeom>
            <a:avLst/>
            <a:gdLst/>
            <a:ahLst/>
            <a:cxnLst/>
            <a:rect l="l" t="t" r="r" b="b"/>
            <a:pathLst>
              <a:path w="17" h="22">
                <a:moveTo>
                  <a:pt x="10" y="0"/>
                </a:moveTo>
                <a:lnTo>
                  <a:pt x="17" y="10"/>
                </a:lnTo>
                <a:lnTo>
                  <a:pt x="13" y="21"/>
                </a:lnTo>
                <a:lnTo>
                  <a:pt x="5" y="22"/>
                </a:lnTo>
                <a:lnTo>
                  <a:pt x="0" y="13"/>
                </a:lnTo>
                <a:lnTo>
                  <a:pt x="5" y="6"/>
                </a:lnTo>
                <a:close/>
              </a:path>
            </a:pathLst>
          </a:custGeom>
          <a:solidFill>
            <a:srgbClr val="FFEA38"/>
          </a:solidFill>
          <a:ln w="6651">
            <a:solidFill>
              <a:srgbClr val="FF9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10488627" y="1316898"/>
            <a:ext cx="744912" cy="405711"/>
          </a:xfrm>
          <a:custGeom>
            <a:avLst/>
            <a:gdLst/>
            <a:ahLst/>
            <a:cxnLst/>
            <a:rect l="l" t="t" r="r" b="b"/>
            <a:pathLst>
              <a:path w="112" h="61">
                <a:moveTo>
                  <a:pt x="0" y="0"/>
                </a:moveTo>
                <a:lnTo>
                  <a:pt x="112" y="0"/>
                </a:lnTo>
                <a:lnTo>
                  <a:pt x="95" y="61"/>
                </a:lnTo>
                <a:lnTo>
                  <a:pt x="20" y="61"/>
                </a:lnTo>
                <a:close/>
              </a:path>
            </a:pathLst>
          </a:custGeom>
          <a:solidFill>
            <a:srgbClr val="82AD91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10648611" y="1383454"/>
            <a:ext cx="399073" cy="2460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3" i="1" b="0">
                <a:solidFill>
                  <a:srgbClr val="111111"/>
                </a:solidFill>
                <a:latin typeface="DejaVu Serif"/>
              </a:rPr>
              <a:t>B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0927962" y="1516479"/>
            <a:ext cx="166280" cy="1463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42" i="1" b="0">
                <a:solidFill>
                  <a:srgbClr val="111111"/>
                </a:solidFill>
                <a:latin typeface="DejaVu Serif"/>
              </a:rPr>
              <a:t>N</a:t>
            </a:r>
          </a:p>
        </p:txBody>
      </p:sp>
      <p:sp>
        <p:nvSpPr>
          <p:cNvPr id="582" name="Freeform 581"/>
          <p:cNvSpPr/>
          <p:nvPr/>
        </p:nvSpPr>
        <p:spPr>
          <a:xfrm>
            <a:off x="11053962" y="1336851"/>
            <a:ext cx="219483" cy="285993"/>
          </a:xfrm>
          <a:custGeom>
            <a:avLst/>
            <a:gdLst/>
            <a:ahLst/>
            <a:cxnLst/>
            <a:rect l="l" t="t" r="r" b="b"/>
            <a:pathLst>
              <a:path w="33" h="43">
                <a:moveTo>
                  <a:pt x="15" y="0"/>
                </a:moveTo>
                <a:lnTo>
                  <a:pt x="21" y="10"/>
                </a:lnTo>
                <a:lnTo>
                  <a:pt x="27" y="2"/>
                </a:lnTo>
                <a:lnTo>
                  <a:pt x="26" y="18"/>
                </a:lnTo>
                <a:lnTo>
                  <a:pt x="33" y="14"/>
                </a:lnTo>
                <a:lnTo>
                  <a:pt x="31" y="29"/>
                </a:lnTo>
                <a:lnTo>
                  <a:pt x="22" y="42"/>
                </a:lnTo>
                <a:lnTo>
                  <a:pt x="10" y="43"/>
                </a:lnTo>
                <a:lnTo>
                  <a:pt x="1" y="33"/>
                </a:lnTo>
                <a:lnTo>
                  <a:pt x="0" y="21"/>
                </a:lnTo>
                <a:lnTo>
                  <a:pt x="7" y="9"/>
                </a:lnTo>
                <a:lnTo>
                  <a:pt x="10" y="19"/>
                </a:lnTo>
                <a:close/>
              </a:path>
            </a:pathLst>
          </a:custGeom>
          <a:solidFill>
            <a:srgbClr val="FF3D28"/>
          </a:solidFill>
          <a:ln w="6651">
            <a:solidFill>
              <a:srgbClr val="E7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11100519" y="1443267"/>
            <a:ext cx="113067" cy="146322"/>
          </a:xfrm>
          <a:custGeom>
            <a:avLst/>
            <a:gdLst/>
            <a:ahLst/>
            <a:cxnLst/>
            <a:rect l="l" t="t" r="r" b="b"/>
            <a:pathLst>
              <a:path w="17" h="22">
                <a:moveTo>
                  <a:pt x="10" y="0"/>
                </a:moveTo>
                <a:lnTo>
                  <a:pt x="17" y="10"/>
                </a:lnTo>
                <a:lnTo>
                  <a:pt x="13" y="21"/>
                </a:lnTo>
                <a:lnTo>
                  <a:pt x="5" y="22"/>
                </a:lnTo>
                <a:lnTo>
                  <a:pt x="0" y="13"/>
                </a:lnTo>
                <a:lnTo>
                  <a:pt x="5" y="6"/>
                </a:lnTo>
                <a:close/>
              </a:path>
            </a:pathLst>
          </a:custGeom>
          <a:solidFill>
            <a:srgbClr val="FFEA38"/>
          </a:solidFill>
          <a:ln w="6651">
            <a:solidFill>
              <a:srgbClr val="FF9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10050000" y="1370152"/>
            <a:ext cx="299305" cy="2793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...</a:t>
            </a:r>
          </a:p>
        </p:txBody>
      </p:sp>
      <p:sp>
        <p:nvSpPr>
          <p:cNvPr id="585" name="Freeform 584"/>
          <p:cNvSpPr/>
          <p:nvPr/>
        </p:nvSpPr>
        <p:spPr>
          <a:xfrm>
            <a:off x="8380260" y="2913138"/>
            <a:ext cx="651798" cy="412362"/>
          </a:xfrm>
          <a:custGeom>
            <a:avLst/>
            <a:gdLst/>
            <a:ahLst/>
            <a:cxnLst/>
            <a:rect l="l" t="t" r="r" b="b"/>
            <a:pathLst>
              <a:path w="98" h="62">
                <a:moveTo>
                  <a:pt x="22" y="0"/>
                </a:moveTo>
                <a:lnTo>
                  <a:pt x="80" y="0"/>
                </a:lnTo>
                <a:lnTo>
                  <a:pt x="98" y="62"/>
                </a:lnTo>
                <a:lnTo>
                  <a:pt x="0" y="62"/>
                </a:lnTo>
                <a:close/>
              </a:path>
            </a:pathLst>
          </a:custGeom>
          <a:solidFill>
            <a:srgbClr val="4674C7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8533521" y="2979748"/>
            <a:ext cx="365817" cy="266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3" i="1" b="0">
                <a:solidFill>
                  <a:srgbClr val="111111"/>
                </a:solidFill>
                <a:latin typeface="DejaVu Serif"/>
              </a:rPr>
              <a:t>A</a:t>
            </a:r>
          </a:p>
        </p:txBody>
      </p:sp>
      <p:sp>
        <p:nvSpPr>
          <p:cNvPr id="587" name="Freeform 586"/>
          <p:cNvSpPr/>
          <p:nvPr/>
        </p:nvSpPr>
        <p:spPr>
          <a:xfrm>
            <a:off x="8812575" y="2959695"/>
            <a:ext cx="219483" cy="285993"/>
          </a:xfrm>
          <a:custGeom>
            <a:avLst/>
            <a:gdLst/>
            <a:ahLst/>
            <a:cxnLst/>
            <a:rect l="l" t="t" r="r" b="b"/>
            <a:pathLst>
              <a:path w="33" h="43">
                <a:moveTo>
                  <a:pt x="15" y="0"/>
                </a:moveTo>
                <a:lnTo>
                  <a:pt x="21" y="10"/>
                </a:lnTo>
                <a:lnTo>
                  <a:pt x="27" y="2"/>
                </a:lnTo>
                <a:lnTo>
                  <a:pt x="26" y="18"/>
                </a:lnTo>
                <a:lnTo>
                  <a:pt x="33" y="14"/>
                </a:lnTo>
                <a:lnTo>
                  <a:pt x="31" y="29"/>
                </a:lnTo>
                <a:lnTo>
                  <a:pt x="22" y="42"/>
                </a:lnTo>
                <a:lnTo>
                  <a:pt x="10" y="43"/>
                </a:lnTo>
                <a:lnTo>
                  <a:pt x="1" y="33"/>
                </a:lnTo>
                <a:lnTo>
                  <a:pt x="0" y="21"/>
                </a:lnTo>
                <a:lnTo>
                  <a:pt x="7" y="9"/>
                </a:lnTo>
                <a:lnTo>
                  <a:pt x="10" y="19"/>
                </a:lnTo>
                <a:close/>
              </a:path>
            </a:pathLst>
          </a:custGeom>
          <a:solidFill>
            <a:srgbClr val="FF3D28"/>
          </a:solidFill>
          <a:ln w="6651">
            <a:solidFill>
              <a:srgbClr val="E73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8859132" y="3066111"/>
            <a:ext cx="113067" cy="146322"/>
          </a:xfrm>
          <a:custGeom>
            <a:avLst/>
            <a:gdLst/>
            <a:ahLst/>
            <a:cxnLst/>
            <a:rect l="l" t="t" r="r" b="b"/>
            <a:pathLst>
              <a:path w="17" h="22">
                <a:moveTo>
                  <a:pt x="10" y="0"/>
                </a:moveTo>
                <a:lnTo>
                  <a:pt x="17" y="10"/>
                </a:lnTo>
                <a:lnTo>
                  <a:pt x="13" y="21"/>
                </a:lnTo>
                <a:lnTo>
                  <a:pt x="5" y="22"/>
                </a:lnTo>
                <a:lnTo>
                  <a:pt x="0" y="13"/>
                </a:lnTo>
                <a:lnTo>
                  <a:pt x="5" y="6"/>
                </a:lnTo>
                <a:close/>
              </a:path>
            </a:pathLst>
          </a:custGeom>
          <a:solidFill>
            <a:srgbClr val="FFEA38"/>
          </a:solidFill>
          <a:ln w="6651">
            <a:solidFill>
              <a:srgbClr val="FF9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10907640" y="2913138"/>
            <a:ext cx="671751" cy="412362"/>
          </a:xfrm>
          <a:custGeom>
            <a:avLst/>
            <a:gdLst/>
            <a:ahLst/>
            <a:cxnLst/>
            <a:rect l="l" t="t" r="r" b="b"/>
            <a:pathLst>
              <a:path w="101" h="62">
                <a:moveTo>
                  <a:pt x="21" y="0"/>
                </a:moveTo>
                <a:lnTo>
                  <a:pt x="80" y="0"/>
                </a:lnTo>
                <a:lnTo>
                  <a:pt x="101" y="62"/>
                </a:lnTo>
                <a:lnTo>
                  <a:pt x="0" y="62"/>
                </a:lnTo>
                <a:close/>
              </a:path>
            </a:pathLst>
          </a:custGeom>
          <a:solidFill>
            <a:srgbClr val="4674C7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11087591" y="2979748"/>
            <a:ext cx="419027" cy="2527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71" i="1" b="0">
                <a:solidFill>
                  <a:srgbClr val="111111"/>
                </a:solidFill>
                <a:latin typeface="DejaVu Serif"/>
              </a:rPr>
              <a:t>A*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8566777" y="2035274"/>
            <a:ext cx="791495" cy="445632"/>
          </a:xfrm>
          <a:prstGeom prst="roundRect">
            <a:avLst>
              <a:gd name="adj" fmla="val 11940"/>
            </a:avLst>
          </a:prstGeom>
          <a:noFill/>
          <a:ln w="1330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653243" y="2101787"/>
            <a:ext cx="152978" cy="152978"/>
          </a:xfrm>
          <a:prstGeom prst="rect">
            <a:avLst/>
          </a:prstGeom>
          <a:solidFill>
            <a:srgbClr val="F5E8DF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8806221" y="2101787"/>
            <a:ext cx="152978" cy="152978"/>
          </a:xfrm>
          <a:prstGeom prst="rect">
            <a:avLst/>
          </a:prstGeom>
          <a:solidFill>
            <a:srgbClr val="FFF4EC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8959199" y="2101787"/>
            <a:ext cx="152978" cy="152978"/>
          </a:xfrm>
          <a:prstGeom prst="rect">
            <a:avLst/>
          </a:prstGeom>
          <a:solidFill>
            <a:srgbClr val="F5E8DF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9112178" y="2101787"/>
            <a:ext cx="152978" cy="152978"/>
          </a:xfrm>
          <a:prstGeom prst="rect">
            <a:avLst/>
          </a:prstGeom>
          <a:solidFill>
            <a:srgbClr val="FFF4EC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8653243" y="2254765"/>
            <a:ext cx="152978" cy="152978"/>
          </a:xfrm>
          <a:prstGeom prst="rect">
            <a:avLst/>
          </a:prstGeom>
          <a:solidFill>
            <a:srgbClr val="FFF4EC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8806221" y="2254765"/>
            <a:ext cx="152978" cy="152978"/>
          </a:xfrm>
          <a:prstGeom prst="rect">
            <a:avLst/>
          </a:prstGeom>
          <a:solidFill>
            <a:srgbClr val="F5E8DF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8959199" y="2254765"/>
            <a:ext cx="152978" cy="152978"/>
          </a:xfrm>
          <a:prstGeom prst="rect">
            <a:avLst/>
          </a:prstGeom>
          <a:solidFill>
            <a:srgbClr val="FFF4EC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9112178" y="2254765"/>
            <a:ext cx="152978" cy="152978"/>
          </a:xfrm>
          <a:prstGeom prst="rect">
            <a:avLst/>
          </a:prstGeom>
          <a:solidFill>
            <a:srgbClr val="F5E8DF"/>
          </a:solidFill>
          <a:ln w="9976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H="1">
            <a:off x="8992456" y="2154996"/>
            <a:ext cx="26604" cy="79815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992456" y="2234811"/>
            <a:ext cx="19953" cy="93117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9012409" y="2327928"/>
            <a:ext cx="106420" cy="13303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Oval 602"/>
          <p:cNvSpPr/>
          <p:nvPr/>
        </p:nvSpPr>
        <p:spPr>
          <a:xfrm>
            <a:off x="8974963" y="2110899"/>
            <a:ext cx="88195" cy="88195"/>
          </a:xfrm>
          <a:prstGeom prst="ellipse">
            <a:avLst/>
          </a:prstGeom>
          <a:solidFill>
            <a:srgbClr val="3B352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8948358" y="2190713"/>
            <a:ext cx="88195" cy="88195"/>
          </a:xfrm>
          <a:prstGeom prst="ellipse">
            <a:avLst/>
          </a:prstGeom>
          <a:solidFill>
            <a:srgbClr val="3B352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8968312" y="2283831"/>
            <a:ext cx="88195" cy="88195"/>
          </a:xfrm>
          <a:prstGeom prst="ellipse">
            <a:avLst/>
          </a:prstGeom>
          <a:solidFill>
            <a:srgbClr val="3B352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9074731" y="2297133"/>
            <a:ext cx="88195" cy="88195"/>
          </a:xfrm>
          <a:prstGeom prst="ellipse">
            <a:avLst/>
          </a:prstGeom>
          <a:solidFill>
            <a:srgbClr val="3B352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7" name="Connector 606"/>
          <p:cNvCxnSpPr/>
          <p:nvPr/>
        </p:nvCxnSpPr>
        <p:spPr>
          <a:xfrm flipH="1">
            <a:off x="8992456" y="2154996"/>
            <a:ext cx="26604" cy="79815"/>
          </a:xfrm>
          <a:prstGeom prst="line">
            <a:avLst/>
          </a:prstGeom>
          <a:ln w="65714">
            <a:solidFill>
              <a:srgbClr val="C4B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8992456" y="2234811"/>
            <a:ext cx="19953" cy="93117"/>
          </a:xfrm>
          <a:prstGeom prst="line">
            <a:avLst/>
          </a:prstGeom>
          <a:ln w="65714">
            <a:solidFill>
              <a:srgbClr val="C4B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9012409" y="2327928"/>
            <a:ext cx="106420" cy="13303"/>
          </a:xfrm>
          <a:prstGeom prst="line">
            <a:avLst/>
          </a:prstGeom>
          <a:ln w="65714">
            <a:solidFill>
              <a:srgbClr val="C4B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0" name="Oval 609"/>
          <p:cNvSpPr/>
          <p:nvPr/>
        </p:nvSpPr>
        <p:spPr>
          <a:xfrm>
            <a:off x="8986203" y="2122139"/>
            <a:ext cx="65714" cy="65714"/>
          </a:xfrm>
          <a:prstGeom prst="ellipse">
            <a:avLst/>
          </a:prstGeom>
          <a:solidFill>
            <a:srgbClr val="C4B9A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8959598" y="2201954"/>
            <a:ext cx="65714" cy="65714"/>
          </a:xfrm>
          <a:prstGeom prst="ellipse">
            <a:avLst/>
          </a:prstGeom>
          <a:solidFill>
            <a:srgbClr val="C4B9A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8979552" y="2295071"/>
            <a:ext cx="65714" cy="65714"/>
          </a:xfrm>
          <a:prstGeom prst="ellipse">
            <a:avLst/>
          </a:prstGeom>
          <a:solidFill>
            <a:srgbClr val="C4B9A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9085972" y="2308374"/>
            <a:ext cx="65714" cy="65714"/>
          </a:xfrm>
          <a:prstGeom prst="ellipse">
            <a:avLst/>
          </a:prstGeom>
          <a:solidFill>
            <a:srgbClr val="C4B9A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8958534" y="2110034"/>
            <a:ext cx="121052" cy="89924"/>
          </a:xfrm>
          <a:prstGeom prst="ellipse">
            <a:avLst/>
          </a:prstGeom>
          <a:solidFill>
            <a:srgbClr val="C4B9A3">
              <a:alpha val="50000"/>
            </a:srgbClr>
          </a:solidFill>
          <a:ln w="7781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8996180" y="2137304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9027308" y="2137304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9850464" y="2088484"/>
            <a:ext cx="119722" cy="119722"/>
          </a:xfrm>
          <a:prstGeom prst="ellipse">
            <a:avLst/>
          </a:prstGeom>
          <a:solidFill>
            <a:srgbClr val="F8F7D7"/>
          </a:solidFill>
          <a:ln w="13302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9650927" y="2188252"/>
            <a:ext cx="558702" cy="2593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61" i="1" b="0">
                <a:solidFill>
                  <a:srgbClr val="111111"/>
                </a:solidFill>
                <a:latin typeface="DejaVu Sans"/>
              </a:rPr>
              <a:t>Switch</a:t>
            </a:r>
          </a:p>
        </p:txBody>
      </p:sp>
      <p:sp>
        <p:nvSpPr>
          <p:cNvPr id="619" name="Oval 618"/>
          <p:cNvSpPr/>
          <p:nvPr/>
        </p:nvSpPr>
        <p:spPr>
          <a:xfrm>
            <a:off x="9241876" y="2677118"/>
            <a:ext cx="59861" cy="59861"/>
          </a:xfrm>
          <a:prstGeom prst="ellipse">
            <a:avLst/>
          </a:prstGeom>
          <a:solidFill>
            <a:srgbClr val="D92F3F"/>
          </a:solidFill>
          <a:ln w="6651">
            <a:solidFill>
              <a:srgbClr val="7B3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9241876" y="2683104"/>
            <a:ext cx="59861" cy="47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5" i="0" b="1">
                <a:solidFill>
                  <a:srgbClr val="FFFFFF"/>
                </a:solidFill>
                <a:latin typeface="DejaVu Sans"/>
              </a:rPr>
              <a:t>No</a:t>
            </a:r>
          </a:p>
        </p:txBody>
      </p:sp>
      <p:cxnSp>
        <p:nvCxnSpPr>
          <p:cNvPr id="621" name="Connector 620"/>
          <p:cNvCxnSpPr/>
          <p:nvPr/>
        </p:nvCxnSpPr>
        <p:spPr>
          <a:xfrm>
            <a:off x="9271807" y="2736979"/>
            <a:ext cx="0" cy="71833"/>
          </a:xfrm>
          <a:prstGeom prst="line">
            <a:avLst/>
          </a:prstGeom>
          <a:ln w="8979">
            <a:solidFill>
              <a:srgbClr val="9B5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2" name="Oval 621"/>
          <p:cNvSpPr/>
          <p:nvPr/>
        </p:nvSpPr>
        <p:spPr>
          <a:xfrm>
            <a:off x="9361599" y="2690420"/>
            <a:ext cx="59861" cy="59861"/>
          </a:xfrm>
          <a:prstGeom prst="ellipse">
            <a:avLst/>
          </a:prstGeom>
          <a:solidFill>
            <a:srgbClr val="7ABF42"/>
          </a:solidFill>
          <a:ln w="6651">
            <a:solidFill>
              <a:srgbClr val="5B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9361599" y="2696406"/>
            <a:ext cx="59861" cy="47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5" i="0" b="1">
                <a:solidFill>
                  <a:srgbClr val="FFFFFF"/>
                </a:solidFill>
                <a:latin typeface="DejaVu Sans"/>
              </a:rPr>
              <a:t>✓</a:t>
            </a:r>
          </a:p>
        </p:txBody>
      </p:sp>
      <p:cxnSp>
        <p:nvCxnSpPr>
          <p:cNvPr id="624" name="Connector 623"/>
          <p:cNvCxnSpPr/>
          <p:nvPr/>
        </p:nvCxnSpPr>
        <p:spPr>
          <a:xfrm>
            <a:off x="9391529" y="2750281"/>
            <a:ext cx="0" cy="71833"/>
          </a:xfrm>
          <a:prstGeom prst="line">
            <a:avLst/>
          </a:prstGeom>
          <a:ln w="8979">
            <a:solidFill>
              <a:srgbClr val="9B5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8999107" y="2693746"/>
            <a:ext cx="518795" cy="232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6" i="1" b="0">
                <a:solidFill>
                  <a:srgbClr val="111111"/>
                </a:solidFill>
                <a:latin typeface="DejaVu Sans"/>
              </a:rPr>
              <a:t>Query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9770649" y="2480906"/>
            <a:ext cx="119722" cy="119722"/>
          </a:xfrm>
          <a:prstGeom prst="rect">
            <a:avLst/>
          </a:prstGeom>
          <a:solidFill>
            <a:srgbClr val="4472C4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9890371" y="2480906"/>
            <a:ext cx="119722" cy="119722"/>
          </a:xfrm>
          <a:prstGeom prst="rect">
            <a:avLst/>
          </a:prstGeom>
          <a:solidFill>
            <a:srgbClr val="84A5DB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10010093" y="2480906"/>
            <a:ext cx="119722" cy="119722"/>
          </a:xfrm>
          <a:prstGeom prst="rect">
            <a:avLst/>
          </a:prstGeom>
          <a:solidFill>
            <a:srgbClr val="A8C5EA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10129815" y="2480906"/>
            <a:ext cx="119722" cy="119722"/>
          </a:xfrm>
          <a:prstGeom prst="rect">
            <a:avLst/>
          </a:prstGeom>
          <a:solidFill>
            <a:srgbClr val="7194CF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10249537" y="2480906"/>
            <a:ext cx="119722" cy="119722"/>
          </a:xfrm>
          <a:prstGeom prst="rect">
            <a:avLst/>
          </a:prstGeom>
          <a:solidFill>
            <a:srgbClr val="D7E4F4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9770649" y="2600628"/>
            <a:ext cx="119722" cy="119722"/>
          </a:xfrm>
          <a:prstGeom prst="rect">
            <a:avLst/>
          </a:prstGeom>
          <a:solidFill>
            <a:srgbClr val="6F92CC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9890371" y="2600628"/>
            <a:ext cx="119722" cy="119722"/>
          </a:xfrm>
          <a:prstGeom prst="rect">
            <a:avLst/>
          </a:prstGeom>
          <a:solidFill>
            <a:srgbClr val="4169B1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10010093" y="2600628"/>
            <a:ext cx="119722" cy="119722"/>
          </a:xfrm>
          <a:prstGeom prst="rect">
            <a:avLst/>
          </a:prstGeom>
          <a:solidFill>
            <a:srgbClr val="D8E2F0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10129815" y="2600628"/>
            <a:ext cx="119722" cy="119722"/>
          </a:xfrm>
          <a:prstGeom prst="rect">
            <a:avLst/>
          </a:prstGeom>
          <a:solidFill>
            <a:srgbClr val="6388C6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10249537" y="2600628"/>
            <a:ext cx="119722" cy="119722"/>
          </a:xfrm>
          <a:prstGeom prst="rect">
            <a:avLst/>
          </a:prstGeom>
          <a:solidFill>
            <a:srgbClr val="98B6DF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9770649" y="2720350"/>
            <a:ext cx="119722" cy="119722"/>
          </a:xfrm>
          <a:prstGeom prst="rect">
            <a:avLst/>
          </a:prstGeom>
          <a:solidFill>
            <a:srgbClr val="9DB9E1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9890371" y="2720350"/>
            <a:ext cx="119722" cy="119722"/>
          </a:xfrm>
          <a:prstGeom prst="rect">
            <a:avLst/>
          </a:prstGeom>
          <a:solidFill>
            <a:srgbClr val="D6E3F1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10010093" y="2720350"/>
            <a:ext cx="119722" cy="119722"/>
          </a:xfrm>
          <a:prstGeom prst="rect">
            <a:avLst/>
          </a:prstGeom>
          <a:solidFill>
            <a:srgbClr val="486FB7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10129815" y="2720350"/>
            <a:ext cx="119722" cy="119722"/>
          </a:xfrm>
          <a:prstGeom prst="rect">
            <a:avLst/>
          </a:prstGeom>
          <a:solidFill>
            <a:srgbClr val="7194CF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10249537" y="2720350"/>
            <a:ext cx="119722" cy="119722"/>
          </a:xfrm>
          <a:prstGeom prst="rect">
            <a:avLst/>
          </a:prstGeom>
          <a:solidFill>
            <a:srgbClr val="B8CDE7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9770649" y="2840073"/>
            <a:ext cx="119722" cy="119722"/>
          </a:xfrm>
          <a:prstGeom prst="rect">
            <a:avLst/>
          </a:prstGeom>
          <a:solidFill>
            <a:srgbClr val="4D72B8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9890371" y="2840073"/>
            <a:ext cx="119722" cy="119722"/>
          </a:xfrm>
          <a:prstGeom prst="rect">
            <a:avLst/>
          </a:prstGeom>
          <a:solidFill>
            <a:srgbClr val="7598D0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10010093" y="2840073"/>
            <a:ext cx="119722" cy="119722"/>
          </a:xfrm>
          <a:prstGeom prst="rect">
            <a:avLst/>
          </a:prstGeom>
          <a:solidFill>
            <a:srgbClr val="D7E2ED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10129815" y="2840073"/>
            <a:ext cx="119722" cy="119722"/>
          </a:xfrm>
          <a:prstGeom prst="rect">
            <a:avLst/>
          </a:prstGeom>
          <a:solidFill>
            <a:srgbClr val="5076BD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10249537" y="2840073"/>
            <a:ext cx="119722" cy="119722"/>
          </a:xfrm>
          <a:prstGeom prst="rect">
            <a:avLst/>
          </a:prstGeom>
          <a:solidFill>
            <a:srgbClr val="8DA9D4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9770649" y="2959795"/>
            <a:ext cx="119722" cy="119722"/>
          </a:xfrm>
          <a:prstGeom prst="rect">
            <a:avLst/>
          </a:prstGeom>
          <a:solidFill>
            <a:srgbClr val="7294CC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890371" y="2959795"/>
            <a:ext cx="119722" cy="119722"/>
          </a:xfrm>
          <a:prstGeom prst="rect">
            <a:avLst/>
          </a:prstGeom>
          <a:solidFill>
            <a:srgbClr val="3F67AD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10010093" y="2959795"/>
            <a:ext cx="119722" cy="119722"/>
          </a:xfrm>
          <a:prstGeom prst="rect">
            <a:avLst/>
          </a:prstGeom>
          <a:solidFill>
            <a:srgbClr val="A8BEE0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10129815" y="2959795"/>
            <a:ext cx="119722" cy="119722"/>
          </a:xfrm>
          <a:prstGeom prst="rect">
            <a:avLst/>
          </a:prstGeom>
          <a:solidFill>
            <a:srgbClr val="7A9BCF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10249537" y="2959795"/>
            <a:ext cx="119722" cy="119722"/>
          </a:xfrm>
          <a:prstGeom prst="rect">
            <a:avLst/>
          </a:prstGeom>
          <a:solidFill>
            <a:srgbClr val="4972B8"/>
          </a:solidFill>
          <a:ln w="11307">
            <a:solidFill>
              <a:srgbClr val="19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9411483" y="3006353"/>
            <a:ext cx="1343547" cy="5121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14" i="1" b="0">
                <a:solidFill>
                  <a:srgbClr val="111111"/>
                </a:solidFill>
                <a:latin typeface="DejaVu Sans"/>
              </a:rPr>
              <a:t>Cross-correlation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14" i="1" b="0">
                <a:solidFill>
                  <a:srgbClr val="111111"/>
                </a:solidFill>
                <a:latin typeface="DejaVu Sans"/>
              </a:rPr>
              <a:t>Matrix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10375910" y="2560721"/>
            <a:ext cx="532097" cy="266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56" i="1" b="0">
                <a:solidFill>
                  <a:srgbClr val="111111"/>
                </a:solidFill>
                <a:latin typeface="DejaVu Sans"/>
              </a:rPr>
              <a:t>Key</a:t>
            </a:r>
          </a:p>
        </p:txBody>
      </p:sp>
      <p:sp>
        <p:nvSpPr>
          <p:cNvPr id="653" name="Rectangle 652"/>
          <p:cNvSpPr/>
          <p:nvPr/>
        </p:nvSpPr>
        <p:spPr>
          <a:xfrm>
            <a:off x="11566480" y="1948808"/>
            <a:ext cx="284339" cy="366482"/>
          </a:xfrm>
          <a:prstGeom prst="rect">
            <a:avLst/>
          </a:prstGeom>
          <a:solidFill>
            <a:srgbClr val="EEF5F2"/>
          </a:solidFill>
          <a:ln w="1995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11617029" y="2005676"/>
            <a:ext cx="183241" cy="240109"/>
          </a:xfrm>
          <a:prstGeom prst="rect">
            <a:avLst/>
          </a:prstGeom>
          <a:solidFill>
            <a:srgbClr val="EEF5F2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>
            <a:off x="11661260" y="1980402"/>
            <a:ext cx="0" cy="4423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11661260" y="2024632"/>
            <a:ext cx="94779" cy="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11756039" y="1980402"/>
            <a:ext cx="0" cy="44230"/>
          </a:xfrm>
          <a:prstGeom prst="line">
            <a:avLst/>
          </a:prstGeom>
          <a:ln w="13302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11654941" y="2100456"/>
            <a:ext cx="107417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11654941" y="2163643"/>
            <a:ext cx="107417" cy="0"/>
          </a:xfrm>
          <a:prstGeom prst="line">
            <a:avLst/>
          </a:prstGeom>
          <a:ln w="19953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11393548" y="2288021"/>
            <a:ext cx="738285" cy="27935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Interface</a:t>
            </a:r>
          </a:p>
        </p:txBody>
      </p:sp>
      <p:sp>
        <p:nvSpPr>
          <p:cNvPr id="661" name="Rounded Rectangle 660"/>
          <p:cNvSpPr/>
          <p:nvPr/>
        </p:nvSpPr>
        <p:spPr>
          <a:xfrm>
            <a:off x="11054335" y="3465288"/>
            <a:ext cx="791495" cy="438980"/>
          </a:xfrm>
          <a:prstGeom prst="roundRect">
            <a:avLst>
              <a:gd name="adj" fmla="val 12121"/>
            </a:avLst>
          </a:prstGeom>
          <a:noFill/>
          <a:ln w="1330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11134150" y="3531800"/>
            <a:ext cx="152978" cy="152978"/>
          </a:xfrm>
          <a:prstGeom prst="rect">
            <a:avLst/>
          </a:prstGeom>
          <a:solidFill>
            <a:srgbClr val="F5E8DF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11287128" y="3531800"/>
            <a:ext cx="152978" cy="152978"/>
          </a:xfrm>
          <a:prstGeom prst="rect">
            <a:avLst/>
          </a:prstGeom>
          <a:solidFill>
            <a:srgbClr val="FFF4EC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11440106" y="3531800"/>
            <a:ext cx="152978" cy="152978"/>
          </a:xfrm>
          <a:prstGeom prst="rect">
            <a:avLst/>
          </a:prstGeom>
          <a:solidFill>
            <a:srgbClr val="F5E8DF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11593084" y="3531800"/>
            <a:ext cx="152978" cy="152978"/>
          </a:xfrm>
          <a:prstGeom prst="rect">
            <a:avLst/>
          </a:prstGeom>
          <a:solidFill>
            <a:srgbClr val="FFF4EC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11134150" y="3684778"/>
            <a:ext cx="152978" cy="152978"/>
          </a:xfrm>
          <a:prstGeom prst="rect">
            <a:avLst/>
          </a:prstGeom>
          <a:solidFill>
            <a:srgbClr val="FFF4EC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11287128" y="3684778"/>
            <a:ext cx="152978" cy="152978"/>
          </a:xfrm>
          <a:prstGeom prst="rect">
            <a:avLst/>
          </a:prstGeom>
          <a:solidFill>
            <a:srgbClr val="F5E8DF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440106" y="3684778"/>
            <a:ext cx="152978" cy="152978"/>
          </a:xfrm>
          <a:prstGeom prst="rect">
            <a:avLst/>
          </a:prstGeom>
          <a:solidFill>
            <a:srgbClr val="FFF4EC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11593084" y="3684778"/>
            <a:ext cx="152978" cy="152978"/>
          </a:xfrm>
          <a:prstGeom prst="rect">
            <a:avLst/>
          </a:prstGeom>
          <a:solidFill>
            <a:srgbClr val="F5E8DF"/>
          </a:solidFill>
          <a:ln w="9311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0" name="Connector 669"/>
          <p:cNvCxnSpPr/>
          <p:nvPr/>
        </p:nvCxnSpPr>
        <p:spPr>
          <a:xfrm flipH="1">
            <a:off x="11400199" y="3578358"/>
            <a:ext cx="33256" cy="79815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1400199" y="3658173"/>
            <a:ext cx="26605" cy="99769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1426804" y="3757942"/>
            <a:ext cx="106419" cy="0"/>
          </a:xfrm>
          <a:prstGeom prst="line">
            <a:avLst/>
          </a:prstGeom>
          <a:ln w="8819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3" name="Oval 672"/>
          <p:cNvSpPr/>
          <p:nvPr/>
        </p:nvSpPr>
        <p:spPr>
          <a:xfrm>
            <a:off x="11389357" y="3534261"/>
            <a:ext cx="88195" cy="88195"/>
          </a:xfrm>
          <a:prstGeom prst="ellipse">
            <a:avLst/>
          </a:prstGeom>
          <a:solidFill>
            <a:srgbClr val="3B352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11356101" y="3614076"/>
            <a:ext cx="88195" cy="88195"/>
          </a:xfrm>
          <a:prstGeom prst="ellipse">
            <a:avLst/>
          </a:prstGeom>
          <a:solidFill>
            <a:srgbClr val="3B352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11382706" y="3713844"/>
            <a:ext cx="88195" cy="88195"/>
          </a:xfrm>
          <a:prstGeom prst="ellipse">
            <a:avLst/>
          </a:prstGeom>
          <a:solidFill>
            <a:srgbClr val="3B352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11489126" y="3713844"/>
            <a:ext cx="88195" cy="88195"/>
          </a:xfrm>
          <a:prstGeom prst="ellipse">
            <a:avLst/>
          </a:prstGeom>
          <a:solidFill>
            <a:srgbClr val="3B352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7" name="Connector 676"/>
          <p:cNvCxnSpPr/>
          <p:nvPr/>
        </p:nvCxnSpPr>
        <p:spPr>
          <a:xfrm flipH="1">
            <a:off x="11400199" y="3578358"/>
            <a:ext cx="33256" cy="79815"/>
          </a:xfrm>
          <a:prstGeom prst="line">
            <a:avLst/>
          </a:prstGeom>
          <a:ln w="65714">
            <a:solidFill>
              <a:srgbClr val="93A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11400199" y="3658173"/>
            <a:ext cx="26605" cy="99769"/>
          </a:xfrm>
          <a:prstGeom prst="line">
            <a:avLst/>
          </a:prstGeom>
          <a:ln w="65714">
            <a:solidFill>
              <a:srgbClr val="93A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11426804" y="3757942"/>
            <a:ext cx="106419" cy="0"/>
          </a:xfrm>
          <a:prstGeom prst="line">
            <a:avLst/>
          </a:prstGeom>
          <a:ln w="65714">
            <a:solidFill>
              <a:srgbClr val="93A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0" name="Oval 679"/>
          <p:cNvSpPr/>
          <p:nvPr/>
        </p:nvSpPr>
        <p:spPr>
          <a:xfrm>
            <a:off x="11400598" y="3545501"/>
            <a:ext cx="65714" cy="65714"/>
          </a:xfrm>
          <a:prstGeom prst="ellipse">
            <a:avLst/>
          </a:prstGeom>
          <a:solidFill>
            <a:srgbClr val="93AE9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11367342" y="3625316"/>
            <a:ext cx="65714" cy="65714"/>
          </a:xfrm>
          <a:prstGeom prst="ellipse">
            <a:avLst/>
          </a:prstGeom>
          <a:solidFill>
            <a:srgbClr val="93AE9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11393947" y="3725085"/>
            <a:ext cx="65714" cy="65714"/>
          </a:xfrm>
          <a:prstGeom prst="ellipse">
            <a:avLst/>
          </a:prstGeom>
          <a:solidFill>
            <a:srgbClr val="93AE9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11500366" y="3725085"/>
            <a:ext cx="65714" cy="65714"/>
          </a:xfrm>
          <a:prstGeom prst="ellipse">
            <a:avLst/>
          </a:prstGeom>
          <a:solidFill>
            <a:srgbClr val="93AE9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11372929" y="3533396"/>
            <a:ext cx="121052" cy="89924"/>
          </a:xfrm>
          <a:prstGeom prst="ellipse">
            <a:avLst/>
          </a:prstGeom>
          <a:solidFill>
            <a:srgbClr val="93AE96">
              <a:alpha val="65000"/>
            </a:srgbClr>
          </a:solidFill>
          <a:ln w="7781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11410575" y="3560666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11441703" y="3560666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10954567" y="3884315"/>
            <a:ext cx="931171" cy="4522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Cached key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09" i="1" b="0">
                <a:solidFill>
                  <a:srgbClr val="111111"/>
                </a:solidFill>
                <a:latin typeface="DejaVu Sans"/>
              </a:rPr>
              <a:t>dictionary</a:t>
            </a:r>
          </a:p>
        </p:txBody>
      </p:sp>
      <p:cxnSp>
        <p:nvCxnSpPr>
          <p:cNvPr id="688" name="Connector 687"/>
          <p:cNvCxnSpPr/>
          <p:nvPr/>
        </p:nvCxnSpPr>
        <p:spPr>
          <a:xfrm flipV="1">
            <a:off x="11180709" y="3325612"/>
            <a:ext cx="0" cy="206188"/>
          </a:xfrm>
          <a:prstGeom prst="line">
            <a:avLst/>
          </a:prstGeom>
          <a:ln w="19953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Rounded Rectangle 688"/>
          <p:cNvSpPr/>
          <p:nvPr/>
        </p:nvSpPr>
        <p:spPr>
          <a:xfrm>
            <a:off x="7678173" y="3698081"/>
            <a:ext cx="1074172" cy="424015"/>
          </a:xfrm>
          <a:prstGeom prst="roundRect">
            <a:avLst>
              <a:gd name="adj" fmla="val 15686"/>
            </a:avLst>
          </a:prstGeom>
          <a:noFill/>
          <a:ln w="13302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7678173" y="3754616"/>
            <a:ext cx="265716" cy="152645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7943890" y="3754616"/>
            <a:ext cx="265716" cy="152645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8209606" y="3754616"/>
            <a:ext cx="265716" cy="152645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8475323" y="3754616"/>
            <a:ext cx="265716" cy="152645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7678173" y="3907262"/>
            <a:ext cx="265716" cy="152645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7943890" y="3907262"/>
            <a:ext cx="265716" cy="152645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8209606" y="3907262"/>
            <a:ext cx="265716" cy="152645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8475323" y="3907262"/>
            <a:ext cx="265716" cy="152645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7542489" y="3912915"/>
            <a:ext cx="271369" cy="158299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7813858" y="3912915"/>
            <a:ext cx="271369" cy="158299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8085228" y="3912915"/>
            <a:ext cx="271369" cy="158299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8356598" y="3912915"/>
            <a:ext cx="271369" cy="158299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7542489" y="4071214"/>
            <a:ext cx="271369" cy="158299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7813858" y="4071214"/>
            <a:ext cx="271369" cy="158299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8085228" y="4071214"/>
            <a:ext cx="271369" cy="158299"/>
          </a:xfrm>
          <a:prstGeom prst="rect">
            <a:avLst/>
          </a:prstGeom>
          <a:solidFill>
            <a:srgbClr val="FFF4EC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8356598" y="4071214"/>
            <a:ext cx="271369" cy="158299"/>
          </a:xfrm>
          <a:prstGeom prst="rect">
            <a:avLst/>
          </a:prstGeom>
          <a:solidFill>
            <a:srgbClr val="F5E8DF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8626347" y="3784419"/>
            <a:ext cx="139671" cy="445617"/>
          </a:xfrm>
          <a:custGeom>
            <a:avLst/>
            <a:gdLst/>
            <a:ahLst/>
            <a:cxnLst/>
            <a:rect l="l" t="t" r="r" b="b"/>
            <a:pathLst>
              <a:path w="21" h="67">
                <a:moveTo>
                  <a:pt x="0" y="19"/>
                </a:moveTo>
                <a:lnTo>
                  <a:pt x="21" y="0"/>
                </a:lnTo>
                <a:lnTo>
                  <a:pt x="21" y="47"/>
                </a:lnTo>
                <a:lnTo>
                  <a:pt x="0" y="67"/>
                </a:lnTo>
                <a:close/>
              </a:path>
            </a:pathLst>
          </a:custGeom>
          <a:solidFill>
            <a:srgbClr val="E5E7E5"/>
          </a:solidFill>
          <a:ln w="13302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7" name="Connector 706"/>
          <p:cNvCxnSpPr/>
          <p:nvPr/>
        </p:nvCxnSpPr>
        <p:spPr>
          <a:xfrm flipH="1">
            <a:off x="7836473" y="3878994"/>
            <a:ext cx="16960" cy="96110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7836473" y="3975104"/>
            <a:ext cx="5653" cy="96110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7842126" y="4071214"/>
            <a:ext cx="62189" cy="67843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7904315" y="4139057"/>
            <a:ext cx="124378" cy="11307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8028693" y="4105135"/>
            <a:ext cx="130031" cy="45229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8158724" y="4105135"/>
            <a:ext cx="130032" cy="33922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8288756" y="4127750"/>
            <a:ext cx="141338" cy="11307"/>
          </a:xfrm>
          <a:prstGeom prst="line">
            <a:avLst/>
          </a:prstGeom>
          <a:ln w="109565">
            <a:solidFill>
              <a:srgbClr val="3B3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Oval 713"/>
          <p:cNvSpPr/>
          <p:nvPr/>
        </p:nvSpPr>
        <p:spPr>
          <a:xfrm>
            <a:off x="7798650" y="3824211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7781690" y="3920321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7787343" y="4016431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7849532" y="4084274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7973910" y="4095581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8103942" y="4050353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8233973" y="4084274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8375312" y="4072967"/>
            <a:ext cx="109565" cy="109565"/>
          </a:xfrm>
          <a:prstGeom prst="ellipse">
            <a:avLst/>
          </a:prstGeom>
          <a:solidFill>
            <a:srgbClr val="3B3525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2" name="Connector 721"/>
          <p:cNvCxnSpPr/>
          <p:nvPr/>
        </p:nvCxnSpPr>
        <p:spPr>
          <a:xfrm flipH="1">
            <a:off x="7836473" y="3878994"/>
            <a:ext cx="16960" cy="96110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7836473" y="3975104"/>
            <a:ext cx="5653" cy="96110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7842126" y="4071214"/>
            <a:ext cx="62189" cy="67843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7904315" y="4139057"/>
            <a:ext cx="124378" cy="11307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8028693" y="4105135"/>
            <a:ext cx="130031" cy="45229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8158724" y="4105135"/>
            <a:ext cx="130032" cy="33922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8288756" y="4127750"/>
            <a:ext cx="141338" cy="11307"/>
          </a:xfrm>
          <a:prstGeom prst="line">
            <a:avLst/>
          </a:prstGeom>
          <a:ln w="81637">
            <a:solidFill>
              <a:srgbClr val="ADC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7812615" y="3838175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7795654" y="3934285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7801308" y="4030396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7863497" y="4098238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7987874" y="4109545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8117906" y="4064317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8247937" y="4098238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8389276" y="4086931"/>
            <a:ext cx="81637" cy="81637"/>
          </a:xfrm>
          <a:prstGeom prst="ellipse">
            <a:avLst/>
          </a:prstGeom>
          <a:solidFill>
            <a:srgbClr val="ADC77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7778241" y="3823137"/>
            <a:ext cx="150384" cy="111713"/>
          </a:xfrm>
          <a:prstGeom prst="ellipse">
            <a:avLst/>
          </a:prstGeom>
          <a:solidFill>
            <a:srgbClr val="ADC77F">
              <a:alpha val="66000"/>
            </a:srgbClr>
          </a:solidFill>
          <a:ln w="9667">
            <a:solidFill>
              <a:srgbClr val="3B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7826782" y="3858787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7865452" y="3858787"/>
            <a:ext cx="14632" cy="14632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901655" y="4542786"/>
            <a:ext cx="3412078" cy="478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(c) Semantic Invariance Constraint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66" i="1" b="0">
                <a:solidFill>
                  <a:srgbClr val="111111"/>
                </a:solidFill>
                <a:latin typeface="DejaVu Sans"/>
              </a:rPr>
              <a:t>&amp; Layperson-tailored Adaptation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Magical Medical Lay Language Generation via Semantic Invariance and Layperson-tailored Adapt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5054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