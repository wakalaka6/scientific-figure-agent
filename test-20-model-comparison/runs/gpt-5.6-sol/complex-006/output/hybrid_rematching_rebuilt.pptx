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-2.jpg" ContentType="image/jpg"/>
  <Override PartName="/ppt/media/image-1-4.jpg" ContentType="image/jpg"/>
  <Override PartName="/ppt/media/image-1-5.jpg" ContentType="image/jpg"/>
  <Override PartName="/ppt/media/image-1-7.jpg" ContentType="image/jpg"/>
  <Override PartName="/ppt/media/image-1-8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notesMasterIdLst>
    <p:notesMasterId r:id="rId3"/>
  </p:notesMasterIdLst>
  <p:sldSz cx="13898880" cy="6873240"/>
  <p:notesSz cx="6873240" cy="138988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2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5.jpg"/><Relationship Id="rId7" Type="http://schemas.openxmlformats.org/officeDocument/2006/relationships/image" Target="../media/image-1-7.jpg"/><Relationship Id="rId8" Type="http://schemas.openxmlformats.org/officeDocument/2006/relationships/image" Target="../media/image-1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16200000">
            <a:off x="-712470" y="1398270"/>
            <a:ext cx="1943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sample</a:t>
            </a:r>
            <a:endParaRPr lang="en-US" sz="2700" dirty="0"/>
          </a:p>
        </p:txBody>
      </p:sp>
      <p:pic>
        <p:nvPicPr>
          <p:cNvPr id="3" name="Image 0" descr="/home/wangfeifei/projects/skillopt/SkillOpt/ppt-rebuild/complex20-skill-ab-20260907/runs/gpt-5.6-sol/complex-006/.tmp/testing-ca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540" y="678180"/>
            <a:ext cx="1744980" cy="18364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316480" y="1470660"/>
            <a:ext cx="548640" cy="525780"/>
          </a:xfrm>
          <a:prstGeom prst="rightArrow">
            <a:avLst/>
          </a:prstGeom>
          <a:solidFill>
            <a:srgbClr val="FFFFFF"/>
          </a:solidFill>
          <a:ln w="38100">
            <a:solidFill>
              <a:srgbClr val="345B9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111252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2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Task-t training data</a:t>
            </a:r>
            <a:endParaRPr lang="en-US" sz="2625" dirty="0"/>
          </a:p>
        </p:txBody>
      </p:sp>
      <p:sp>
        <p:nvSpPr>
          <p:cNvPr id="6" name="Shape 3"/>
          <p:cNvSpPr/>
          <p:nvPr/>
        </p:nvSpPr>
        <p:spPr>
          <a:xfrm>
            <a:off x="579120" y="3268980"/>
            <a:ext cx="1653540" cy="195834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pic>
        <p:nvPicPr>
          <p:cNvPr id="7" name="Image 1" descr="/home/wangfeifei/projects/skillopt/SkillOpt/ppt-rebuild/complex20-skill-ab-20260907/runs/gpt-5.6-sol/complex-006/.tmp/training-cat-bac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3337560"/>
            <a:ext cx="1196340" cy="13944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7700" y="3337560"/>
            <a:ext cx="1196340" cy="13944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47B2A"/>
            </a:solidFill>
            <a:prstDash val="solid"/>
          </a:ln>
        </p:spPr>
      </p:sp>
      <p:pic>
        <p:nvPicPr>
          <p:cNvPr id="9" name="Image 2" descr="/home/wangfeifei/projects/skillopt/SkillOpt/ppt-rebuild/complex20-skill-ab-20260907/runs/gpt-5.6-sol/complex-006/.tmp/training-cat-back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" y="3474720"/>
            <a:ext cx="1196340" cy="13944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69620" y="3474720"/>
            <a:ext cx="1196340" cy="13944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47B2A"/>
            </a:solidFill>
            <a:prstDash val="solid"/>
          </a:ln>
        </p:spPr>
      </p:sp>
      <p:pic>
        <p:nvPicPr>
          <p:cNvPr id="11" name="Image 3" descr="/home/wangfeifei/projects/skillopt/SkillOpt/ppt-rebuild/complex20-skill-ab-20260907/runs/gpt-5.6-sol/complex-006/.tmp/training-kitten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11880"/>
            <a:ext cx="1219200" cy="147066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14400" y="3611880"/>
            <a:ext cx="1219200" cy="14706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47B2A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1196340" y="5029200"/>
            <a:ext cx="4191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⋮</a:t>
            </a:r>
            <a:endParaRPr lang="en-US" sz="2700" dirty="0"/>
          </a:p>
        </p:txBody>
      </p:sp>
      <p:pic>
        <p:nvPicPr>
          <p:cNvPr id="14" name="Image 4" descr="/home/wangfeifei/projects/skillopt/SkillOpt/ppt-rebuild/complex20-skill-ab-20260907/runs/gpt-5.6-sol/complex-006/.tmp/training-dog-back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227320"/>
            <a:ext cx="1272540" cy="132588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640080" y="5227320"/>
            <a:ext cx="127254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6E92D0"/>
            </a:solidFill>
            <a:prstDash val="solid"/>
          </a:ln>
        </p:spPr>
      </p:sp>
      <p:pic>
        <p:nvPicPr>
          <p:cNvPr id="16" name="Image 5" descr="/home/wangfeifei/projects/skillopt/SkillOpt/ppt-rebuild/complex20-skill-ab-20260907/runs/gpt-5.6-sol/complex-006/.tmp/training-dog-back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349240"/>
            <a:ext cx="1272540" cy="132588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762000" y="5349240"/>
            <a:ext cx="127254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4169B1"/>
            </a:solidFill>
            <a:prstDash val="solid"/>
          </a:ln>
        </p:spPr>
      </p:sp>
      <p:pic>
        <p:nvPicPr>
          <p:cNvPr id="18" name="Image 6" descr="/home/wangfeifei/projects/skillopt/SkillOpt/ppt-rebuild/complex20-skill-ab-20260907/runs/gpt-5.6-sol/complex-006/.tmp/training-dog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5455920"/>
            <a:ext cx="1280160" cy="129540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876300" y="5455920"/>
            <a:ext cx="1280160" cy="129540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3F6AB4"/>
            </a:solidFill>
            <a:prstDash val="solid"/>
          </a:ln>
        </p:spPr>
      </p:sp>
      <p:sp>
        <p:nvSpPr>
          <p:cNvPr id="20" name="Shape 11"/>
          <p:cNvSpPr/>
          <p:nvPr/>
        </p:nvSpPr>
        <p:spPr>
          <a:xfrm>
            <a:off x="2316480" y="4930140"/>
            <a:ext cx="548640" cy="525780"/>
          </a:xfrm>
          <a:prstGeom prst="rightArrow">
            <a:avLst/>
          </a:prstGeom>
          <a:solidFill>
            <a:srgbClr val="FFFFFF"/>
          </a:solidFill>
          <a:ln w="38100">
            <a:solidFill>
              <a:srgbClr val="345B9D"/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2880360" y="114300"/>
            <a:ext cx="8183880" cy="33147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dash"/>
          </a:ln>
        </p:spPr>
      </p:sp>
      <p:sp>
        <p:nvSpPr>
          <p:cNvPr id="22" name="Shape 13"/>
          <p:cNvSpPr/>
          <p:nvPr/>
        </p:nvSpPr>
        <p:spPr>
          <a:xfrm>
            <a:off x="295656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3" name="Shape 14"/>
          <p:cNvSpPr/>
          <p:nvPr/>
        </p:nvSpPr>
        <p:spPr>
          <a:xfrm>
            <a:off x="323088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350520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377952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405384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7" name="Shape 18"/>
          <p:cNvSpPr/>
          <p:nvPr/>
        </p:nvSpPr>
        <p:spPr>
          <a:xfrm>
            <a:off x="432816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460248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487680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515112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542544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569976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597408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624840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652272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679704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707136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734568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762000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789432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816864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844296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871728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899160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926592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954024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981456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1008888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1036320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1063752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10911840" y="198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295656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323088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350520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377952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405384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432816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460248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487680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515112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1" name="Shape 52"/>
          <p:cNvSpPr/>
          <p:nvPr/>
        </p:nvSpPr>
        <p:spPr>
          <a:xfrm>
            <a:off x="542544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2" name="Shape 53"/>
          <p:cNvSpPr/>
          <p:nvPr/>
        </p:nvSpPr>
        <p:spPr>
          <a:xfrm>
            <a:off x="569976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3" name="Shape 54"/>
          <p:cNvSpPr/>
          <p:nvPr/>
        </p:nvSpPr>
        <p:spPr>
          <a:xfrm>
            <a:off x="597408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4" name="Shape 55"/>
          <p:cNvSpPr/>
          <p:nvPr/>
        </p:nvSpPr>
        <p:spPr>
          <a:xfrm>
            <a:off x="624840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5" name="Shape 56"/>
          <p:cNvSpPr/>
          <p:nvPr/>
        </p:nvSpPr>
        <p:spPr>
          <a:xfrm>
            <a:off x="652272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6" name="Shape 57"/>
          <p:cNvSpPr/>
          <p:nvPr/>
        </p:nvSpPr>
        <p:spPr>
          <a:xfrm>
            <a:off x="679704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7" name="Shape 58"/>
          <p:cNvSpPr/>
          <p:nvPr/>
        </p:nvSpPr>
        <p:spPr>
          <a:xfrm>
            <a:off x="707136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734568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9" name="Shape 60"/>
          <p:cNvSpPr/>
          <p:nvPr/>
        </p:nvSpPr>
        <p:spPr>
          <a:xfrm>
            <a:off x="762000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>
            <a:off x="789432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816864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2" name="Shape 63"/>
          <p:cNvSpPr/>
          <p:nvPr/>
        </p:nvSpPr>
        <p:spPr>
          <a:xfrm>
            <a:off x="844296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3" name="Shape 64"/>
          <p:cNvSpPr/>
          <p:nvPr/>
        </p:nvSpPr>
        <p:spPr>
          <a:xfrm>
            <a:off x="871728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4" name="Shape 65"/>
          <p:cNvSpPr/>
          <p:nvPr/>
        </p:nvSpPr>
        <p:spPr>
          <a:xfrm>
            <a:off x="899160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5" name="Shape 66"/>
          <p:cNvSpPr/>
          <p:nvPr/>
        </p:nvSpPr>
        <p:spPr>
          <a:xfrm>
            <a:off x="926592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6" name="Shape 67"/>
          <p:cNvSpPr/>
          <p:nvPr/>
        </p:nvSpPr>
        <p:spPr>
          <a:xfrm>
            <a:off x="954024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7" name="Shape 68"/>
          <p:cNvSpPr/>
          <p:nvPr/>
        </p:nvSpPr>
        <p:spPr>
          <a:xfrm>
            <a:off x="981456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8" name="Shape 69"/>
          <p:cNvSpPr/>
          <p:nvPr/>
        </p:nvSpPr>
        <p:spPr>
          <a:xfrm>
            <a:off x="1008888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9" name="Shape 70"/>
          <p:cNvSpPr/>
          <p:nvPr/>
        </p:nvSpPr>
        <p:spPr>
          <a:xfrm>
            <a:off x="1036320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0" name="Shape 71"/>
          <p:cNvSpPr/>
          <p:nvPr/>
        </p:nvSpPr>
        <p:spPr>
          <a:xfrm>
            <a:off x="1063752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1" name="Shape 72"/>
          <p:cNvSpPr/>
          <p:nvPr/>
        </p:nvSpPr>
        <p:spPr>
          <a:xfrm>
            <a:off x="1091184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2" name="Shape 73"/>
          <p:cNvSpPr/>
          <p:nvPr/>
        </p:nvSpPr>
        <p:spPr>
          <a:xfrm>
            <a:off x="295656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3" name="Shape 74"/>
          <p:cNvSpPr/>
          <p:nvPr/>
        </p:nvSpPr>
        <p:spPr>
          <a:xfrm>
            <a:off x="323088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4" name="Shape 75"/>
          <p:cNvSpPr/>
          <p:nvPr/>
        </p:nvSpPr>
        <p:spPr>
          <a:xfrm>
            <a:off x="350520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5" name="Shape 76"/>
          <p:cNvSpPr/>
          <p:nvPr/>
        </p:nvSpPr>
        <p:spPr>
          <a:xfrm>
            <a:off x="377952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6" name="Shape 77"/>
          <p:cNvSpPr/>
          <p:nvPr/>
        </p:nvSpPr>
        <p:spPr>
          <a:xfrm>
            <a:off x="405384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7" name="Shape 78"/>
          <p:cNvSpPr/>
          <p:nvPr/>
        </p:nvSpPr>
        <p:spPr>
          <a:xfrm>
            <a:off x="432816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8" name="Shape 79"/>
          <p:cNvSpPr/>
          <p:nvPr/>
        </p:nvSpPr>
        <p:spPr>
          <a:xfrm>
            <a:off x="460248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9" name="Shape 80"/>
          <p:cNvSpPr/>
          <p:nvPr/>
        </p:nvSpPr>
        <p:spPr>
          <a:xfrm>
            <a:off x="487680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90" name="Shape 81"/>
          <p:cNvSpPr/>
          <p:nvPr/>
        </p:nvSpPr>
        <p:spPr>
          <a:xfrm>
            <a:off x="515112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91" name="Shape 82"/>
          <p:cNvSpPr/>
          <p:nvPr/>
        </p:nvSpPr>
        <p:spPr>
          <a:xfrm>
            <a:off x="542544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92" name="Shape 83"/>
          <p:cNvSpPr/>
          <p:nvPr/>
        </p:nvSpPr>
        <p:spPr>
          <a:xfrm>
            <a:off x="569976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93" name="Shape 84"/>
          <p:cNvSpPr/>
          <p:nvPr/>
        </p:nvSpPr>
        <p:spPr>
          <a:xfrm>
            <a:off x="597408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94" name="Shape 85"/>
          <p:cNvSpPr/>
          <p:nvPr/>
        </p:nvSpPr>
        <p:spPr>
          <a:xfrm>
            <a:off x="624840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95" name="Shape 86"/>
          <p:cNvSpPr/>
          <p:nvPr/>
        </p:nvSpPr>
        <p:spPr>
          <a:xfrm>
            <a:off x="652272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96" name="Shape 87"/>
          <p:cNvSpPr/>
          <p:nvPr/>
        </p:nvSpPr>
        <p:spPr>
          <a:xfrm>
            <a:off x="679704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97" name="Shape 88"/>
          <p:cNvSpPr/>
          <p:nvPr/>
        </p:nvSpPr>
        <p:spPr>
          <a:xfrm>
            <a:off x="707136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98" name="Shape 89"/>
          <p:cNvSpPr/>
          <p:nvPr/>
        </p:nvSpPr>
        <p:spPr>
          <a:xfrm>
            <a:off x="734568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99" name="Shape 90"/>
          <p:cNvSpPr/>
          <p:nvPr/>
        </p:nvSpPr>
        <p:spPr>
          <a:xfrm>
            <a:off x="762000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00" name="Shape 91"/>
          <p:cNvSpPr/>
          <p:nvPr/>
        </p:nvSpPr>
        <p:spPr>
          <a:xfrm>
            <a:off x="789432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01" name="Shape 92"/>
          <p:cNvSpPr/>
          <p:nvPr/>
        </p:nvSpPr>
        <p:spPr>
          <a:xfrm>
            <a:off x="816864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02" name="Shape 93"/>
          <p:cNvSpPr/>
          <p:nvPr/>
        </p:nvSpPr>
        <p:spPr>
          <a:xfrm>
            <a:off x="844296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03" name="Shape 94"/>
          <p:cNvSpPr/>
          <p:nvPr/>
        </p:nvSpPr>
        <p:spPr>
          <a:xfrm>
            <a:off x="871728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04" name="Shape 95"/>
          <p:cNvSpPr/>
          <p:nvPr/>
        </p:nvSpPr>
        <p:spPr>
          <a:xfrm>
            <a:off x="899160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05" name="Shape 96"/>
          <p:cNvSpPr/>
          <p:nvPr/>
        </p:nvSpPr>
        <p:spPr>
          <a:xfrm>
            <a:off x="926592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06" name="Shape 97"/>
          <p:cNvSpPr/>
          <p:nvPr/>
        </p:nvSpPr>
        <p:spPr>
          <a:xfrm>
            <a:off x="954024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07" name="Shape 98"/>
          <p:cNvSpPr/>
          <p:nvPr/>
        </p:nvSpPr>
        <p:spPr>
          <a:xfrm>
            <a:off x="981456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08" name="Shape 99"/>
          <p:cNvSpPr/>
          <p:nvPr/>
        </p:nvSpPr>
        <p:spPr>
          <a:xfrm>
            <a:off x="1008888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09" name="Shape 100"/>
          <p:cNvSpPr/>
          <p:nvPr/>
        </p:nvSpPr>
        <p:spPr>
          <a:xfrm>
            <a:off x="1036320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10" name="Shape 101"/>
          <p:cNvSpPr/>
          <p:nvPr/>
        </p:nvSpPr>
        <p:spPr>
          <a:xfrm>
            <a:off x="1063752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11" name="Shape 102"/>
          <p:cNvSpPr/>
          <p:nvPr/>
        </p:nvSpPr>
        <p:spPr>
          <a:xfrm>
            <a:off x="10911840" y="746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12" name="Shape 103"/>
          <p:cNvSpPr/>
          <p:nvPr/>
        </p:nvSpPr>
        <p:spPr>
          <a:xfrm>
            <a:off x="295656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13" name="Shape 104"/>
          <p:cNvSpPr/>
          <p:nvPr/>
        </p:nvSpPr>
        <p:spPr>
          <a:xfrm>
            <a:off x="323088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14" name="Shape 105"/>
          <p:cNvSpPr/>
          <p:nvPr/>
        </p:nvSpPr>
        <p:spPr>
          <a:xfrm>
            <a:off x="350520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15" name="Shape 106"/>
          <p:cNvSpPr/>
          <p:nvPr/>
        </p:nvSpPr>
        <p:spPr>
          <a:xfrm>
            <a:off x="377952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16" name="Shape 107"/>
          <p:cNvSpPr/>
          <p:nvPr/>
        </p:nvSpPr>
        <p:spPr>
          <a:xfrm>
            <a:off x="405384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17" name="Shape 108"/>
          <p:cNvSpPr/>
          <p:nvPr/>
        </p:nvSpPr>
        <p:spPr>
          <a:xfrm>
            <a:off x="432816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18" name="Shape 109"/>
          <p:cNvSpPr/>
          <p:nvPr/>
        </p:nvSpPr>
        <p:spPr>
          <a:xfrm>
            <a:off x="460248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19" name="Shape 110"/>
          <p:cNvSpPr/>
          <p:nvPr/>
        </p:nvSpPr>
        <p:spPr>
          <a:xfrm>
            <a:off x="487680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20" name="Shape 111"/>
          <p:cNvSpPr/>
          <p:nvPr/>
        </p:nvSpPr>
        <p:spPr>
          <a:xfrm>
            <a:off x="515112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21" name="Shape 112"/>
          <p:cNvSpPr/>
          <p:nvPr/>
        </p:nvSpPr>
        <p:spPr>
          <a:xfrm>
            <a:off x="542544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22" name="Shape 113"/>
          <p:cNvSpPr/>
          <p:nvPr/>
        </p:nvSpPr>
        <p:spPr>
          <a:xfrm>
            <a:off x="569976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23" name="Shape 114"/>
          <p:cNvSpPr/>
          <p:nvPr/>
        </p:nvSpPr>
        <p:spPr>
          <a:xfrm>
            <a:off x="597408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24" name="Shape 115"/>
          <p:cNvSpPr/>
          <p:nvPr/>
        </p:nvSpPr>
        <p:spPr>
          <a:xfrm>
            <a:off x="624840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25" name="Shape 116"/>
          <p:cNvSpPr/>
          <p:nvPr/>
        </p:nvSpPr>
        <p:spPr>
          <a:xfrm>
            <a:off x="652272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26" name="Shape 117"/>
          <p:cNvSpPr/>
          <p:nvPr/>
        </p:nvSpPr>
        <p:spPr>
          <a:xfrm>
            <a:off x="679704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27" name="Shape 118"/>
          <p:cNvSpPr/>
          <p:nvPr/>
        </p:nvSpPr>
        <p:spPr>
          <a:xfrm>
            <a:off x="707136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28" name="Shape 119"/>
          <p:cNvSpPr/>
          <p:nvPr/>
        </p:nvSpPr>
        <p:spPr>
          <a:xfrm>
            <a:off x="734568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29" name="Shape 120"/>
          <p:cNvSpPr/>
          <p:nvPr/>
        </p:nvSpPr>
        <p:spPr>
          <a:xfrm>
            <a:off x="762000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30" name="Shape 121"/>
          <p:cNvSpPr/>
          <p:nvPr/>
        </p:nvSpPr>
        <p:spPr>
          <a:xfrm>
            <a:off x="789432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31" name="Shape 122"/>
          <p:cNvSpPr/>
          <p:nvPr/>
        </p:nvSpPr>
        <p:spPr>
          <a:xfrm>
            <a:off x="816864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32" name="Shape 123"/>
          <p:cNvSpPr/>
          <p:nvPr/>
        </p:nvSpPr>
        <p:spPr>
          <a:xfrm>
            <a:off x="844296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33" name="Shape 124"/>
          <p:cNvSpPr/>
          <p:nvPr/>
        </p:nvSpPr>
        <p:spPr>
          <a:xfrm>
            <a:off x="871728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34" name="Shape 125"/>
          <p:cNvSpPr/>
          <p:nvPr/>
        </p:nvSpPr>
        <p:spPr>
          <a:xfrm>
            <a:off x="899160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35" name="Shape 126"/>
          <p:cNvSpPr/>
          <p:nvPr/>
        </p:nvSpPr>
        <p:spPr>
          <a:xfrm>
            <a:off x="926592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36" name="Shape 127"/>
          <p:cNvSpPr/>
          <p:nvPr/>
        </p:nvSpPr>
        <p:spPr>
          <a:xfrm>
            <a:off x="954024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37" name="Shape 128"/>
          <p:cNvSpPr/>
          <p:nvPr/>
        </p:nvSpPr>
        <p:spPr>
          <a:xfrm>
            <a:off x="981456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38" name="Shape 129"/>
          <p:cNvSpPr/>
          <p:nvPr/>
        </p:nvSpPr>
        <p:spPr>
          <a:xfrm>
            <a:off x="1008888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39" name="Shape 130"/>
          <p:cNvSpPr/>
          <p:nvPr/>
        </p:nvSpPr>
        <p:spPr>
          <a:xfrm>
            <a:off x="1036320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40" name="Shape 131"/>
          <p:cNvSpPr/>
          <p:nvPr/>
        </p:nvSpPr>
        <p:spPr>
          <a:xfrm>
            <a:off x="1063752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41" name="Shape 132"/>
          <p:cNvSpPr/>
          <p:nvPr/>
        </p:nvSpPr>
        <p:spPr>
          <a:xfrm>
            <a:off x="10911840" y="1021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42" name="Shape 133"/>
          <p:cNvSpPr/>
          <p:nvPr/>
        </p:nvSpPr>
        <p:spPr>
          <a:xfrm>
            <a:off x="295656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43" name="Shape 134"/>
          <p:cNvSpPr/>
          <p:nvPr/>
        </p:nvSpPr>
        <p:spPr>
          <a:xfrm>
            <a:off x="323088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44" name="Shape 135"/>
          <p:cNvSpPr/>
          <p:nvPr/>
        </p:nvSpPr>
        <p:spPr>
          <a:xfrm>
            <a:off x="350520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45" name="Shape 136"/>
          <p:cNvSpPr/>
          <p:nvPr/>
        </p:nvSpPr>
        <p:spPr>
          <a:xfrm>
            <a:off x="377952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46" name="Shape 137"/>
          <p:cNvSpPr/>
          <p:nvPr/>
        </p:nvSpPr>
        <p:spPr>
          <a:xfrm>
            <a:off x="405384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47" name="Shape 138"/>
          <p:cNvSpPr/>
          <p:nvPr/>
        </p:nvSpPr>
        <p:spPr>
          <a:xfrm>
            <a:off x="432816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48" name="Shape 139"/>
          <p:cNvSpPr/>
          <p:nvPr/>
        </p:nvSpPr>
        <p:spPr>
          <a:xfrm>
            <a:off x="460248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49" name="Shape 140"/>
          <p:cNvSpPr/>
          <p:nvPr/>
        </p:nvSpPr>
        <p:spPr>
          <a:xfrm>
            <a:off x="487680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50" name="Shape 141"/>
          <p:cNvSpPr/>
          <p:nvPr/>
        </p:nvSpPr>
        <p:spPr>
          <a:xfrm>
            <a:off x="515112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51" name="Shape 142"/>
          <p:cNvSpPr/>
          <p:nvPr/>
        </p:nvSpPr>
        <p:spPr>
          <a:xfrm>
            <a:off x="542544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52" name="Shape 143"/>
          <p:cNvSpPr/>
          <p:nvPr/>
        </p:nvSpPr>
        <p:spPr>
          <a:xfrm>
            <a:off x="569976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53" name="Shape 144"/>
          <p:cNvSpPr/>
          <p:nvPr/>
        </p:nvSpPr>
        <p:spPr>
          <a:xfrm>
            <a:off x="597408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54" name="Shape 145"/>
          <p:cNvSpPr/>
          <p:nvPr/>
        </p:nvSpPr>
        <p:spPr>
          <a:xfrm>
            <a:off x="624840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55" name="Shape 146"/>
          <p:cNvSpPr/>
          <p:nvPr/>
        </p:nvSpPr>
        <p:spPr>
          <a:xfrm>
            <a:off x="652272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56" name="Shape 147"/>
          <p:cNvSpPr/>
          <p:nvPr/>
        </p:nvSpPr>
        <p:spPr>
          <a:xfrm>
            <a:off x="679704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57" name="Shape 148"/>
          <p:cNvSpPr/>
          <p:nvPr/>
        </p:nvSpPr>
        <p:spPr>
          <a:xfrm>
            <a:off x="707136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58" name="Shape 149"/>
          <p:cNvSpPr/>
          <p:nvPr/>
        </p:nvSpPr>
        <p:spPr>
          <a:xfrm>
            <a:off x="734568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59" name="Shape 150"/>
          <p:cNvSpPr/>
          <p:nvPr/>
        </p:nvSpPr>
        <p:spPr>
          <a:xfrm>
            <a:off x="762000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60" name="Shape 151"/>
          <p:cNvSpPr/>
          <p:nvPr/>
        </p:nvSpPr>
        <p:spPr>
          <a:xfrm>
            <a:off x="789432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61" name="Shape 152"/>
          <p:cNvSpPr/>
          <p:nvPr/>
        </p:nvSpPr>
        <p:spPr>
          <a:xfrm>
            <a:off x="816864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62" name="Shape 153"/>
          <p:cNvSpPr/>
          <p:nvPr/>
        </p:nvSpPr>
        <p:spPr>
          <a:xfrm>
            <a:off x="844296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63" name="Shape 154"/>
          <p:cNvSpPr/>
          <p:nvPr/>
        </p:nvSpPr>
        <p:spPr>
          <a:xfrm>
            <a:off x="871728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64" name="Shape 155"/>
          <p:cNvSpPr/>
          <p:nvPr/>
        </p:nvSpPr>
        <p:spPr>
          <a:xfrm>
            <a:off x="899160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65" name="Shape 156"/>
          <p:cNvSpPr/>
          <p:nvPr/>
        </p:nvSpPr>
        <p:spPr>
          <a:xfrm>
            <a:off x="926592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66" name="Shape 157"/>
          <p:cNvSpPr/>
          <p:nvPr/>
        </p:nvSpPr>
        <p:spPr>
          <a:xfrm>
            <a:off x="954024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67" name="Shape 158"/>
          <p:cNvSpPr/>
          <p:nvPr/>
        </p:nvSpPr>
        <p:spPr>
          <a:xfrm>
            <a:off x="981456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68" name="Shape 159"/>
          <p:cNvSpPr/>
          <p:nvPr/>
        </p:nvSpPr>
        <p:spPr>
          <a:xfrm>
            <a:off x="1008888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69" name="Shape 160"/>
          <p:cNvSpPr/>
          <p:nvPr/>
        </p:nvSpPr>
        <p:spPr>
          <a:xfrm>
            <a:off x="1036320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70" name="Shape 161"/>
          <p:cNvSpPr/>
          <p:nvPr/>
        </p:nvSpPr>
        <p:spPr>
          <a:xfrm>
            <a:off x="1063752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71" name="Shape 162"/>
          <p:cNvSpPr/>
          <p:nvPr/>
        </p:nvSpPr>
        <p:spPr>
          <a:xfrm>
            <a:off x="10911840" y="1295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72" name="Shape 163"/>
          <p:cNvSpPr/>
          <p:nvPr/>
        </p:nvSpPr>
        <p:spPr>
          <a:xfrm>
            <a:off x="295656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73" name="Shape 164"/>
          <p:cNvSpPr/>
          <p:nvPr/>
        </p:nvSpPr>
        <p:spPr>
          <a:xfrm>
            <a:off x="323088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74" name="Shape 165"/>
          <p:cNvSpPr/>
          <p:nvPr/>
        </p:nvSpPr>
        <p:spPr>
          <a:xfrm>
            <a:off x="350520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75" name="Shape 166"/>
          <p:cNvSpPr/>
          <p:nvPr/>
        </p:nvSpPr>
        <p:spPr>
          <a:xfrm>
            <a:off x="377952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76" name="Shape 167"/>
          <p:cNvSpPr/>
          <p:nvPr/>
        </p:nvSpPr>
        <p:spPr>
          <a:xfrm>
            <a:off x="405384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77" name="Shape 168"/>
          <p:cNvSpPr/>
          <p:nvPr/>
        </p:nvSpPr>
        <p:spPr>
          <a:xfrm>
            <a:off x="432816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78" name="Shape 169"/>
          <p:cNvSpPr/>
          <p:nvPr/>
        </p:nvSpPr>
        <p:spPr>
          <a:xfrm>
            <a:off x="460248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79" name="Shape 170"/>
          <p:cNvSpPr/>
          <p:nvPr/>
        </p:nvSpPr>
        <p:spPr>
          <a:xfrm>
            <a:off x="487680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80" name="Shape 171"/>
          <p:cNvSpPr/>
          <p:nvPr/>
        </p:nvSpPr>
        <p:spPr>
          <a:xfrm>
            <a:off x="515112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81" name="Shape 172"/>
          <p:cNvSpPr/>
          <p:nvPr/>
        </p:nvSpPr>
        <p:spPr>
          <a:xfrm>
            <a:off x="542544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82" name="Shape 173"/>
          <p:cNvSpPr/>
          <p:nvPr/>
        </p:nvSpPr>
        <p:spPr>
          <a:xfrm>
            <a:off x="569976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83" name="Shape 174"/>
          <p:cNvSpPr/>
          <p:nvPr/>
        </p:nvSpPr>
        <p:spPr>
          <a:xfrm>
            <a:off x="597408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84" name="Shape 175"/>
          <p:cNvSpPr/>
          <p:nvPr/>
        </p:nvSpPr>
        <p:spPr>
          <a:xfrm>
            <a:off x="624840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85" name="Shape 176"/>
          <p:cNvSpPr/>
          <p:nvPr/>
        </p:nvSpPr>
        <p:spPr>
          <a:xfrm>
            <a:off x="652272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86" name="Shape 177"/>
          <p:cNvSpPr/>
          <p:nvPr/>
        </p:nvSpPr>
        <p:spPr>
          <a:xfrm>
            <a:off x="679704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87" name="Shape 178"/>
          <p:cNvSpPr/>
          <p:nvPr/>
        </p:nvSpPr>
        <p:spPr>
          <a:xfrm>
            <a:off x="707136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88" name="Shape 179"/>
          <p:cNvSpPr/>
          <p:nvPr/>
        </p:nvSpPr>
        <p:spPr>
          <a:xfrm>
            <a:off x="734568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89" name="Shape 180"/>
          <p:cNvSpPr/>
          <p:nvPr/>
        </p:nvSpPr>
        <p:spPr>
          <a:xfrm>
            <a:off x="762000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90" name="Shape 181"/>
          <p:cNvSpPr/>
          <p:nvPr/>
        </p:nvSpPr>
        <p:spPr>
          <a:xfrm>
            <a:off x="789432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91" name="Shape 182"/>
          <p:cNvSpPr/>
          <p:nvPr/>
        </p:nvSpPr>
        <p:spPr>
          <a:xfrm>
            <a:off x="816864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92" name="Shape 183"/>
          <p:cNvSpPr/>
          <p:nvPr/>
        </p:nvSpPr>
        <p:spPr>
          <a:xfrm>
            <a:off x="844296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93" name="Shape 184"/>
          <p:cNvSpPr/>
          <p:nvPr/>
        </p:nvSpPr>
        <p:spPr>
          <a:xfrm>
            <a:off x="871728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94" name="Shape 185"/>
          <p:cNvSpPr/>
          <p:nvPr/>
        </p:nvSpPr>
        <p:spPr>
          <a:xfrm>
            <a:off x="899160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95" name="Shape 186"/>
          <p:cNvSpPr/>
          <p:nvPr/>
        </p:nvSpPr>
        <p:spPr>
          <a:xfrm>
            <a:off x="926592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96" name="Shape 187"/>
          <p:cNvSpPr/>
          <p:nvPr/>
        </p:nvSpPr>
        <p:spPr>
          <a:xfrm>
            <a:off x="954024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97" name="Shape 188"/>
          <p:cNvSpPr/>
          <p:nvPr/>
        </p:nvSpPr>
        <p:spPr>
          <a:xfrm>
            <a:off x="981456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98" name="Shape 189"/>
          <p:cNvSpPr/>
          <p:nvPr/>
        </p:nvSpPr>
        <p:spPr>
          <a:xfrm>
            <a:off x="1008888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199" name="Shape 190"/>
          <p:cNvSpPr/>
          <p:nvPr/>
        </p:nvSpPr>
        <p:spPr>
          <a:xfrm>
            <a:off x="1036320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00" name="Shape 191"/>
          <p:cNvSpPr/>
          <p:nvPr/>
        </p:nvSpPr>
        <p:spPr>
          <a:xfrm>
            <a:off x="1063752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01" name="Shape 192"/>
          <p:cNvSpPr/>
          <p:nvPr/>
        </p:nvSpPr>
        <p:spPr>
          <a:xfrm>
            <a:off x="10911840" y="1569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02" name="Shape 193"/>
          <p:cNvSpPr/>
          <p:nvPr/>
        </p:nvSpPr>
        <p:spPr>
          <a:xfrm>
            <a:off x="295656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03" name="Shape 194"/>
          <p:cNvSpPr/>
          <p:nvPr/>
        </p:nvSpPr>
        <p:spPr>
          <a:xfrm>
            <a:off x="323088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04" name="Shape 195"/>
          <p:cNvSpPr/>
          <p:nvPr/>
        </p:nvSpPr>
        <p:spPr>
          <a:xfrm>
            <a:off x="350520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05" name="Shape 196"/>
          <p:cNvSpPr/>
          <p:nvPr/>
        </p:nvSpPr>
        <p:spPr>
          <a:xfrm>
            <a:off x="377952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06" name="Shape 197"/>
          <p:cNvSpPr/>
          <p:nvPr/>
        </p:nvSpPr>
        <p:spPr>
          <a:xfrm>
            <a:off x="405384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07" name="Shape 198"/>
          <p:cNvSpPr/>
          <p:nvPr/>
        </p:nvSpPr>
        <p:spPr>
          <a:xfrm>
            <a:off x="432816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08" name="Shape 199"/>
          <p:cNvSpPr/>
          <p:nvPr/>
        </p:nvSpPr>
        <p:spPr>
          <a:xfrm>
            <a:off x="460248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09" name="Shape 200"/>
          <p:cNvSpPr/>
          <p:nvPr/>
        </p:nvSpPr>
        <p:spPr>
          <a:xfrm>
            <a:off x="487680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10" name="Shape 201"/>
          <p:cNvSpPr/>
          <p:nvPr/>
        </p:nvSpPr>
        <p:spPr>
          <a:xfrm>
            <a:off x="515112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11" name="Shape 202"/>
          <p:cNvSpPr/>
          <p:nvPr/>
        </p:nvSpPr>
        <p:spPr>
          <a:xfrm>
            <a:off x="542544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12" name="Shape 203"/>
          <p:cNvSpPr/>
          <p:nvPr/>
        </p:nvSpPr>
        <p:spPr>
          <a:xfrm>
            <a:off x="569976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13" name="Shape 204"/>
          <p:cNvSpPr/>
          <p:nvPr/>
        </p:nvSpPr>
        <p:spPr>
          <a:xfrm>
            <a:off x="597408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14" name="Shape 205"/>
          <p:cNvSpPr/>
          <p:nvPr/>
        </p:nvSpPr>
        <p:spPr>
          <a:xfrm>
            <a:off x="624840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15" name="Shape 206"/>
          <p:cNvSpPr/>
          <p:nvPr/>
        </p:nvSpPr>
        <p:spPr>
          <a:xfrm>
            <a:off x="652272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16" name="Shape 207"/>
          <p:cNvSpPr/>
          <p:nvPr/>
        </p:nvSpPr>
        <p:spPr>
          <a:xfrm>
            <a:off x="679704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17" name="Shape 208"/>
          <p:cNvSpPr/>
          <p:nvPr/>
        </p:nvSpPr>
        <p:spPr>
          <a:xfrm>
            <a:off x="707136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18" name="Shape 209"/>
          <p:cNvSpPr/>
          <p:nvPr/>
        </p:nvSpPr>
        <p:spPr>
          <a:xfrm>
            <a:off x="734568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19" name="Shape 210"/>
          <p:cNvSpPr/>
          <p:nvPr/>
        </p:nvSpPr>
        <p:spPr>
          <a:xfrm>
            <a:off x="762000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20" name="Shape 211"/>
          <p:cNvSpPr/>
          <p:nvPr/>
        </p:nvSpPr>
        <p:spPr>
          <a:xfrm>
            <a:off x="789432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21" name="Shape 212"/>
          <p:cNvSpPr/>
          <p:nvPr/>
        </p:nvSpPr>
        <p:spPr>
          <a:xfrm>
            <a:off x="816864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22" name="Shape 213"/>
          <p:cNvSpPr/>
          <p:nvPr/>
        </p:nvSpPr>
        <p:spPr>
          <a:xfrm>
            <a:off x="844296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23" name="Shape 214"/>
          <p:cNvSpPr/>
          <p:nvPr/>
        </p:nvSpPr>
        <p:spPr>
          <a:xfrm>
            <a:off x="871728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24" name="Shape 215"/>
          <p:cNvSpPr/>
          <p:nvPr/>
        </p:nvSpPr>
        <p:spPr>
          <a:xfrm>
            <a:off x="899160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25" name="Shape 216"/>
          <p:cNvSpPr/>
          <p:nvPr/>
        </p:nvSpPr>
        <p:spPr>
          <a:xfrm>
            <a:off x="926592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26" name="Shape 217"/>
          <p:cNvSpPr/>
          <p:nvPr/>
        </p:nvSpPr>
        <p:spPr>
          <a:xfrm>
            <a:off x="954024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27" name="Shape 218"/>
          <p:cNvSpPr/>
          <p:nvPr/>
        </p:nvSpPr>
        <p:spPr>
          <a:xfrm>
            <a:off x="981456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28" name="Shape 219"/>
          <p:cNvSpPr/>
          <p:nvPr/>
        </p:nvSpPr>
        <p:spPr>
          <a:xfrm>
            <a:off x="1008888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29" name="Shape 220"/>
          <p:cNvSpPr/>
          <p:nvPr/>
        </p:nvSpPr>
        <p:spPr>
          <a:xfrm>
            <a:off x="1036320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30" name="Shape 221"/>
          <p:cNvSpPr/>
          <p:nvPr/>
        </p:nvSpPr>
        <p:spPr>
          <a:xfrm>
            <a:off x="1063752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31" name="Shape 222"/>
          <p:cNvSpPr/>
          <p:nvPr/>
        </p:nvSpPr>
        <p:spPr>
          <a:xfrm>
            <a:off x="10911840" y="184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32" name="Shape 223"/>
          <p:cNvSpPr/>
          <p:nvPr/>
        </p:nvSpPr>
        <p:spPr>
          <a:xfrm>
            <a:off x="295656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33" name="Shape 224"/>
          <p:cNvSpPr/>
          <p:nvPr/>
        </p:nvSpPr>
        <p:spPr>
          <a:xfrm>
            <a:off x="323088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34" name="Shape 225"/>
          <p:cNvSpPr/>
          <p:nvPr/>
        </p:nvSpPr>
        <p:spPr>
          <a:xfrm>
            <a:off x="350520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35" name="Shape 226"/>
          <p:cNvSpPr/>
          <p:nvPr/>
        </p:nvSpPr>
        <p:spPr>
          <a:xfrm>
            <a:off x="377952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36" name="Shape 227"/>
          <p:cNvSpPr/>
          <p:nvPr/>
        </p:nvSpPr>
        <p:spPr>
          <a:xfrm>
            <a:off x="405384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37" name="Shape 228"/>
          <p:cNvSpPr/>
          <p:nvPr/>
        </p:nvSpPr>
        <p:spPr>
          <a:xfrm>
            <a:off x="432816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38" name="Shape 229"/>
          <p:cNvSpPr/>
          <p:nvPr/>
        </p:nvSpPr>
        <p:spPr>
          <a:xfrm>
            <a:off x="460248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39" name="Shape 230"/>
          <p:cNvSpPr/>
          <p:nvPr/>
        </p:nvSpPr>
        <p:spPr>
          <a:xfrm>
            <a:off x="487680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40" name="Shape 231"/>
          <p:cNvSpPr/>
          <p:nvPr/>
        </p:nvSpPr>
        <p:spPr>
          <a:xfrm>
            <a:off x="515112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41" name="Shape 232"/>
          <p:cNvSpPr/>
          <p:nvPr/>
        </p:nvSpPr>
        <p:spPr>
          <a:xfrm>
            <a:off x="542544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42" name="Shape 233"/>
          <p:cNvSpPr/>
          <p:nvPr/>
        </p:nvSpPr>
        <p:spPr>
          <a:xfrm>
            <a:off x="569976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43" name="Shape 234"/>
          <p:cNvSpPr/>
          <p:nvPr/>
        </p:nvSpPr>
        <p:spPr>
          <a:xfrm>
            <a:off x="597408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44" name="Shape 235"/>
          <p:cNvSpPr/>
          <p:nvPr/>
        </p:nvSpPr>
        <p:spPr>
          <a:xfrm>
            <a:off x="624840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45" name="Shape 236"/>
          <p:cNvSpPr/>
          <p:nvPr/>
        </p:nvSpPr>
        <p:spPr>
          <a:xfrm>
            <a:off x="652272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46" name="Shape 237"/>
          <p:cNvSpPr/>
          <p:nvPr/>
        </p:nvSpPr>
        <p:spPr>
          <a:xfrm>
            <a:off x="679704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47" name="Shape 238"/>
          <p:cNvSpPr/>
          <p:nvPr/>
        </p:nvSpPr>
        <p:spPr>
          <a:xfrm>
            <a:off x="707136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48" name="Shape 239"/>
          <p:cNvSpPr/>
          <p:nvPr/>
        </p:nvSpPr>
        <p:spPr>
          <a:xfrm>
            <a:off x="734568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49" name="Shape 240"/>
          <p:cNvSpPr/>
          <p:nvPr/>
        </p:nvSpPr>
        <p:spPr>
          <a:xfrm>
            <a:off x="762000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50" name="Shape 241"/>
          <p:cNvSpPr/>
          <p:nvPr/>
        </p:nvSpPr>
        <p:spPr>
          <a:xfrm>
            <a:off x="789432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51" name="Shape 242"/>
          <p:cNvSpPr/>
          <p:nvPr/>
        </p:nvSpPr>
        <p:spPr>
          <a:xfrm>
            <a:off x="816864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52" name="Shape 243"/>
          <p:cNvSpPr/>
          <p:nvPr/>
        </p:nvSpPr>
        <p:spPr>
          <a:xfrm>
            <a:off x="844296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53" name="Shape 244"/>
          <p:cNvSpPr/>
          <p:nvPr/>
        </p:nvSpPr>
        <p:spPr>
          <a:xfrm>
            <a:off x="871728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54" name="Shape 245"/>
          <p:cNvSpPr/>
          <p:nvPr/>
        </p:nvSpPr>
        <p:spPr>
          <a:xfrm>
            <a:off x="899160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55" name="Shape 246"/>
          <p:cNvSpPr/>
          <p:nvPr/>
        </p:nvSpPr>
        <p:spPr>
          <a:xfrm>
            <a:off x="926592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56" name="Shape 247"/>
          <p:cNvSpPr/>
          <p:nvPr/>
        </p:nvSpPr>
        <p:spPr>
          <a:xfrm>
            <a:off x="954024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57" name="Shape 248"/>
          <p:cNvSpPr/>
          <p:nvPr/>
        </p:nvSpPr>
        <p:spPr>
          <a:xfrm>
            <a:off x="981456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58" name="Shape 249"/>
          <p:cNvSpPr/>
          <p:nvPr/>
        </p:nvSpPr>
        <p:spPr>
          <a:xfrm>
            <a:off x="1008888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59" name="Shape 250"/>
          <p:cNvSpPr/>
          <p:nvPr/>
        </p:nvSpPr>
        <p:spPr>
          <a:xfrm>
            <a:off x="1036320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60" name="Shape 251"/>
          <p:cNvSpPr/>
          <p:nvPr/>
        </p:nvSpPr>
        <p:spPr>
          <a:xfrm>
            <a:off x="1063752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61" name="Shape 252"/>
          <p:cNvSpPr/>
          <p:nvPr/>
        </p:nvSpPr>
        <p:spPr>
          <a:xfrm>
            <a:off x="10911840" y="2118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62" name="Shape 253"/>
          <p:cNvSpPr/>
          <p:nvPr/>
        </p:nvSpPr>
        <p:spPr>
          <a:xfrm>
            <a:off x="295656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63" name="Shape 254"/>
          <p:cNvSpPr/>
          <p:nvPr/>
        </p:nvSpPr>
        <p:spPr>
          <a:xfrm>
            <a:off x="323088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64" name="Shape 255"/>
          <p:cNvSpPr/>
          <p:nvPr/>
        </p:nvSpPr>
        <p:spPr>
          <a:xfrm>
            <a:off x="350520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65" name="Shape 256"/>
          <p:cNvSpPr/>
          <p:nvPr/>
        </p:nvSpPr>
        <p:spPr>
          <a:xfrm>
            <a:off x="377952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66" name="Shape 257"/>
          <p:cNvSpPr/>
          <p:nvPr/>
        </p:nvSpPr>
        <p:spPr>
          <a:xfrm>
            <a:off x="405384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67" name="Shape 258"/>
          <p:cNvSpPr/>
          <p:nvPr/>
        </p:nvSpPr>
        <p:spPr>
          <a:xfrm>
            <a:off x="432816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68" name="Shape 259"/>
          <p:cNvSpPr/>
          <p:nvPr/>
        </p:nvSpPr>
        <p:spPr>
          <a:xfrm>
            <a:off x="460248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69" name="Shape 260"/>
          <p:cNvSpPr/>
          <p:nvPr/>
        </p:nvSpPr>
        <p:spPr>
          <a:xfrm>
            <a:off x="487680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70" name="Shape 261"/>
          <p:cNvSpPr/>
          <p:nvPr/>
        </p:nvSpPr>
        <p:spPr>
          <a:xfrm>
            <a:off x="515112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71" name="Shape 262"/>
          <p:cNvSpPr/>
          <p:nvPr/>
        </p:nvSpPr>
        <p:spPr>
          <a:xfrm>
            <a:off x="542544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72" name="Shape 263"/>
          <p:cNvSpPr/>
          <p:nvPr/>
        </p:nvSpPr>
        <p:spPr>
          <a:xfrm>
            <a:off x="569976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73" name="Shape 264"/>
          <p:cNvSpPr/>
          <p:nvPr/>
        </p:nvSpPr>
        <p:spPr>
          <a:xfrm>
            <a:off x="597408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74" name="Shape 265"/>
          <p:cNvSpPr/>
          <p:nvPr/>
        </p:nvSpPr>
        <p:spPr>
          <a:xfrm>
            <a:off x="624840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75" name="Shape 266"/>
          <p:cNvSpPr/>
          <p:nvPr/>
        </p:nvSpPr>
        <p:spPr>
          <a:xfrm>
            <a:off x="652272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76" name="Shape 267"/>
          <p:cNvSpPr/>
          <p:nvPr/>
        </p:nvSpPr>
        <p:spPr>
          <a:xfrm>
            <a:off x="679704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77" name="Shape 268"/>
          <p:cNvSpPr/>
          <p:nvPr/>
        </p:nvSpPr>
        <p:spPr>
          <a:xfrm>
            <a:off x="707136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78" name="Shape 269"/>
          <p:cNvSpPr/>
          <p:nvPr/>
        </p:nvSpPr>
        <p:spPr>
          <a:xfrm>
            <a:off x="734568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79" name="Shape 270"/>
          <p:cNvSpPr/>
          <p:nvPr/>
        </p:nvSpPr>
        <p:spPr>
          <a:xfrm>
            <a:off x="762000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80" name="Shape 271"/>
          <p:cNvSpPr/>
          <p:nvPr/>
        </p:nvSpPr>
        <p:spPr>
          <a:xfrm>
            <a:off x="789432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81" name="Shape 272"/>
          <p:cNvSpPr/>
          <p:nvPr/>
        </p:nvSpPr>
        <p:spPr>
          <a:xfrm>
            <a:off x="816864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82" name="Shape 273"/>
          <p:cNvSpPr/>
          <p:nvPr/>
        </p:nvSpPr>
        <p:spPr>
          <a:xfrm>
            <a:off x="844296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83" name="Shape 274"/>
          <p:cNvSpPr/>
          <p:nvPr/>
        </p:nvSpPr>
        <p:spPr>
          <a:xfrm>
            <a:off x="871728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84" name="Shape 275"/>
          <p:cNvSpPr/>
          <p:nvPr/>
        </p:nvSpPr>
        <p:spPr>
          <a:xfrm>
            <a:off x="899160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85" name="Shape 276"/>
          <p:cNvSpPr/>
          <p:nvPr/>
        </p:nvSpPr>
        <p:spPr>
          <a:xfrm>
            <a:off x="926592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86" name="Shape 277"/>
          <p:cNvSpPr/>
          <p:nvPr/>
        </p:nvSpPr>
        <p:spPr>
          <a:xfrm>
            <a:off x="954024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87" name="Shape 278"/>
          <p:cNvSpPr/>
          <p:nvPr/>
        </p:nvSpPr>
        <p:spPr>
          <a:xfrm>
            <a:off x="981456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88" name="Shape 279"/>
          <p:cNvSpPr/>
          <p:nvPr/>
        </p:nvSpPr>
        <p:spPr>
          <a:xfrm>
            <a:off x="1008888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89" name="Shape 280"/>
          <p:cNvSpPr/>
          <p:nvPr/>
        </p:nvSpPr>
        <p:spPr>
          <a:xfrm>
            <a:off x="1036320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90" name="Shape 281"/>
          <p:cNvSpPr/>
          <p:nvPr/>
        </p:nvSpPr>
        <p:spPr>
          <a:xfrm>
            <a:off x="1063752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91" name="Shape 282"/>
          <p:cNvSpPr/>
          <p:nvPr/>
        </p:nvSpPr>
        <p:spPr>
          <a:xfrm>
            <a:off x="10911840" y="2392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92" name="Shape 283"/>
          <p:cNvSpPr/>
          <p:nvPr/>
        </p:nvSpPr>
        <p:spPr>
          <a:xfrm>
            <a:off x="295656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93" name="Shape 284"/>
          <p:cNvSpPr/>
          <p:nvPr/>
        </p:nvSpPr>
        <p:spPr>
          <a:xfrm>
            <a:off x="323088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94" name="Shape 285"/>
          <p:cNvSpPr/>
          <p:nvPr/>
        </p:nvSpPr>
        <p:spPr>
          <a:xfrm>
            <a:off x="350520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95" name="Shape 286"/>
          <p:cNvSpPr/>
          <p:nvPr/>
        </p:nvSpPr>
        <p:spPr>
          <a:xfrm>
            <a:off x="377952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96" name="Shape 287"/>
          <p:cNvSpPr/>
          <p:nvPr/>
        </p:nvSpPr>
        <p:spPr>
          <a:xfrm>
            <a:off x="405384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97" name="Shape 288"/>
          <p:cNvSpPr/>
          <p:nvPr/>
        </p:nvSpPr>
        <p:spPr>
          <a:xfrm>
            <a:off x="432816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98" name="Shape 289"/>
          <p:cNvSpPr/>
          <p:nvPr/>
        </p:nvSpPr>
        <p:spPr>
          <a:xfrm>
            <a:off x="460248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299" name="Shape 290"/>
          <p:cNvSpPr/>
          <p:nvPr/>
        </p:nvSpPr>
        <p:spPr>
          <a:xfrm>
            <a:off x="487680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00" name="Shape 291"/>
          <p:cNvSpPr/>
          <p:nvPr/>
        </p:nvSpPr>
        <p:spPr>
          <a:xfrm>
            <a:off x="515112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01" name="Shape 292"/>
          <p:cNvSpPr/>
          <p:nvPr/>
        </p:nvSpPr>
        <p:spPr>
          <a:xfrm>
            <a:off x="542544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02" name="Shape 293"/>
          <p:cNvSpPr/>
          <p:nvPr/>
        </p:nvSpPr>
        <p:spPr>
          <a:xfrm>
            <a:off x="569976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03" name="Shape 294"/>
          <p:cNvSpPr/>
          <p:nvPr/>
        </p:nvSpPr>
        <p:spPr>
          <a:xfrm>
            <a:off x="597408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04" name="Shape 295"/>
          <p:cNvSpPr/>
          <p:nvPr/>
        </p:nvSpPr>
        <p:spPr>
          <a:xfrm>
            <a:off x="624840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05" name="Shape 296"/>
          <p:cNvSpPr/>
          <p:nvPr/>
        </p:nvSpPr>
        <p:spPr>
          <a:xfrm>
            <a:off x="652272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06" name="Shape 297"/>
          <p:cNvSpPr/>
          <p:nvPr/>
        </p:nvSpPr>
        <p:spPr>
          <a:xfrm>
            <a:off x="679704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07" name="Shape 298"/>
          <p:cNvSpPr/>
          <p:nvPr/>
        </p:nvSpPr>
        <p:spPr>
          <a:xfrm>
            <a:off x="707136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08" name="Shape 299"/>
          <p:cNvSpPr/>
          <p:nvPr/>
        </p:nvSpPr>
        <p:spPr>
          <a:xfrm>
            <a:off x="734568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09" name="Shape 300"/>
          <p:cNvSpPr/>
          <p:nvPr/>
        </p:nvSpPr>
        <p:spPr>
          <a:xfrm>
            <a:off x="762000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10" name="Shape 301"/>
          <p:cNvSpPr/>
          <p:nvPr/>
        </p:nvSpPr>
        <p:spPr>
          <a:xfrm>
            <a:off x="789432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11" name="Shape 302"/>
          <p:cNvSpPr/>
          <p:nvPr/>
        </p:nvSpPr>
        <p:spPr>
          <a:xfrm>
            <a:off x="816864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12" name="Shape 303"/>
          <p:cNvSpPr/>
          <p:nvPr/>
        </p:nvSpPr>
        <p:spPr>
          <a:xfrm>
            <a:off x="844296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13" name="Shape 304"/>
          <p:cNvSpPr/>
          <p:nvPr/>
        </p:nvSpPr>
        <p:spPr>
          <a:xfrm>
            <a:off x="871728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14" name="Shape 305"/>
          <p:cNvSpPr/>
          <p:nvPr/>
        </p:nvSpPr>
        <p:spPr>
          <a:xfrm>
            <a:off x="899160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15" name="Shape 306"/>
          <p:cNvSpPr/>
          <p:nvPr/>
        </p:nvSpPr>
        <p:spPr>
          <a:xfrm>
            <a:off x="926592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16" name="Shape 307"/>
          <p:cNvSpPr/>
          <p:nvPr/>
        </p:nvSpPr>
        <p:spPr>
          <a:xfrm>
            <a:off x="954024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17" name="Shape 308"/>
          <p:cNvSpPr/>
          <p:nvPr/>
        </p:nvSpPr>
        <p:spPr>
          <a:xfrm>
            <a:off x="981456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18" name="Shape 309"/>
          <p:cNvSpPr/>
          <p:nvPr/>
        </p:nvSpPr>
        <p:spPr>
          <a:xfrm>
            <a:off x="1008888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19" name="Shape 310"/>
          <p:cNvSpPr/>
          <p:nvPr/>
        </p:nvSpPr>
        <p:spPr>
          <a:xfrm>
            <a:off x="1036320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20" name="Shape 311"/>
          <p:cNvSpPr/>
          <p:nvPr/>
        </p:nvSpPr>
        <p:spPr>
          <a:xfrm>
            <a:off x="1063752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21" name="Shape 312"/>
          <p:cNvSpPr/>
          <p:nvPr/>
        </p:nvSpPr>
        <p:spPr>
          <a:xfrm>
            <a:off x="10911840" y="2667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22" name="Shape 313"/>
          <p:cNvSpPr/>
          <p:nvPr/>
        </p:nvSpPr>
        <p:spPr>
          <a:xfrm>
            <a:off x="295656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23" name="Shape 314"/>
          <p:cNvSpPr/>
          <p:nvPr/>
        </p:nvSpPr>
        <p:spPr>
          <a:xfrm>
            <a:off x="323088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24" name="Shape 315"/>
          <p:cNvSpPr/>
          <p:nvPr/>
        </p:nvSpPr>
        <p:spPr>
          <a:xfrm>
            <a:off x="350520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25" name="Shape 316"/>
          <p:cNvSpPr/>
          <p:nvPr/>
        </p:nvSpPr>
        <p:spPr>
          <a:xfrm>
            <a:off x="377952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26" name="Shape 317"/>
          <p:cNvSpPr/>
          <p:nvPr/>
        </p:nvSpPr>
        <p:spPr>
          <a:xfrm>
            <a:off x="405384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27" name="Shape 318"/>
          <p:cNvSpPr/>
          <p:nvPr/>
        </p:nvSpPr>
        <p:spPr>
          <a:xfrm>
            <a:off x="432816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28" name="Shape 319"/>
          <p:cNvSpPr/>
          <p:nvPr/>
        </p:nvSpPr>
        <p:spPr>
          <a:xfrm>
            <a:off x="460248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29" name="Shape 320"/>
          <p:cNvSpPr/>
          <p:nvPr/>
        </p:nvSpPr>
        <p:spPr>
          <a:xfrm>
            <a:off x="487680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30" name="Shape 321"/>
          <p:cNvSpPr/>
          <p:nvPr/>
        </p:nvSpPr>
        <p:spPr>
          <a:xfrm>
            <a:off x="515112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31" name="Shape 322"/>
          <p:cNvSpPr/>
          <p:nvPr/>
        </p:nvSpPr>
        <p:spPr>
          <a:xfrm>
            <a:off x="542544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32" name="Shape 323"/>
          <p:cNvSpPr/>
          <p:nvPr/>
        </p:nvSpPr>
        <p:spPr>
          <a:xfrm>
            <a:off x="569976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33" name="Shape 324"/>
          <p:cNvSpPr/>
          <p:nvPr/>
        </p:nvSpPr>
        <p:spPr>
          <a:xfrm>
            <a:off x="597408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34" name="Shape 325"/>
          <p:cNvSpPr/>
          <p:nvPr/>
        </p:nvSpPr>
        <p:spPr>
          <a:xfrm>
            <a:off x="624840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35" name="Shape 326"/>
          <p:cNvSpPr/>
          <p:nvPr/>
        </p:nvSpPr>
        <p:spPr>
          <a:xfrm>
            <a:off x="652272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36" name="Shape 327"/>
          <p:cNvSpPr/>
          <p:nvPr/>
        </p:nvSpPr>
        <p:spPr>
          <a:xfrm>
            <a:off x="679704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37" name="Shape 328"/>
          <p:cNvSpPr/>
          <p:nvPr/>
        </p:nvSpPr>
        <p:spPr>
          <a:xfrm>
            <a:off x="707136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38" name="Shape 329"/>
          <p:cNvSpPr/>
          <p:nvPr/>
        </p:nvSpPr>
        <p:spPr>
          <a:xfrm>
            <a:off x="734568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39" name="Shape 330"/>
          <p:cNvSpPr/>
          <p:nvPr/>
        </p:nvSpPr>
        <p:spPr>
          <a:xfrm>
            <a:off x="762000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40" name="Shape 331"/>
          <p:cNvSpPr/>
          <p:nvPr/>
        </p:nvSpPr>
        <p:spPr>
          <a:xfrm>
            <a:off x="789432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41" name="Shape 332"/>
          <p:cNvSpPr/>
          <p:nvPr/>
        </p:nvSpPr>
        <p:spPr>
          <a:xfrm>
            <a:off x="816864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42" name="Shape 333"/>
          <p:cNvSpPr/>
          <p:nvPr/>
        </p:nvSpPr>
        <p:spPr>
          <a:xfrm>
            <a:off x="844296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43" name="Shape 334"/>
          <p:cNvSpPr/>
          <p:nvPr/>
        </p:nvSpPr>
        <p:spPr>
          <a:xfrm>
            <a:off x="871728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44" name="Shape 335"/>
          <p:cNvSpPr/>
          <p:nvPr/>
        </p:nvSpPr>
        <p:spPr>
          <a:xfrm>
            <a:off x="899160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45" name="Shape 336"/>
          <p:cNvSpPr/>
          <p:nvPr/>
        </p:nvSpPr>
        <p:spPr>
          <a:xfrm>
            <a:off x="926592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46" name="Shape 337"/>
          <p:cNvSpPr/>
          <p:nvPr/>
        </p:nvSpPr>
        <p:spPr>
          <a:xfrm>
            <a:off x="954024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47" name="Shape 338"/>
          <p:cNvSpPr/>
          <p:nvPr/>
        </p:nvSpPr>
        <p:spPr>
          <a:xfrm>
            <a:off x="981456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48" name="Shape 339"/>
          <p:cNvSpPr/>
          <p:nvPr/>
        </p:nvSpPr>
        <p:spPr>
          <a:xfrm>
            <a:off x="1008888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49" name="Shape 340"/>
          <p:cNvSpPr/>
          <p:nvPr/>
        </p:nvSpPr>
        <p:spPr>
          <a:xfrm>
            <a:off x="1036320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50" name="Shape 341"/>
          <p:cNvSpPr/>
          <p:nvPr/>
        </p:nvSpPr>
        <p:spPr>
          <a:xfrm>
            <a:off x="1063752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51" name="Shape 342"/>
          <p:cNvSpPr/>
          <p:nvPr/>
        </p:nvSpPr>
        <p:spPr>
          <a:xfrm>
            <a:off x="10911840" y="2941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52" name="Shape 343"/>
          <p:cNvSpPr/>
          <p:nvPr/>
        </p:nvSpPr>
        <p:spPr>
          <a:xfrm>
            <a:off x="295656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53" name="Shape 344"/>
          <p:cNvSpPr/>
          <p:nvPr/>
        </p:nvSpPr>
        <p:spPr>
          <a:xfrm>
            <a:off x="323088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54" name="Shape 345"/>
          <p:cNvSpPr/>
          <p:nvPr/>
        </p:nvSpPr>
        <p:spPr>
          <a:xfrm>
            <a:off x="350520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55" name="Shape 346"/>
          <p:cNvSpPr/>
          <p:nvPr/>
        </p:nvSpPr>
        <p:spPr>
          <a:xfrm>
            <a:off x="377952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56" name="Shape 347"/>
          <p:cNvSpPr/>
          <p:nvPr/>
        </p:nvSpPr>
        <p:spPr>
          <a:xfrm>
            <a:off x="405384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57" name="Shape 348"/>
          <p:cNvSpPr/>
          <p:nvPr/>
        </p:nvSpPr>
        <p:spPr>
          <a:xfrm>
            <a:off x="432816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58" name="Shape 349"/>
          <p:cNvSpPr/>
          <p:nvPr/>
        </p:nvSpPr>
        <p:spPr>
          <a:xfrm>
            <a:off x="460248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59" name="Shape 350"/>
          <p:cNvSpPr/>
          <p:nvPr/>
        </p:nvSpPr>
        <p:spPr>
          <a:xfrm>
            <a:off x="487680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60" name="Shape 351"/>
          <p:cNvSpPr/>
          <p:nvPr/>
        </p:nvSpPr>
        <p:spPr>
          <a:xfrm>
            <a:off x="515112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61" name="Shape 352"/>
          <p:cNvSpPr/>
          <p:nvPr/>
        </p:nvSpPr>
        <p:spPr>
          <a:xfrm>
            <a:off x="542544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62" name="Shape 353"/>
          <p:cNvSpPr/>
          <p:nvPr/>
        </p:nvSpPr>
        <p:spPr>
          <a:xfrm>
            <a:off x="569976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63" name="Shape 354"/>
          <p:cNvSpPr/>
          <p:nvPr/>
        </p:nvSpPr>
        <p:spPr>
          <a:xfrm>
            <a:off x="597408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64" name="Shape 355"/>
          <p:cNvSpPr/>
          <p:nvPr/>
        </p:nvSpPr>
        <p:spPr>
          <a:xfrm>
            <a:off x="624840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65" name="Shape 356"/>
          <p:cNvSpPr/>
          <p:nvPr/>
        </p:nvSpPr>
        <p:spPr>
          <a:xfrm>
            <a:off x="652272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66" name="Shape 357"/>
          <p:cNvSpPr/>
          <p:nvPr/>
        </p:nvSpPr>
        <p:spPr>
          <a:xfrm>
            <a:off x="679704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67" name="Shape 358"/>
          <p:cNvSpPr/>
          <p:nvPr/>
        </p:nvSpPr>
        <p:spPr>
          <a:xfrm>
            <a:off x="707136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68" name="Shape 359"/>
          <p:cNvSpPr/>
          <p:nvPr/>
        </p:nvSpPr>
        <p:spPr>
          <a:xfrm>
            <a:off x="734568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69" name="Shape 360"/>
          <p:cNvSpPr/>
          <p:nvPr/>
        </p:nvSpPr>
        <p:spPr>
          <a:xfrm>
            <a:off x="762000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70" name="Shape 361"/>
          <p:cNvSpPr/>
          <p:nvPr/>
        </p:nvSpPr>
        <p:spPr>
          <a:xfrm>
            <a:off x="789432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71" name="Shape 362"/>
          <p:cNvSpPr/>
          <p:nvPr/>
        </p:nvSpPr>
        <p:spPr>
          <a:xfrm>
            <a:off x="816864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72" name="Shape 363"/>
          <p:cNvSpPr/>
          <p:nvPr/>
        </p:nvSpPr>
        <p:spPr>
          <a:xfrm>
            <a:off x="844296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73" name="Shape 364"/>
          <p:cNvSpPr/>
          <p:nvPr/>
        </p:nvSpPr>
        <p:spPr>
          <a:xfrm>
            <a:off x="871728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74" name="Shape 365"/>
          <p:cNvSpPr/>
          <p:nvPr/>
        </p:nvSpPr>
        <p:spPr>
          <a:xfrm>
            <a:off x="899160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75" name="Shape 366"/>
          <p:cNvSpPr/>
          <p:nvPr/>
        </p:nvSpPr>
        <p:spPr>
          <a:xfrm>
            <a:off x="926592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76" name="Shape 367"/>
          <p:cNvSpPr/>
          <p:nvPr/>
        </p:nvSpPr>
        <p:spPr>
          <a:xfrm>
            <a:off x="954024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77" name="Shape 368"/>
          <p:cNvSpPr/>
          <p:nvPr/>
        </p:nvSpPr>
        <p:spPr>
          <a:xfrm>
            <a:off x="981456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78" name="Shape 369"/>
          <p:cNvSpPr/>
          <p:nvPr/>
        </p:nvSpPr>
        <p:spPr>
          <a:xfrm>
            <a:off x="1008888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79" name="Shape 370"/>
          <p:cNvSpPr/>
          <p:nvPr/>
        </p:nvSpPr>
        <p:spPr>
          <a:xfrm>
            <a:off x="1036320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80" name="Shape 371"/>
          <p:cNvSpPr/>
          <p:nvPr/>
        </p:nvSpPr>
        <p:spPr>
          <a:xfrm>
            <a:off x="1063752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81" name="Shape 372"/>
          <p:cNvSpPr/>
          <p:nvPr/>
        </p:nvSpPr>
        <p:spPr>
          <a:xfrm>
            <a:off x="10911840" y="3215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382" name="Text 373"/>
          <p:cNvSpPr txBox="1"/>
          <p:nvPr/>
        </p:nvSpPr>
        <p:spPr>
          <a:xfrm rot="16200000">
            <a:off x="2453640" y="853440"/>
            <a:ext cx="132588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</a:t>
            </a:r>
            <a:endParaRPr lang="en-US" sz="2550" dirty="0"/>
          </a:p>
        </p:txBody>
      </p:sp>
      <p:sp>
        <p:nvSpPr>
          <p:cNvPr id="383" name="Shape 374"/>
          <p:cNvSpPr/>
          <p:nvPr/>
        </p:nvSpPr>
        <p:spPr>
          <a:xfrm>
            <a:off x="3398520" y="358140"/>
            <a:ext cx="3009900" cy="2781300"/>
          </a:xfrm>
          <a:prstGeom prst="rect">
            <a:avLst/>
          </a:prstGeom>
          <a:solidFill>
            <a:srgbClr val="DDEBF7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384" name="Shape 375"/>
          <p:cNvSpPr/>
          <p:nvPr/>
        </p:nvSpPr>
        <p:spPr>
          <a:xfrm>
            <a:off x="3581400" y="411480"/>
            <a:ext cx="609600" cy="2659380"/>
          </a:xfrm>
          <a:prstGeom prst="rect">
            <a:avLst/>
          </a:prstGeom>
          <a:solidFill>
            <a:srgbClr val="A9D18E"/>
          </a:solidFill>
          <a:ln w="2540">
            <a:solidFill>
              <a:srgbClr val="A9D18E"/>
            </a:solidFill>
            <a:prstDash val="solid"/>
          </a:ln>
        </p:spPr>
      </p:sp>
      <p:sp>
        <p:nvSpPr>
          <p:cNvPr id="385" name="Shape 376"/>
          <p:cNvSpPr/>
          <p:nvPr/>
        </p:nvSpPr>
        <p:spPr>
          <a:xfrm>
            <a:off x="3800475" y="495300"/>
            <a:ext cx="192786" cy="210312"/>
          </a:xfrm>
          <a:prstGeom prst="ellipse">
            <a:avLst/>
          </a:prstGeom>
          <a:solidFill>
            <a:srgbClr val="FFFFFF"/>
          </a:solidFill>
          <a:ln w="43815">
            <a:solidFill>
              <a:srgbClr val="000000"/>
            </a:solidFill>
            <a:prstDash val="solid"/>
          </a:ln>
        </p:spPr>
      </p:sp>
      <p:sp>
        <p:nvSpPr>
          <p:cNvPr id="386" name="Shape 377"/>
          <p:cNvSpPr/>
          <p:nvPr/>
        </p:nvSpPr>
        <p:spPr>
          <a:xfrm>
            <a:off x="3774186" y="591693"/>
            <a:ext cx="245364" cy="21907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87" name="Shape 378"/>
          <p:cNvSpPr/>
          <p:nvPr/>
        </p:nvSpPr>
        <p:spPr>
          <a:xfrm>
            <a:off x="3870579" y="661797"/>
            <a:ext cx="52578" cy="61341"/>
          </a:xfrm>
          <a:prstGeom prst="ellipse">
            <a:avLst/>
          </a:prstGeom>
          <a:solidFill>
            <a:srgbClr val="A9D18E"/>
          </a:solidFill>
          <a:ln w="2540">
            <a:solidFill>
              <a:srgbClr val="A9D18E"/>
            </a:solidFill>
            <a:prstDash val="solid"/>
          </a:ln>
        </p:spPr>
      </p:sp>
      <p:sp>
        <p:nvSpPr>
          <p:cNvPr id="388" name="Shape 379"/>
          <p:cNvSpPr/>
          <p:nvPr/>
        </p:nvSpPr>
        <p:spPr>
          <a:xfrm>
            <a:off x="3896868" y="714375"/>
            <a:ext cx="0" cy="52578"/>
          </a:xfrm>
          <a:prstGeom prst="line">
            <a:avLst/>
          </a:prstGeom>
          <a:noFill/>
          <a:ln w="21908">
            <a:solidFill>
              <a:srgbClr val="A9D18E"/>
            </a:solidFill>
            <a:prstDash val="solid"/>
          </a:ln>
        </p:spPr>
      </p:sp>
      <p:sp>
        <p:nvSpPr>
          <p:cNvPr id="389" name="Text 380"/>
          <p:cNvSpPr txBox="1"/>
          <p:nvPr/>
        </p:nvSpPr>
        <p:spPr>
          <a:xfrm rot="16200000">
            <a:off x="2830830" y="1687830"/>
            <a:ext cx="21107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Pretrained hₚₜₘ</a:t>
            </a:r>
            <a:endParaRPr lang="en-US" sz="2325" dirty="0"/>
          </a:p>
        </p:txBody>
      </p:sp>
      <p:sp>
        <p:nvSpPr>
          <p:cNvPr id="390" name="Shape 381"/>
          <p:cNvSpPr/>
          <p:nvPr/>
        </p:nvSpPr>
        <p:spPr>
          <a:xfrm>
            <a:off x="4389120" y="403860"/>
            <a:ext cx="1287780" cy="2659380"/>
          </a:xfrm>
          <a:prstGeom prst="rect">
            <a:avLst/>
          </a:prstGeom>
          <a:solidFill>
            <a:srgbClr val="AFC6E6"/>
          </a:solidFill>
          <a:ln w="2540">
            <a:solidFill>
              <a:srgbClr val="AFC6E6"/>
            </a:solidFill>
            <a:prstDash val="solid"/>
          </a:ln>
        </p:spPr>
      </p:sp>
      <p:sp>
        <p:nvSpPr>
          <p:cNvPr id="391" name="Shape 382"/>
          <p:cNvSpPr/>
          <p:nvPr/>
        </p:nvSpPr>
        <p:spPr>
          <a:xfrm>
            <a:off x="4526280" y="792480"/>
            <a:ext cx="396240" cy="2110740"/>
          </a:xfrm>
          <a:prstGeom prst="rect">
            <a:avLst/>
          </a:prstGeom>
          <a:solidFill>
            <a:srgbClr val="E2F0D9"/>
          </a:solidFill>
          <a:ln w="47625">
            <a:solidFill>
              <a:srgbClr val="FFFFFF"/>
            </a:solidFill>
            <a:prstDash val="solid"/>
          </a:ln>
        </p:spPr>
      </p:sp>
      <p:sp>
        <p:nvSpPr>
          <p:cNvPr id="392" name="Text 383"/>
          <p:cNvSpPr txBox="1"/>
          <p:nvPr/>
        </p:nvSpPr>
        <p:spPr>
          <a:xfrm rot="16200000">
            <a:off x="4328160" y="1699260"/>
            <a:ext cx="784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endParaRPr lang="en-US" sz="2325" dirty="0"/>
          </a:p>
        </p:txBody>
      </p:sp>
      <p:sp>
        <p:nvSpPr>
          <p:cNvPr id="393" name="Shape 384"/>
          <p:cNvSpPr/>
          <p:nvPr/>
        </p:nvSpPr>
        <p:spPr>
          <a:xfrm>
            <a:off x="5189220" y="792480"/>
            <a:ext cx="396240" cy="21107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94" name="Shape 385"/>
          <p:cNvSpPr/>
          <p:nvPr/>
        </p:nvSpPr>
        <p:spPr>
          <a:xfrm>
            <a:off x="5288280" y="861060"/>
            <a:ext cx="198120" cy="198120"/>
          </a:xfrm>
          <a:prstGeom prst="ellipse">
            <a:avLst/>
          </a:prstGeom>
          <a:solidFill>
            <a:srgbClr val="8EB3D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5" name="Shape 386"/>
          <p:cNvSpPr/>
          <p:nvPr/>
        </p:nvSpPr>
        <p:spPr>
          <a:xfrm>
            <a:off x="5288280" y="1173480"/>
            <a:ext cx="198120" cy="198120"/>
          </a:xfrm>
          <a:prstGeom prst="ellipse">
            <a:avLst/>
          </a:prstGeom>
          <a:solidFill>
            <a:srgbClr val="8EB3D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6" name="Shape 387"/>
          <p:cNvSpPr/>
          <p:nvPr/>
        </p:nvSpPr>
        <p:spPr>
          <a:xfrm>
            <a:off x="5288280" y="1485900"/>
            <a:ext cx="198120" cy="198120"/>
          </a:xfrm>
          <a:prstGeom prst="ellipse">
            <a:avLst/>
          </a:prstGeom>
          <a:solidFill>
            <a:srgbClr val="8EB3D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7" name="Shape 388"/>
          <p:cNvSpPr/>
          <p:nvPr/>
        </p:nvSpPr>
        <p:spPr>
          <a:xfrm>
            <a:off x="5288280" y="1798320"/>
            <a:ext cx="198120" cy="198120"/>
          </a:xfrm>
          <a:prstGeom prst="ellipse">
            <a:avLst/>
          </a:prstGeom>
          <a:solidFill>
            <a:srgbClr val="8EB3D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8" name="Shape 389"/>
          <p:cNvSpPr/>
          <p:nvPr/>
        </p:nvSpPr>
        <p:spPr>
          <a:xfrm>
            <a:off x="5288280" y="2110740"/>
            <a:ext cx="198120" cy="198120"/>
          </a:xfrm>
          <a:prstGeom prst="ellipse">
            <a:avLst/>
          </a:prstGeom>
          <a:solidFill>
            <a:srgbClr val="8EB3D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9" name="Shape 390"/>
          <p:cNvSpPr/>
          <p:nvPr/>
        </p:nvSpPr>
        <p:spPr>
          <a:xfrm>
            <a:off x="5288280" y="2423160"/>
            <a:ext cx="198120" cy="198120"/>
          </a:xfrm>
          <a:prstGeom prst="ellipse">
            <a:avLst/>
          </a:prstGeom>
          <a:solidFill>
            <a:srgbClr val="8EB3D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0" name="Text 391"/>
          <p:cNvSpPr txBox="1"/>
          <p:nvPr/>
        </p:nvSpPr>
        <p:spPr>
          <a:xfrm>
            <a:off x="5280660" y="1638300"/>
            <a:ext cx="21336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⋮</a:t>
            </a:r>
            <a:endParaRPr lang="en-US" sz="2250" dirty="0"/>
          </a:p>
        </p:txBody>
      </p:sp>
      <p:sp>
        <p:nvSpPr>
          <p:cNvPr id="401" name="Shape 392"/>
          <p:cNvSpPr/>
          <p:nvPr/>
        </p:nvSpPr>
        <p:spPr>
          <a:xfrm>
            <a:off x="4191000" y="1874520"/>
            <a:ext cx="32004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02" name="Shape 393"/>
          <p:cNvSpPr/>
          <p:nvPr/>
        </p:nvSpPr>
        <p:spPr>
          <a:xfrm>
            <a:off x="4922520" y="1874520"/>
            <a:ext cx="2514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03" name="Shape 394"/>
          <p:cNvSpPr/>
          <p:nvPr/>
        </p:nvSpPr>
        <p:spPr>
          <a:xfrm>
            <a:off x="5593080" y="1874520"/>
            <a:ext cx="27432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04" name="Text 395"/>
          <p:cNvSpPr txBox="1"/>
          <p:nvPr/>
        </p:nvSpPr>
        <p:spPr>
          <a:xfrm>
            <a:off x="4724400" y="411480"/>
            <a:ext cx="6629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gω</a:t>
            </a:r>
            <a:endParaRPr lang="en-US" sz="2700" dirty="0"/>
          </a:p>
        </p:txBody>
      </p:sp>
      <p:sp>
        <p:nvSpPr>
          <p:cNvPr id="405" name="Text 396"/>
          <p:cNvSpPr txBox="1"/>
          <p:nvPr/>
        </p:nvSpPr>
        <p:spPr>
          <a:xfrm>
            <a:off x="5783580" y="1493520"/>
            <a:ext cx="5486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</a:t>
            </a:r>
            <a:endParaRPr lang="en-US" sz="2325" dirty="0"/>
          </a:p>
          <a:p>
            <a:pPr algn="ctr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 t̂f</a:t>
            </a:r>
            <a:endParaRPr lang="en-US" sz="2325" dirty="0"/>
          </a:p>
        </p:txBody>
      </p:sp>
      <p:sp>
        <p:nvSpPr>
          <p:cNvPr id="406" name="Text 397"/>
          <p:cNvSpPr txBox="1"/>
          <p:nvPr/>
        </p:nvSpPr>
        <p:spPr>
          <a:xfrm rot="16200000">
            <a:off x="5604510" y="1352550"/>
            <a:ext cx="2049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 Matching</a:t>
            </a:r>
            <a:endParaRPr lang="en-US" sz="2400" dirty="0"/>
          </a:p>
        </p:txBody>
      </p:sp>
      <p:sp>
        <p:nvSpPr>
          <p:cNvPr id="407" name="Shape 398"/>
          <p:cNvSpPr/>
          <p:nvPr/>
        </p:nvSpPr>
        <p:spPr>
          <a:xfrm>
            <a:off x="6446520" y="2484120"/>
            <a:ext cx="441960" cy="365760"/>
          </a:xfrm>
          <a:prstGeom prst="rightArrow">
            <a:avLst/>
          </a:prstGeom>
          <a:solidFill>
            <a:srgbClr val="FFFFFF"/>
          </a:solidFill>
          <a:ln w="38100">
            <a:solidFill>
              <a:srgbClr val="345B9D"/>
            </a:solidFill>
            <a:prstDash val="solid"/>
          </a:ln>
        </p:spPr>
      </p:sp>
      <p:sp>
        <p:nvSpPr>
          <p:cNvPr id="408" name="Shape 399"/>
          <p:cNvSpPr/>
          <p:nvPr/>
        </p:nvSpPr>
        <p:spPr>
          <a:xfrm>
            <a:off x="6896100" y="251460"/>
            <a:ext cx="4008120" cy="3040380"/>
          </a:xfrm>
          <a:prstGeom prst="rect">
            <a:avLst/>
          </a:prstGeom>
          <a:solidFill>
            <a:srgbClr val="FCE4D6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409" name="Shape 400"/>
          <p:cNvSpPr/>
          <p:nvPr/>
        </p:nvSpPr>
        <p:spPr>
          <a:xfrm>
            <a:off x="7124700" y="365760"/>
            <a:ext cx="3215640" cy="105156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410" name="Shape 401"/>
          <p:cNvSpPr/>
          <p:nvPr/>
        </p:nvSpPr>
        <p:spPr>
          <a:xfrm>
            <a:off x="7155180" y="388620"/>
            <a:ext cx="952500" cy="1005840"/>
          </a:xfrm>
          <a:prstGeom prst="rect">
            <a:avLst/>
          </a:prstGeom>
          <a:solidFill>
            <a:srgbClr val="E7D9C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11" name="Text 402"/>
          <p:cNvSpPr txBox="1"/>
          <p:nvPr/>
        </p:nvSpPr>
        <p:spPr>
          <a:xfrm>
            <a:off x="7216140" y="510540"/>
            <a:ext cx="822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Param.</a:t>
            </a:r>
            <a:endParaRPr lang="en-US" sz="2325" dirty="0"/>
          </a:p>
          <a:p>
            <a:pPr algn="ctr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Pool P</a:t>
            </a:r>
            <a:endParaRPr lang="en-US" sz="2325" dirty="0"/>
          </a:p>
        </p:txBody>
      </p:sp>
      <p:sp>
        <p:nvSpPr>
          <p:cNvPr id="412" name="Shape 403"/>
          <p:cNvSpPr/>
          <p:nvPr/>
        </p:nvSpPr>
        <p:spPr>
          <a:xfrm>
            <a:off x="8168640" y="449580"/>
            <a:ext cx="281940" cy="815340"/>
          </a:xfrm>
          <a:prstGeom prst="rect">
            <a:avLst/>
          </a:prstGeom>
          <a:solidFill>
            <a:srgbClr val="F4A97A"/>
          </a:solidFill>
          <a:ln w="2540">
            <a:solidFill>
              <a:srgbClr val="F4A97A"/>
            </a:solidFill>
            <a:prstDash val="solid"/>
          </a:ln>
        </p:spPr>
      </p:sp>
      <p:sp>
        <p:nvSpPr>
          <p:cNvPr id="413" name="Shape 404"/>
          <p:cNvSpPr/>
          <p:nvPr/>
        </p:nvSpPr>
        <p:spPr>
          <a:xfrm>
            <a:off x="8496300" y="449580"/>
            <a:ext cx="281940" cy="815340"/>
          </a:xfrm>
          <a:prstGeom prst="rect">
            <a:avLst/>
          </a:prstGeom>
          <a:solidFill>
            <a:srgbClr val="F4A97A"/>
          </a:solidFill>
          <a:ln w="2540">
            <a:solidFill>
              <a:srgbClr val="F4A97A"/>
            </a:solidFill>
            <a:prstDash val="solid"/>
          </a:ln>
        </p:spPr>
      </p:sp>
      <p:sp>
        <p:nvSpPr>
          <p:cNvPr id="414" name="Shape 405"/>
          <p:cNvSpPr/>
          <p:nvPr/>
        </p:nvSpPr>
        <p:spPr>
          <a:xfrm>
            <a:off x="8823960" y="449580"/>
            <a:ext cx="281940" cy="815340"/>
          </a:xfrm>
          <a:prstGeom prst="rect">
            <a:avLst/>
          </a:prstGeom>
          <a:solidFill>
            <a:srgbClr val="F4A97A"/>
          </a:solidFill>
          <a:ln w="2540">
            <a:solidFill>
              <a:srgbClr val="F4A97A"/>
            </a:solidFill>
            <a:prstDash val="solid"/>
          </a:ln>
        </p:spPr>
      </p:sp>
      <p:sp>
        <p:nvSpPr>
          <p:cNvPr id="415" name="Shape 406"/>
          <p:cNvSpPr/>
          <p:nvPr/>
        </p:nvSpPr>
        <p:spPr>
          <a:xfrm>
            <a:off x="9662160" y="449580"/>
            <a:ext cx="281940" cy="815340"/>
          </a:xfrm>
          <a:prstGeom prst="rect">
            <a:avLst/>
          </a:prstGeom>
          <a:solidFill>
            <a:srgbClr val="F4A97A"/>
          </a:solidFill>
          <a:ln w="2540">
            <a:solidFill>
              <a:srgbClr val="F4A97A"/>
            </a:solidFill>
            <a:prstDash val="solid"/>
          </a:ln>
        </p:spPr>
      </p:sp>
      <p:sp>
        <p:nvSpPr>
          <p:cNvPr id="416" name="Shape 407"/>
          <p:cNvSpPr/>
          <p:nvPr/>
        </p:nvSpPr>
        <p:spPr>
          <a:xfrm>
            <a:off x="9989820" y="449580"/>
            <a:ext cx="281940" cy="815340"/>
          </a:xfrm>
          <a:prstGeom prst="rect">
            <a:avLst/>
          </a:prstGeom>
          <a:solidFill>
            <a:srgbClr val="F4A97A"/>
          </a:solidFill>
          <a:ln w="2540">
            <a:solidFill>
              <a:srgbClr val="F4A97A"/>
            </a:solidFill>
            <a:prstDash val="solid"/>
          </a:ln>
        </p:spPr>
      </p:sp>
      <p:sp>
        <p:nvSpPr>
          <p:cNvPr id="417" name="Text 408"/>
          <p:cNvSpPr txBox="1"/>
          <p:nvPr/>
        </p:nvSpPr>
        <p:spPr>
          <a:xfrm>
            <a:off x="9121140" y="617220"/>
            <a:ext cx="5105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⋯</a:t>
            </a:r>
            <a:endParaRPr lang="en-US" sz="3000" dirty="0"/>
          </a:p>
        </p:txBody>
      </p:sp>
      <p:sp>
        <p:nvSpPr>
          <p:cNvPr id="418" name="Shape 409"/>
          <p:cNvSpPr/>
          <p:nvPr/>
        </p:nvSpPr>
        <p:spPr>
          <a:xfrm>
            <a:off x="9288780" y="1417320"/>
            <a:ext cx="0" cy="32766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pic>
        <p:nvPicPr>
          <p:cNvPr id="419" name="Image 7" descr="/home/wangfeifei/projects/skillopt/SkillOpt/ppt-rebuild/complex20-skill-ab-20260907/runs/gpt-5.6-sol/complex-006/.tmp/center-cat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2800" y="1501140"/>
            <a:ext cx="876300" cy="883920"/>
          </a:xfrm>
          <a:prstGeom prst="rect">
            <a:avLst/>
          </a:prstGeom>
        </p:spPr>
      </p:pic>
      <p:sp>
        <p:nvSpPr>
          <p:cNvPr id="420" name="Shape 410"/>
          <p:cNvSpPr/>
          <p:nvPr/>
        </p:nvSpPr>
        <p:spPr>
          <a:xfrm>
            <a:off x="7597140" y="2385060"/>
            <a:ext cx="0" cy="22098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21" name="Shape 411"/>
          <p:cNvSpPr/>
          <p:nvPr/>
        </p:nvSpPr>
        <p:spPr>
          <a:xfrm>
            <a:off x="8252460" y="1790700"/>
            <a:ext cx="2087880" cy="510540"/>
          </a:xfrm>
          <a:prstGeom prst="roundRect">
            <a:avLst>
              <a:gd name="adj" fmla="val 20896"/>
            </a:avLst>
          </a:prstGeom>
          <a:solidFill>
            <a:srgbClr val="FFFFFF"/>
          </a:solidFill>
          <a:ln w="38100">
            <a:solidFill>
              <a:srgbClr val="203864"/>
            </a:solidFill>
            <a:prstDash val="solid"/>
          </a:ln>
        </p:spPr>
      </p:sp>
      <p:sp>
        <p:nvSpPr>
          <p:cNvPr id="422" name="Text 412"/>
          <p:cNvSpPr txBox="1"/>
          <p:nvPr/>
        </p:nvSpPr>
        <p:spPr>
          <a:xfrm>
            <a:off x="8435340" y="1844040"/>
            <a:ext cx="17221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Selected p</a:t>
            </a:r>
            <a:endParaRPr lang="en-US" sz="2550" dirty="0"/>
          </a:p>
        </p:txBody>
      </p:sp>
      <p:sp>
        <p:nvSpPr>
          <p:cNvPr id="423" name="Shape 413"/>
          <p:cNvSpPr/>
          <p:nvPr/>
        </p:nvSpPr>
        <p:spPr>
          <a:xfrm>
            <a:off x="9288780" y="2301240"/>
            <a:ext cx="0" cy="31242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24" name="Shape 414"/>
          <p:cNvSpPr/>
          <p:nvPr/>
        </p:nvSpPr>
        <p:spPr>
          <a:xfrm>
            <a:off x="7124700" y="2621280"/>
            <a:ext cx="3268980" cy="571500"/>
          </a:xfrm>
          <a:prstGeom prst="rect">
            <a:avLst/>
          </a:prstGeom>
          <a:solidFill>
            <a:srgbClr val="A9D18E"/>
          </a:solidFill>
          <a:ln w="2540">
            <a:solidFill>
              <a:srgbClr val="A9D18E"/>
            </a:solidFill>
            <a:prstDash val="solid"/>
          </a:ln>
        </p:spPr>
      </p:sp>
      <p:sp>
        <p:nvSpPr>
          <p:cNvPr id="425" name="Shape 415"/>
          <p:cNvSpPr/>
          <p:nvPr/>
        </p:nvSpPr>
        <p:spPr>
          <a:xfrm>
            <a:off x="7583805" y="2712720"/>
            <a:ext cx="176022" cy="192024"/>
          </a:xfrm>
          <a:prstGeom prst="ellipse">
            <a:avLst/>
          </a:prstGeom>
          <a:solidFill>
            <a:srgbClr val="FFFFFF"/>
          </a:solidFill>
          <a:ln w="40005">
            <a:solidFill>
              <a:srgbClr val="000000"/>
            </a:solidFill>
            <a:prstDash val="solid"/>
          </a:ln>
        </p:spPr>
      </p:sp>
      <p:sp>
        <p:nvSpPr>
          <p:cNvPr id="426" name="Shape 416"/>
          <p:cNvSpPr/>
          <p:nvPr/>
        </p:nvSpPr>
        <p:spPr>
          <a:xfrm>
            <a:off x="7559802" y="2800731"/>
            <a:ext cx="224028" cy="2000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7" name="Shape 417"/>
          <p:cNvSpPr/>
          <p:nvPr/>
        </p:nvSpPr>
        <p:spPr>
          <a:xfrm>
            <a:off x="7647813" y="2864739"/>
            <a:ext cx="48006" cy="56007"/>
          </a:xfrm>
          <a:prstGeom prst="ellipse">
            <a:avLst/>
          </a:prstGeom>
          <a:solidFill>
            <a:srgbClr val="A9D18E"/>
          </a:solidFill>
          <a:ln w="2540">
            <a:solidFill>
              <a:srgbClr val="A9D18E"/>
            </a:solidFill>
            <a:prstDash val="solid"/>
          </a:ln>
        </p:spPr>
      </p:sp>
      <p:sp>
        <p:nvSpPr>
          <p:cNvPr id="428" name="Shape 418"/>
          <p:cNvSpPr/>
          <p:nvPr/>
        </p:nvSpPr>
        <p:spPr>
          <a:xfrm>
            <a:off x="7671816" y="2912745"/>
            <a:ext cx="0" cy="48006"/>
          </a:xfrm>
          <a:prstGeom prst="line">
            <a:avLst/>
          </a:prstGeom>
          <a:noFill/>
          <a:ln w="20003">
            <a:solidFill>
              <a:srgbClr val="A9D18E"/>
            </a:solidFill>
            <a:prstDash val="solid"/>
          </a:ln>
        </p:spPr>
      </p:sp>
      <p:sp>
        <p:nvSpPr>
          <p:cNvPr id="429" name="Text 419"/>
          <p:cNvSpPr txBox="1"/>
          <p:nvPr/>
        </p:nvSpPr>
        <p:spPr>
          <a:xfrm>
            <a:off x="7947660" y="2697480"/>
            <a:ext cx="228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Pretrained hₚₜₘ</a:t>
            </a:r>
            <a:endParaRPr lang="en-US" sz="2400" dirty="0"/>
          </a:p>
        </p:txBody>
      </p:sp>
      <p:sp>
        <p:nvSpPr>
          <p:cNvPr id="430" name="Shape 420"/>
          <p:cNvSpPr/>
          <p:nvPr/>
        </p:nvSpPr>
        <p:spPr>
          <a:xfrm>
            <a:off x="10393680" y="853440"/>
            <a:ext cx="426720" cy="16611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431" name="Text 421"/>
          <p:cNvSpPr txBox="1"/>
          <p:nvPr/>
        </p:nvSpPr>
        <p:spPr>
          <a:xfrm rot="16200000">
            <a:off x="9856470" y="1520190"/>
            <a:ext cx="15011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Rematching</a:t>
            </a:r>
            <a:endParaRPr lang="en-US" sz="2325" dirty="0"/>
          </a:p>
        </p:txBody>
      </p:sp>
      <p:sp>
        <p:nvSpPr>
          <p:cNvPr id="432" name="Shape 422"/>
          <p:cNvSpPr/>
          <p:nvPr/>
        </p:nvSpPr>
        <p:spPr>
          <a:xfrm>
            <a:off x="10614660" y="845820"/>
            <a:ext cx="0" cy="-30480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sp>
        <p:nvSpPr>
          <p:cNvPr id="433" name="Shape 423"/>
          <p:cNvSpPr/>
          <p:nvPr/>
        </p:nvSpPr>
        <p:spPr>
          <a:xfrm>
            <a:off x="10614660" y="541020"/>
            <a:ext cx="-27432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34" name="Text 424"/>
          <p:cNvSpPr txBox="1"/>
          <p:nvPr/>
        </p:nvSpPr>
        <p:spPr>
          <a:xfrm>
            <a:off x="10645140" y="419100"/>
            <a:ext cx="266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t̂s</a:t>
            </a:r>
            <a:endParaRPr lang="en-US" sz="2325" dirty="0"/>
          </a:p>
        </p:txBody>
      </p:sp>
      <p:sp>
        <p:nvSpPr>
          <p:cNvPr id="435" name="Shape 425"/>
          <p:cNvSpPr/>
          <p:nvPr/>
        </p:nvSpPr>
        <p:spPr>
          <a:xfrm>
            <a:off x="10393680" y="2910840"/>
            <a:ext cx="22098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sp>
        <p:nvSpPr>
          <p:cNvPr id="436" name="Shape 426"/>
          <p:cNvSpPr/>
          <p:nvPr/>
        </p:nvSpPr>
        <p:spPr>
          <a:xfrm>
            <a:off x="10614660" y="2910840"/>
            <a:ext cx="0" cy="-40386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37" name="Shape 427"/>
          <p:cNvSpPr/>
          <p:nvPr/>
        </p:nvSpPr>
        <p:spPr>
          <a:xfrm>
            <a:off x="2880360" y="3619500"/>
            <a:ext cx="8183880" cy="31851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dash"/>
          </a:ln>
        </p:spPr>
      </p:sp>
      <p:sp>
        <p:nvSpPr>
          <p:cNvPr id="438" name="Text 428"/>
          <p:cNvSpPr txBox="1"/>
          <p:nvPr/>
        </p:nvSpPr>
        <p:spPr>
          <a:xfrm rot="16200000">
            <a:off x="2522220" y="4229100"/>
            <a:ext cx="11887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25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</a:t>
            </a:r>
            <a:endParaRPr lang="en-US" sz="2625" dirty="0"/>
          </a:p>
        </p:txBody>
      </p:sp>
      <p:sp>
        <p:nvSpPr>
          <p:cNvPr id="439" name="Text 429"/>
          <p:cNvSpPr txBox="1"/>
          <p:nvPr/>
        </p:nvSpPr>
        <p:spPr>
          <a:xfrm rot="16200000">
            <a:off x="2632710" y="5795010"/>
            <a:ext cx="9677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CTRD</a:t>
            </a:r>
            <a:endParaRPr lang="en-US" sz="2550" dirty="0"/>
          </a:p>
        </p:txBody>
      </p:sp>
      <p:sp>
        <p:nvSpPr>
          <p:cNvPr id="440" name="Shape 430"/>
          <p:cNvSpPr/>
          <p:nvPr/>
        </p:nvSpPr>
        <p:spPr>
          <a:xfrm>
            <a:off x="3398520" y="3718560"/>
            <a:ext cx="7513320" cy="3025140"/>
          </a:xfrm>
          <a:prstGeom prst="rect">
            <a:avLst/>
          </a:prstGeom>
          <a:solidFill>
            <a:srgbClr val="DDEBF7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441" name="Shape 431"/>
          <p:cNvSpPr/>
          <p:nvPr/>
        </p:nvSpPr>
        <p:spPr>
          <a:xfrm>
            <a:off x="3489960" y="3764280"/>
            <a:ext cx="3550920" cy="2933700"/>
          </a:xfrm>
          <a:prstGeom prst="rect">
            <a:avLst/>
          </a:prstGeom>
          <a:solidFill>
            <a:srgbClr val="FCE4D6"/>
          </a:solidFill>
          <a:ln w="2540">
            <a:solidFill>
              <a:srgbClr val="FCE4D6"/>
            </a:solidFill>
            <a:prstDash val="solid"/>
          </a:ln>
        </p:spPr>
      </p:sp>
      <p:sp>
        <p:nvSpPr>
          <p:cNvPr id="442" name="Shape 432"/>
          <p:cNvSpPr/>
          <p:nvPr/>
        </p:nvSpPr>
        <p:spPr>
          <a:xfrm>
            <a:off x="3909060" y="4305300"/>
            <a:ext cx="0" cy="-38862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43" name="Shape 433"/>
          <p:cNvSpPr/>
          <p:nvPr/>
        </p:nvSpPr>
        <p:spPr>
          <a:xfrm>
            <a:off x="3909060" y="4511040"/>
            <a:ext cx="2918460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44" name="Text 434"/>
          <p:cNvSpPr txBox="1"/>
          <p:nvPr/>
        </p:nvSpPr>
        <p:spPr>
          <a:xfrm>
            <a:off x="3665220" y="3855720"/>
            <a:ext cx="19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2100" dirty="0"/>
          </a:p>
        </p:txBody>
      </p:sp>
      <p:sp>
        <p:nvSpPr>
          <p:cNvPr id="445" name="Shape 435"/>
          <p:cNvSpPr/>
          <p:nvPr/>
        </p:nvSpPr>
        <p:spPr>
          <a:xfrm>
            <a:off x="3947160" y="4084320"/>
            <a:ext cx="114300" cy="411480"/>
          </a:xfrm>
          <a:prstGeom prst="rect">
            <a:avLst/>
          </a:prstGeom>
          <a:solidFill>
            <a:srgbClr val="DDEBD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46" name="Shape 436"/>
          <p:cNvSpPr/>
          <p:nvPr/>
        </p:nvSpPr>
        <p:spPr>
          <a:xfrm>
            <a:off x="4076700" y="4152900"/>
            <a:ext cx="114300" cy="342900"/>
          </a:xfrm>
          <a:prstGeom prst="rect">
            <a:avLst/>
          </a:prstGeom>
          <a:solidFill>
            <a:srgbClr val="DDEBD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47" name="Shape 437"/>
          <p:cNvSpPr/>
          <p:nvPr/>
        </p:nvSpPr>
        <p:spPr>
          <a:xfrm>
            <a:off x="4206240" y="4259580"/>
            <a:ext cx="114300" cy="236220"/>
          </a:xfrm>
          <a:prstGeom prst="rect">
            <a:avLst/>
          </a:prstGeom>
          <a:solidFill>
            <a:srgbClr val="DDEBD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48" name="Shape 438"/>
          <p:cNvSpPr/>
          <p:nvPr/>
        </p:nvSpPr>
        <p:spPr>
          <a:xfrm>
            <a:off x="4335780" y="4358640"/>
            <a:ext cx="114300" cy="137160"/>
          </a:xfrm>
          <a:prstGeom prst="rect">
            <a:avLst/>
          </a:prstGeom>
          <a:solidFill>
            <a:srgbClr val="DDEBD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49" name="Shape 439"/>
          <p:cNvSpPr/>
          <p:nvPr/>
        </p:nvSpPr>
        <p:spPr>
          <a:xfrm>
            <a:off x="4465320" y="4290060"/>
            <a:ext cx="114300" cy="205740"/>
          </a:xfrm>
          <a:prstGeom prst="rect">
            <a:avLst/>
          </a:prstGeom>
          <a:solidFill>
            <a:srgbClr val="DDEBD5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50" name="Shape 440"/>
          <p:cNvSpPr/>
          <p:nvPr/>
        </p:nvSpPr>
        <p:spPr>
          <a:xfrm>
            <a:off x="4594860" y="4343400"/>
            <a:ext cx="114300" cy="152400"/>
          </a:xfrm>
          <a:prstGeom prst="rect">
            <a:avLst/>
          </a:prstGeom>
          <a:solidFill>
            <a:srgbClr val="F6E7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51" name="Shape 441"/>
          <p:cNvSpPr/>
          <p:nvPr/>
        </p:nvSpPr>
        <p:spPr>
          <a:xfrm>
            <a:off x="4724400" y="4305300"/>
            <a:ext cx="114300" cy="190500"/>
          </a:xfrm>
          <a:prstGeom prst="rect">
            <a:avLst/>
          </a:prstGeom>
          <a:solidFill>
            <a:srgbClr val="F6E7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52" name="Shape 442"/>
          <p:cNvSpPr/>
          <p:nvPr/>
        </p:nvSpPr>
        <p:spPr>
          <a:xfrm>
            <a:off x="4853940" y="4130040"/>
            <a:ext cx="114300" cy="365760"/>
          </a:xfrm>
          <a:prstGeom prst="rect">
            <a:avLst/>
          </a:prstGeom>
          <a:solidFill>
            <a:srgbClr val="F6E7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53" name="Shape 443"/>
          <p:cNvSpPr/>
          <p:nvPr/>
        </p:nvSpPr>
        <p:spPr>
          <a:xfrm>
            <a:off x="4983480" y="4046220"/>
            <a:ext cx="114300" cy="449580"/>
          </a:xfrm>
          <a:prstGeom prst="rect">
            <a:avLst/>
          </a:prstGeom>
          <a:solidFill>
            <a:srgbClr val="AFC6E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54" name="Shape 444"/>
          <p:cNvSpPr/>
          <p:nvPr/>
        </p:nvSpPr>
        <p:spPr>
          <a:xfrm>
            <a:off x="5113020" y="4236720"/>
            <a:ext cx="114300" cy="259080"/>
          </a:xfrm>
          <a:prstGeom prst="rect">
            <a:avLst/>
          </a:prstGeom>
          <a:solidFill>
            <a:srgbClr val="AFC6E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55" name="Shape 445"/>
          <p:cNvSpPr/>
          <p:nvPr/>
        </p:nvSpPr>
        <p:spPr>
          <a:xfrm>
            <a:off x="5242560" y="4328160"/>
            <a:ext cx="114300" cy="167640"/>
          </a:xfrm>
          <a:prstGeom prst="rect">
            <a:avLst/>
          </a:prstGeom>
          <a:solidFill>
            <a:srgbClr val="AFC6E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56" name="Shape 446"/>
          <p:cNvSpPr/>
          <p:nvPr/>
        </p:nvSpPr>
        <p:spPr>
          <a:xfrm>
            <a:off x="5372100" y="4411980"/>
            <a:ext cx="114300" cy="83820"/>
          </a:xfrm>
          <a:prstGeom prst="rect">
            <a:avLst/>
          </a:prstGeom>
          <a:solidFill>
            <a:srgbClr val="AFC6E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57" name="Shape 447"/>
          <p:cNvSpPr/>
          <p:nvPr/>
        </p:nvSpPr>
        <p:spPr>
          <a:xfrm>
            <a:off x="5501640" y="4373880"/>
            <a:ext cx="114300" cy="121920"/>
          </a:xfrm>
          <a:prstGeom prst="rect">
            <a:avLst/>
          </a:prstGeom>
          <a:solidFill>
            <a:srgbClr val="AFC6E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58" name="Shape 448"/>
          <p:cNvSpPr/>
          <p:nvPr/>
        </p:nvSpPr>
        <p:spPr>
          <a:xfrm>
            <a:off x="5631180" y="4312920"/>
            <a:ext cx="114300" cy="182880"/>
          </a:xfrm>
          <a:prstGeom prst="rect">
            <a:avLst/>
          </a:prstGeom>
          <a:solidFill>
            <a:srgbClr val="F6E7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59" name="Shape 449"/>
          <p:cNvSpPr/>
          <p:nvPr/>
        </p:nvSpPr>
        <p:spPr>
          <a:xfrm>
            <a:off x="5760720" y="4343400"/>
            <a:ext cx="114300" cy="152400"/>
          </a:xfrm>
          <a:prstGeom prst="rect">
            <a:avLst/>
          </a:prstGeom>
          <a:solidFill>
            <a:srgbClr val="F6E7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60" name="Shape 450"/>
          <p:cNvSpPr/>
          <p:nvPr/>
        </p:nvSpPr>
        <p:spPr>
          <a:xfrm>
            <a:off x="5890260" y="4358640"/>
            <a:ext cx="114300" cy="137160"/>
          </a:xfrm>
          <a:prstGeom prst="rect">
            <a:avLst/>
          </a:prstGeom>
          <a:solidFill>
            <a:srgbClr val="F6E7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61" name="Shape 451"/>
          <p:cNvSpPr/>
          <p:nvPr/>
        </p:nvSpPr>
        <p:spPr>
          <a:xfrm>
            <a:off x="6019800" y="4267200"/>
            <a:ext cx="114300" cy="228600"/>
          </a:xfrm>
          <a:prstGeom prst="rect">
            <a:avLst/>
          </a:prstGeom>
          <a:solidFill>
            <a:srgbClr val="F6E7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62" name="Shape 452"/>
          <p:cNvSpPr/>
          <p:nvPr/>
        </p:nvSpPr>
        <p:spPr>
          <a:xfrm>
            <a:off x="6149340" y="4290060"/>
            <a:ext cx="114300" cy="205740"/>
          </a:xfrm>
          <a:prstGeom prst="rect">
            <a:avLst/>
          </a:prstGeom>
          <a:solidFill>
            <a:srgbClr val="F6E7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63" name="Shape 453"/>
          <p:cNvSpPr/>
          <p:nvPr/>
        </p:nvSpPr>
        <p:spPr>
          <a:xfrm>
            <a:off x="6278880" y="4328160"/>
            <a:ext cx="114300" cy="167640"/>
          </a:xfrm>
          <a:prstGeom prst="rect">
            <a:avLst/>
          </a:prstGeom>
          <a:solidFill>
            <a:srgbClr val="F6E7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64" name="Shape 454"/>
          <p:cNvSpPr/>
          <p:nvPr/>
        </p:nvSpPr>
        <p:spPr>
          <a:xfrm>
            <a:off x="6408420" y="4373880"/>
            <a:ext cx="114300" cy="121920"/>
          </a:xfrm>
          <a:prstGeom prst="rect">
            <a:avLst/>
          </a:prstGeom>
          <a:solidFill>
            <a:srgbClr val="F6E7D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65" name="Text 455"/>
          <p:cNvSpPr txBox="1"/>
          <p:nvPr/>
        </p:nvSpPr>
        <p:spPr>
          <a:xfrm>
            <a:off x="4008120" y="3840480"/>
            <a:ext cx="38862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7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T₁</a:t>
            </a:r>
            <a:endParaRPr lang="en-US" sz="2175" dirty="0"/>
          </a:p>
        </p:txBody>
      </p:sp>
      <p:sp>
        <p:nvSpPr>
          <p:cNvPr id="466" name="Text 456"/>
          <p:cNvSpPr txBox="1"/>
          <p:nvPr/>
        </p:nvSpPr>
        <p:spPr>
          <a:xfrm>
            <a:off x="4579620" y="3832860"/>
            <a:ext cx="38862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7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T₂</a:t>
            </a:r>
            <a:endParaRPr lang="en-US" sz="2175" dirty="0"/>
          </a:p>
        </p:txBody>
      </p:sp>
      <p:sp>
        <p:nvSpPr>
          <p:cNvPr id="467" name="Text 457"/>
          <p:cNvSpPr txBox="1"/>
          <p:nvPr/>
        </p:nvSpPr>
        <p:spPr>
          <a:xfrm>
            <a:off x="5227320" y="3825240"/>
            <a:ext cx="38862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7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T₃</a:t>
            </a:r>
            <a:endParaRPr lang="en-US" sz="2175" dirty="0"/>
          </a:p>
        </p:txBody>
      </p:sp>
      <p:sp>
        <p:nvSpPr>
          <p:cNvPr id="468" name="Text 458"/>
          <p:cNvSpPr txBox="1"/>
          <p:nvPr/>
        </p:nvSpPr>
        <p:spPr>
          <a:xfrm>
            <a:off x="5699760" y="3825240"/>
            <a:ext cx="3886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⋯</a:t>
            </a:r>
            <a:endParaRPr lang="en-US" sz="2325" dirty="0"/>
          </a:p>
        </p:txBody>
      </p:sp>
      <p:sp>
        <p:nvSpPr>
          <p:cNvPr id="469" name="Text 459"/>
          <p:cNvSpPr txBox="1"/>
          <p:nvPr/>
        </p:nvSpPr>
        <p:spPr>
          <a:xfrm>
            <a:off x="6118860" y="3817620"/>
            <a:ext cx="6553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7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Tₜ₋₁</a:t>
            </a:r>
            <a:endParaRPr lang="en-US" sz="2175" dirty="0"/>
          </a:p>
        </p:txBody>
      </p:sp>
      <p:sp>
        <p:nvSpPr>
          <p:cNvPr id="470" name="Shape 460"/>
          <p:cNvSpPr/>
          <p:nvPr/>
        </p:nvSpPr>
        <p:spPr>
          <a:xfrm>
            <a:off x="5135880" y="4556760"/>
            <a:ext cx="274320" cy="274320"/>
          </a:xfrm>
          <a:prstGeom prst="downArrow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471" name="Text 461"/>
          <p:cNvSpPr txBox="1"/>
          <p:nvPr/>
        </p:nvSpPr>
        <p:spPr>
          <a:xfrm>
            <a:off x="5463540" y="4572000"/>
            <a:ext cx="769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top-K</a:t>
            </a:r>
            <a:endParaRPr lang="en-US" sz="2100" dirty="0"/>
          </a:p>
        </p:txBody>
      </p:sp>
      <p:sp>
        <p:nvSpPr>
          <p:cNvPr id="472" name="Shape 462"/>
          <p:cNvSpPr/>
          <p:nvPr/>
        </p:nvSpPr>
        <p:spPr>
          <a:xfrm>
            <a:off x="3695700" y="4831080"/>
            <a:ext cx="3215640" cy="480060"/>
          </a:xfrm>
          <a:prstGeom prst="roundRect">
            <a:avLst>
              <a:gd name="adj" fmla="val 20635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473" name="Text 463"/>
          <p:cNvSpPr txBox="1"/>
          <p:nvPr/>
        </p:nvSpPr>
        <p:spPr>
          <a:xfrm>
            <a:off x="3886200" y="4884420"/>
            <a:ext cx="280416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{T₁,  T₃,  T₄  ⋯  Tⱼ}</a:t>
            </a:r>
            <a:endParaRPr lang="en-US" sz="2325" dirty="0"/>
          </a:p>
        </p:txBody>
      </p:sp>
      <p:sp>
        <p:nvSpPr>
          <p:cNvPr id="474" name="Shape 464"/>
          <p:cNvSpPr/>
          <p:nvPr/>
        </p:nvSpPr>
        <p:spPr>
          <a:xfrm>
            <a:off x="5135880" y="5334000"/>
            <a:ext cx="274320" cy="274320"/>
          </a:xfrm>
          <a:prstGeom prst="downArrow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475" name="Shape 465"/>
          <p:cNvSpPr/>
          <p:nvPr/>
        </p:nvSpPr>
        <p:spPr>
          <a:xfrm>
            <a:off x="3710940" y="5608320"/>
            <a:ext cx="3200400" cy="102108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476" name="Shape 466"/>
          <p:cNvSpPr/>
          <p:nvPr/>
        </p:nvSpPr>
        <p:spPr>
          <a:xfrm>
            <a:off x="3733800" y="5638800"/>
            <a:ext cx="952500" cy="960120"/>
          </a:xfrm>
          <a:prstGeom prst="rect">
            <a:avLst/>
          </a:prstGeom>
          <a:solidFill>
            <a:srgbClr val="E7D9C8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77" name="Text 467"/>
          <p:cNvSpPr txBox="1"/>
          <p:nvPr/>
        </p:nvSpPr>
        <p:spPr>
          <a:xfrm>
            <a:off x="3787140" y="5783580"/>
            <a:ext cx="8153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Param.</a:t>
            </a:r>
            <a:endParaRPr lang="en-US" sz="2325" dirty="0"/>
          </a:p>
          <a:p>
            <a:pPr algn="ctr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Pool P</a:t>
            </a:r>
            <a:endParaRPr lang="en-US" sz="2325" dirty="0"/>
          </a:p>
        </p:txBody>
      </p:sp>
      <p:sp>
        <p:nvSpPr>
          <p:cNvPr id="478" name="Shape 468"/>
          <p:cNvSpPr/>
          <p:nvPr/>
        </p:nvSpPr>
        <p:spPr>
          <a:xfrm>
            <a:off x="4770120" y="5753100"/>
            <a:ext cx="274320" cy="807720"/>
          </a:xfrm>
          <a:prstGeom prst="rect">
            <a:avLst/>
          </a:prstGeom>
          <a:solidFill>
            <a:srgbClr val="F4A97A"/>
          </a:solidFill>
          <a:ln w="2540">
            <a:solidFill>
              <a:srgbClr val="F4A97A"/>
            </a:solidFill>
            <a:prstDash val="solid"/>
          </a:ln>
        </p:spPr>
      </p:sp>
      <p:sp>
        <p:nvSpPr>
          <p:cNvPr id="479" name="Shape 469"/>
          <p:cNvSpPr/>
          <p:nvPr/>
        </p:nvSpPr>
        <p:spPr>
          <a:xfrm>
            <a:off x="5105400" y="5753100"/>
            <a:ext cx="274320" cy="807720"/>
          </a:xfrm>
          <a:prstGeom prst="rect">
            <a:avLst/>
          </a:prstGeom>
          <a:solidFill>
            <a:srgbClr val="F4A97A"/>
          </a:solidFill>
          <a:ln w="2540">
            <a:solidFill>
              <a:srgbClr val="F4A97A"/>
            </a:solidFill>
            <a:prstDash val="solid"/>
          </a:ln>
        </p:spPr>
      </p:sp>
      <p:sp>
        <p:nvSpPr>
          <p:cNvPr id="480" name="Shape 470"/>
          <p:cNvSpPr/>
          <p:nvPr/>
        </p:nvSpPr>
        <p:spPr>
          <a:xfrm>
            <a:off x="5440680" y="5753100"/>
            <a:ext cx="274320" cy="807720"/>
          </a:xfrm>
          <a:prstGeom prst="rect">
            <a:avLst/>
          </a:prstGeom>
          <a:solidFill>
            <a:srgbClr val="F4A97A"/>
          </a:solidFill>
          <a:ln w="2540">
            <a:solidFill>
              <a:srgbClr val="F4A97A"/>
            </a:solidFill>
            <a:prstDash val="solid"/>
          </a:ln>
        </p:spPr>
      </p:sp>
      <p:sp>
        <p:nvSpPr>
          <p:cNvPr id="481" name="Shape 471"/>
          <p:cNvSpPr/>
          <p:nvPr/>
        </p:nvSpPr>
        <p:spPr>
          <a:xfrm>
            <a:off x="6248400" y="5753100"/>
            <a:ext cx="274320" cy="807720"/>
          </a:xfrm>
          <a:prstGeom prst="rect">
            <a:avLst/>
          </a:prstGeom>
          <a:solidFill>
            <a:srgbClr val="F4A97A"/>
          </a:solidFill>
          <a:ln w="2540">
            <a:solidFill>
              <a:srgbClr val="F4A97A"/>
            </a:solidFill>
            <a:prstDash val="solid"/>
          </a:ln>
        </p:spPr>
      </p:sp>
      <p:sp>
        <p:nvSpPr>
          <p:cNvPr id="482" name="Shape 472"/>
          <p:cNvSpPr/>
          <p:nvPr/>
        </p:nvSpPr>
        <p:spPr>
          <a:xfrm>
            <a:off x="4839462" y="5974080"/>
            <a:ext cx="137465" cy="149962"/>
          </a:xfrm>
          <a:prstGeom prst="ellipse">
            <a:avLst/>
          </a:prstGeom>
          <a:solidFill>
            <a:srgbClr val="FFFFFF"/>
          </a:solidFill>
          <a:ln w="31242">
            <a:solidFill>
              <a:srgbClr val="000000"/>
            </a:solidFill>
            <a:prstDash val="solid"/>
          </a:ln>
        </p:spPr>
      </p:sp>
      <p:sp>
        <p:nvSpPr>
          <p:cNvPr id="483" name="Shape 473"/>
          <p:cNvSpPr/>
          <p:nvPr/>
        </p:nvSpPr>
        <p:spPr>
          <a:xfrm>
            <a:off x="4820717" y="6042812"/>
            <a:ext cx="174955" cy="15621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84" name="Shape 474"/>
          <p:cNvSpPr/>
          <p:nvPr/>
        </p:nvSpPr>
        <p:spPr>
          <a:xfrm>
            <a:off x="4889449" y="6092800"/>
            <a:ext cx="37490" cy="43739"/>
          </a:xfrm>
          <a:prstGeom prst="ellipse">
            <a:avLst/>
          </a:prstGeom>
          <a:solidFill>
            <a:srgbClr val="A9D18E"/>
          </a:solidFill>
          <a:ln w="2540">
            <a:solidFill>
              <a:srgbClr val="A9D18E"/>
            </a:solidFill>
            <a:prstDash val="solid"/>
          </a:ln>
        </p:spPr>
      </p:sp>
      <p:sp>
        <p:nvSpPr>
          <p:cNvPr id="485" name="Shape 475"/>
          <p:cNvSpPr/>
          <p:nvPr/>
        </p:nvSpPr>
        <p:spPr>
          <a:xfrm>
            <a:off x="4908194" y="6130290"/>
            <a:ext cx="0" cy="37490"/>
          </a:xfrm>
          <a:prstGeom prst="line">
            <a:avLst/>
          </a:prstGeom>
          <a:noFill/>
          <a:ln w="15621">
            <a:solidFill>
              <a:srgbClr val="A9D18E"/>
            </a:solidFill>
            <a:prstDash val="solid"/>
          </a:ln>
        </p:spPr>
      </p:sp>
      <p:sp>
        <p:nvSpPr>
          <p:cNvPr id="486" name="Shape 476"/>
          <p:cNvSpPr/>
          <p:nvPr/>
        </p:nvSpPr>
        <p:spPr>
          <a:xfrm>
            <a:off x="5174742" y="5974080"/>
            <a:ext cx="137465" cy="149962"/>
          </a:xfrm>
          <a:prstGeom prst="ellipse">
            <a:avLst/>
          </a:prstGeom>
          <a:solidFill>
            <a:srgbClr val="FFFFFF"/>
          </a:solidFill>
          <a:ln w="31242">
            <a:solidFill>
              <a:srgbClr val="000000"/>
            </a:solidFill>
            <a:prstDash val="solid"/>
          </a:ln>
        </p:spPr>
      </p:sp>
      <p:sp>
        <p:nvSpPr>
          <p:cNvPr id="487" name="Shape 477"/>
          <p:cNvSpPr/>
          <p:nvPr/>
        </p:nvSpPr>
        <p:spPr>
          <a:xfrm>
            <a:off x="5155997" y="6042812"/>
            <a:ext cx="174955" cy="15621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88" name="Shape 478"/>
          <p:cNvSpPr/>
          <p:nvPr/>
        </p:nvSpPr>
        <p:spPr>
          <a:xfrm>
            <a:off x="5224729" y="6092800"/>
            <a:ext cx="37490" cy="43739"/>
          </a:xfrm>
          <a:prstGeom prst="ellipse">
            <a:avLst/>
          </a:prstGeom>
          <a:solidFill>
            <a:srgbClr val="A9D18E"/>
          </a:solidFill>
          <a:ln w="2540">
            <a:solidFill>
              <a:srgbClr val="A9D18E"/>
            </a:solidFill>
            <a:prstDash val="solid"/>
          </a:ln>
        </p:spPr>
      </p:sp>
      <p:sp>
        <p:nvSpPr>
          <p:cNvPr id="489" name="Shape 479"/>
          <p:cNvSpPr/>
          <p:nvPr/>
        </p:nvSpPr>
        <p:spPr>
          <a:xfrm>
            <a:off x="5243474" y="6130290"/>
            <a:ext cx="0" cy="37490"/>
          </a:xfrm>
          <a:prstGeom prst="line">
            <a:avLst/>
          </a:prstGeom>
          <a:noFill/>
          <a:ln w="15621">
            <a:solidFill>
              <a:srgbClr val="A9D18E"/>
            </a:solidFill>
            <a:prstDash val="solid"/>
          </a:ln>
        </p:spPr>
      </p:sp>
      <p:sp>
        <p:nvSpPr>
          <p:cNvPr id="490" name="Shape 480"/>
          <p:cNvSpPr/>
          <p:nvPr/>
        </p:nvSpPr>
        <p:spPr>
          <a:xfrm>
            <a:off x="5510022" y="5974080"/>
            <a:ext cx="137465" cy="149962"/>
          </a:xfrm>
          <a:prstGeom prst="ellipse">
            <a:avLst/>
          </a:prstGeom>
          <a:solidFill>
            <a:srgbClr val="FFFFFF"/>
          </a:solidFill>
          <a:ln w="31242">
            <a:solidFill>
              <a:srgbClr val="000000"/>
            </a:solidFill>
            <a:prstDash val="solid"/>
          </a:ln>
        </p:spPr>
      </p:sp>
      <p:sp>
        <p:nvSpPr>
          <p:cNvPr id="491" name="Shape 481"/>
          <p:cNvSpPr/>
          <p:nvPr/>
        </p:nvSpPr>
        <p:spPr>
          <a:xfrm>
            <a:off x="5491277" y="6042812"/>
            <a:ext cx="174955" cy="15621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92" name="Shape 482"/>
          <p:cNvSpPr/>
          <p:nvPr/>
        </p:nvSpPr>
        <p:spPr>
          <a:xfrm>
            <a:off x="5560009" y="6092800"/>
            <a:ext cx="37490" cy="43739"/>
          </a:xfrm>
          <a:prstGeom prst="ellipse">
            <a:avLst/>
          </a:prstGeom>
          <a:solidFill>
            <a:srgbClr val="A9D18E"/>
          </a:solidFill>
          <a:ln w="2540">
            <a:solidFill>
              <a:srgbClr val="A9D18E"/>
            </a:solidFill>
            <a:prstDash val="solid"/>
          </a:ln>
        </p:spPr>
      </p:sp>
      <p:sp>
        <p:nvSpPr>
          <p:cNvPr id="493" name="Shape 483"/>
          <p:cNvSpPr/>
          <p:nvPr/>
        </p:nvSpPr>
        <p:spPr>
          <a:xfrm>
            <a:off x="5578754" y="6130290"/>
            <a:ext cx="0" cy="37490"/>
          </a:xfrm>
          <a:prstGeom prst="line">
            <a:avLst/>
          </a:prstGeom>
          <a:noFill/>
          <a:ln w="15621">
            <a:solidFill>
              <a:srgbClr val="A9D18E"/>
            </a:solidFill>
            <a:prstDash val="solid"/>
          </a:ln>
        </p:spPr>
      </p:sp>
      <p:sp>
        <p:nvSpPr>
          <p:cNvPr id="494" name="Shape 484"/>
          <p:cNvSpPr/>
          <p:nvPr/>
        </p:nvSpPr>
        <p:spPr>
          <a:xfrm>
            <a:off x="6317742" y="5974080"/>
            <a:ext cx="137465" cy="149962"/>
          </a:xfrm>
          <a:prstGeom prst="ellipse">
            <a:avLst/>
          </a:prstGeom>
          <a:solidFill>
            <a:srgbClr val="FFFFFF"/>
          </a:solidFill>
          <a:ln w="31242">
            <a:solidFill>
              <a:srgbClr val="000000"/>
            </a:solidFill>
            <a:prstDash val="solid"/>
          </a:ln>
        </p:spPr>
      </p:sp>
      <p:sp>
        <p:nvSpPr>
          <p:cNvPr id="495" name="Shape 485"/>
          <p:cNvSpPr/>
          <p:nvPr/>
        </p:nvSpPr>
        <p:spPr>
          <a:xfrm>
            <a:off x="6298997" y="6042812"/>
            <a:ext cx="174955" cy="15621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96" name="Shape 486"/>
          <p:cNvSpPr/>
          <p:nvPr/>
        </p:nvSpPr>
        <p:spPr>
          <a:xfrm>
            <a:off x="6367729" y="6092800"/>
            <a:ext cx="37490" cy="43739"/>
          </a:xfrm>
          <a:prstGeom prst="ellipse">
            <a:avLst/>
          </a:prstGeom>
          <a:solidFill>
            <a:srgbClr val="A9D18E"/>
          </a:solidFill>
          <a:ln w="2540">
            <a:solidFill>
              <a:srgbClr val="A9D18E"/>
            </a:solidFill>
            <a:prstDash val="solid"/>
          </a:ln>
        </p:spPr>
      </p:sp>
      <p:sp>
        <p:nvSpPr>
          <p:cNvPr id="497" name="Shape 487"/>
          <p:cNvSpPr/>
          <p:nvPr/>
        </p:nvSpPr>
        <p:spPr>
          <a:xfrm>
            <a:off x="6386474" y="6130290"/>
            <a:ext cx="0" cy="37490"/>
          </a:xfrm>
          <a:prstGeom prst="line">
            <a:avLst/>
          </a:prstGeom>
          <a:noFill/>
          <a:ln w="15621">
            <a:solidFill>
              <a:srgbClr val="A9D18E"/>
            </a:solidFill>
            <a:prstDash val="solid"/>
          </a:ln>
        </p:spPr>
      </p:sp>
      <p:sp>
        <p:nvSpPr>
          <p:cNvPr id="498" name="Text 488"/>
          <p:cNvSpPr txBox="1"/>
          <p:nvPr/>
        </p:nvSpPr>
        <p:spPr>
          <a:xfrm>
            <a:off x="5760720" y="5966460"/>
            <a:ext cx="464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25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⋯</a:t>
            </a:r>
            <a:endParaRPr lang="en-US" sz="2925" dirty="0"/>
          </a:p>
        </p:txBody>
      </p:sp>
      <p:sp>
        <p:nvSpPr>
          <p:cNvPr id="499" name="Shape 489"/>
          <p:cNvSpPr/>
          <p:nvPr/>
        </p:nvSpPr>
        <p:spPr>
          <a:xfrm>
            <a:off x="6553200" y="5753100"/>
            <a:ext cx="312420" cy="8077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500" name="Shape 490"/>
          <p:cNvSpPr/>
          <p:nvPr/>
        </p:nvSpPr>
        <p:spPr>
          <a:xfrm rot="10800000">
            <a:off x="6614160" y="5951220"/>
            <a:ext cx="205740" cy="373380"/>
          </a:xfrm>
          <a:prstGeom prst="teardrop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501" name="Shape 491"/>
          <p:cNvSpPr/>
          <p:nvPr/>
        </p:nvSpPr>
        <p:spPr>
          <a:xfrm>
            <a:off x="7071360" y="4991100"/>
            <a:ext cx="358140" cy="434340"/>
          </a:xfrm>
          <a:prstGeom prst="rightArrow">
            <a:avLst/>
          </a:prstGeom>
          <a:solidFill>
            <a:srgbClr val="FFFFFF"/>
          </a:solidFill>
          <a:ln w="38100">
            <a:solidFill>
              <a:srgbClr val="345B9D"/>
            </a:solidFill>
            <a:prstDash val="solid"/>
          </a:ln>
        </p:spPr>
      </p:sp>
      <p:sp>
        <p:nvSpPr>
          <p:cNvPr id="502" name="Shape 492"/>
          <p:cNvSpPr/>
          <p:nvPr/>
        </p:nvSpPr>
        <p:spPr>
          <a:xfrm>
            <a:off x="7414260" y="3802380"/>
            <a:ext cx="3368040" cy="1546860"/>
          </a:xfrm>
          <a:prstGeom prst="roundRect">
            <a:avLst>
              <a:gd name="adj" fmla="val 11823"/>
            </a:avLst>
          </a:prstGeom>
          <a:solidFill>
            <a:srgbClr val="D9D9D9"/>
          </a:solidFill>
          <a:ln w="2540">
            <a:solidFill>
              <a:srgbClr val="D9D9D9"/>
            </a:solidFill>
            <a:prstDash val="solid"/>
          </a:ln>
        </p:spPr>
      </p:sp>
      <p:sp>
        <p:nvSpPr>
          <p:cNvPr id="503" name="Shape 493"/>
          <p:cNvSpPr/>
          <p:nvPr/>
        </p:nvSpPr>
        <p:spPr>
          <a:xfrm rot="840000">
            <a:off x="7764780" y="3943502"/>
            <a:ext cx="579120" cy="555955"/>
          </a:xfrm>
          <a:prstGeom prst="rect">
            <a:avLst/>
          </a:prstGeom>
          <a:solidFill>
            <a:srgbClr val="FFFFFF"/>
          </a:solidFill>
          <a:ln w="28575">
            <a:solidFill>
              <a:srgbClr val="2F75B5"/>
            </a:solidFill>
            <a:prstDash val="sysDot"/>
          </a:ln>
        </p:spPr>
      </p:sp>
      <p:sp>
        <p:nvSpPr>
          <p:cNvPr id="504" name="Shape 494"/>
          <p:cNvSpPr/>
          <p:nvPr/>
        </p:nvSpPr>
        <p:spPr>
          <a:xfrm>
            <a:off x="7880604" y="4117238"/>
            <a:ext cx="173736" cy="-984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05" name="Shape 495"/>
          <p:cNvSpPr/>
          <p:nvPr/>
        </p:nvSpPr>
        <p:spPr>
          <a:xfrm>
            <a:off x="8054340" y="4018788"/>
            <a:ext cx="173736" cy="104242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06" name="Shape 496"/>
          <p:cNvSpPr/>
          <p:nvPr/>
        </p:nvSpPr>
        <p:spPr>
          <a:xfrm>
            <a:off x="7880604" y="4117238"/>
            <a:ext cx="185318" cy="138989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07" name="Shape 497"/>
          <p:cNvSpPr/>
          <p:nvPr/>
        </p:nvSpPr>
        <p:spPr>
          <a:xfrm>
            <a:off x="7880604" y="4117238"/>
            <a:ext cx="173736" cy="301142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08" name="Shape 498"/>
          <p:cNvSpPr/>
          <p:nvPr/>
        </p:nvSpPr>
        <p:spPr>
          <a:xfrm>
            <a:off x="8054340" y="4018788"/>
            <a:ext cx="-162154" cy="306934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09" name="Shape 499"/>
          <p:cNvSpPr/>
          <p:nvPr/>
        </p:nvSpPr>
        <p:spPr>
          <a:xfrm>
            <a:off x="8054340" y="4018788"/>
            <a:ext cx="179527" cy="33589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10" name="Shape 500"/>
          <p:cNvSpPr/>
          <p:nvPr/>
        </p:nvSpPr>
        <p:spPr>
          <a:xfrm>
            <a:off x="8228076" y="4123030"/>
            <a:ext cx="-162154" cy="133198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11" name="Shape 501"/>
          <p:cNvSpPr/>
          <p:nvPr/>
        </p:nvSpPr>
        <p:spPr>
          <a:xfrm>
            <a:off x="8228076" y="4123030"/>
            <a:ext cx="-173736" cy="295351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12" name="Shape 502"/>
          <p:cNvSpPr/>
          <p:nvPr/>
        </p:nvSpPr>
        <p:spPr>
          <a:xfrm>
            <a:off x="7892186" y="4325722"/>
            <a:ext cx="173736" cy="-69494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13" name="Shape 503"/>
          <p:cNvSpPr/>
          <p:nvPr/>
        </p:nvSpPr>
        <p:spPr>
          <a:xfrm>
            <a:off x="8065922" y="4256227"/>
            <a:ext cx="167945" cy="984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14" name="Shape 504"/>
          <p:cNvSpPr/>
          <p:nvPr/>
        </p:nvSpPr>
        <p:spPr>
          <a:xfrm>
            <a:off x="7892186" y="4325722"/>
            <a:ext cx="162154" cy="92659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15" name="Shape 505"/>
          <p:cNvSpPr/>
          <p:nvPr/>
        </p:nvSpPr>
        <p:spPr>
          <a:xfrm>
            <a:off x="8233867" y="4354678"/>
            <a:ext cx="-179527" cy="63703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16" name="Shape 506"/>
          <p:cNvSpPr/>
          <p:nvPr/>
        </p:nvSpPr>
        <p:spPr>
          <a:xfrm>
            <a:off x="7880604" y="4117238"/>
            <a:ext cx="353263" cy="237439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17" name="Shape 507"/>
          <p:cNvSpPr/>
          <p:nvPr/>
        </p:nvSpPr>
        <p:spPr>
          <a:xfrm>
            <a:off x="8228076" y="4123030"/>
            <a:ext cx="-335890" cy="202692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18" name="Shape 508"/>
          <p:cNvSpPr/>
          <p:nvPr/>
        </p:nvSpPr>
        <p:spPr>
          <a:xfrm>
            <a:off x="7845857" y="4082491"/>
            <a:ext cx="69494" cy="69494"/>
          </a:xfrm>
          <a:prstGeom prst="rect">
            <a:avLst/>
          </a:prstGeom>
          <a:solidFill>
            <a:srgbClr val="2F75B5"/>
          </a:solidFill>
          <a:ln w="9525">
            <a:solidFill>
              <a:srgbClr val="2F75B5"/>
            </a:solidFill>
            <a:prstDash val="solid"/>
          </a:ln>
        </p:spPr>
      </p:sp>
      <p:sp>
        <p:nvSpPr>
          <p:cNvPr id="519" name="Shape 509"/>
          <p:cNvSpPr/>
          <p:nvPr/>
        </p:nvSpPr>
        <p:spPr>
          <a:xfrm>
            <a:off x="8013802" y="3978250"/>
            <a:ext cx="81077" cy="81077"/>
          </a:xfrm>
          <a:prstGeom prst="ellipse">
            <a:avLst/>
          </a:prstGeom>
          <a:solidFill>
            <a:srgbClr val="2F75B5"/>
          </a:solidFill>
          <a:ln w="9525">
            <a:solidFill>
              <a:srgbClr val="2F75B5"/>
            </a:solidFill>
            <a:prstDash val="solid"/>
          </a:ln>
        </p:spPr>
      </p:sp>
      <p:sp>
        <p:nvSpPr>
          <p:cNvPr id="520" name="Shape 510"/>
          <p:cNvSpPr/>
          <p:nvPr/>
        </p:nvSpPr>
        <p:spPr>
          <a:xfrm>
            <a:off x="8187538" y="4082491"/>
            <a:ext cx="81077" cy="81077"/>
          </a:xfrm>
          <a:prstGeom prst="star5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521" name="Shape 511"/>
          <p:cNvSpPr/>
          <p:nvPr/>
        </p:nvSpPr>
        <p:spPr>
          <a:xfrm>
            <a:off x="7857439" y="4290974"/>
            <a:ext cx="69494" cy="69494"/>
          </a:xfrm>
          <a:prstGeom prst="rect">
            <a:avLst/>
          </a:prstGeom>
          <a:solidFill>
            <a:srgbClr val="2F75B5"/>
          </a:solidFill>
          <a:ln w="9525">
            <a:solidFill>
              <a:srgbClr val="2F75B5"/>
            </a:solidFill>
            <a:prstDash val="solid"/>
          </a:ln>
        </p:spPr>
      </p:sp>
      <p:sp>
        <p:nvSpPr>
          <p:cNvPr id="522" name="Shape 512"/>
          <p:cNvSpPr/>
          <p:nvPr/>
        </p:nvSpPr>
        <p:spPr>
          <a:xfrm>
            <a:off x="8025384" y="4215689"/>
            <a:ext cx="81077" cy="81077"/>
          </a:xfrm>
          <a:prstGeom prst="ellipse">
            <a:avLst/>
          </a:prstGeom>
          <a:solidFill>
            <a:srgbClr val="2F75B5"/>
          </a:solidFill>
          <a:ln w="9525">
            <a:solidFill>
              <a:srgbClr val="2F75B5"/>
            </a:solidFill>
            <a:prstDash val="solid"/>
          </a:ln>
        </p:spPr>
      </p:sp>
      <p:sp>
        <p:nvSpPr>
          <p:cNvPr id="523" name="Shape 513"/>
          <p:cNvSpPr/>
          <p:nvPr/>
        </p:nvSpPr>
        <p:spPr>
          <a:xfrm>
            <a:off x="8193329" y="4314139"/>
            <a:ext cx="81077" cy="81077"/>
          </a:xfrm>
          <a:prstGeom prst="star5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524" name="Shape 514"/>
          <p:cNvSpPr/>
          <p:nvPr/>
        </p:nvSpPr>
        <p:spPr>
          <a:xfrm>
            <a:off x="8013802" y="4377842"/>
            <a:ext cx="81077" cy="81077"/>
          </a:xfrm>
          <a:prstGeom prst="star5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525" name="Text 515"/>
          <p:cNvSpPr txBox="1"/>
          <p:nvPr/>
        </p:nvSpPr>
        <p:spPr>
          <a:xfrm>
            <a:off x="7677912" y="4418381"/>
            <a:ext cx="220066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W₁</a:t>
            </a:r>
            <a:endParaRPr lang="en-US" sz="1140" dirty="0"/>
          </a:p>
        </p:txBody>
      </p:sp>
      <p:sp>
        <p:nvSpPr>
          <p:cNvPr id="526" name="Shape 516"/>
          <p:cNvSpPr/>
          <p:nvPr/>
        </p:nvSpPr>
        <p:spPr>
          <a:xfrm rot="480000">
            <a:off x="8785860" y="3951122"/>
            <a:ext cx="579120" cy="555955"/>
          </a:xfrm>
          <a:prstGeom prst="rect">
            <a:avLst/>
          </a:prstGeom>
          <a:solidFill>
            <a:srgbClr val="FFFFFF"/>
          </a:solidFill>
          <a:ln w="28575">
            <a:solidFill>
              <a:srgbClr val="2F75B5"/>
            </a:solidFill>
            <a:prstDash val="sysDot"/>
          </a:ln>
        </p:spPr>
      </p:sp>
      <p:sp>
        <p:nvSpPr>
          <p:cNvPr id="527" name="Shape 517"/>
          <p:cNvSpPr/>
          <p:nvPr/>
        </p:nvSpPr>
        <p:spPr>
          <a:xfrm>
            <a:off x="8901684" y="4124858"/>
            <a:ext cx="173736" cy="-984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28" name="Shape 518"/>
          <p:cNvSpPr/>
          <p:nvPr/>
        </p:nvSpPr>
        <p:spPr>
          <a:xfrm>
            <a:off x="9075420" y="4026408"/>
            <a:ext cx="173736" cy="104242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29" name="Shape 519"/>
          <p:cNvSpPr/>
          <p:nvPr/>
        </p:nvSpPr>
        <p:spPr>
          <a:xfrm>
            <a:off x="8901684" y="4124858"/>
            <a:ext cx="185318" cy="138989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30" name="Shape 520"/>
          <p:cNvSpPr/>
          <p:nvPr/>
        </p:nvSpPr>
        <p:spPr>
          <a:xfrm>
            <a:off x="8901684" y="4124858"/>
            <a:ext cx="173736" cy="301142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31" name="Shape 521"/>
          <p:cNvSpPr/>
          <p:nvPr/>
        </p:nvSpPr>
        <p:spPr>
          <a:xfrm>
            <a:off x="9075420" y="4026408"/>
            <a:ext cx="-162154" cy="306934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32" name="Shape 522"/>
          <p:cNvSpPr/>
          <p:nvPr/>
        </p:nvSpPr>
        <p:spPr>
          <a:xfrm>
            <a:off x="9075420" y="4026408"/>
            <a:ext cx="179527" cy="33589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33" name="Shape 523"/>
          <p:cNvSpPr/>
          <p:nvPr/>
        </p:nvSpPr>
        <p:spPr>
          <a:xfrm>
            <a:off x="9249156" y="4130650"/>
            <a:ext cx="-162154" cy="133198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34" name="Shape 524"/>
          <p:cNvSpPr/>
          <p:nvPr/>
        </p:nvSpPr>
        <p:spPr>
          <a:xfrm>
            <a:off x="9249156" y="4130650"/>
            <a:ext cx="-173736" cy="295351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35" name="Shape 525"/>
          <p:cNvSpPr/>
          <p:nvPr/>
        </p:nvSpPr>
        <p:spPr>
          <a:xfrm>
            <a:off x="8913266" y="4333342"/>
            <a:ext cx="173736" cy="-69494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36" name="Shape 526"/>
          <p:cNvSpPr/>
          <p:nvPr/>
        </p:nvSpPr>
        <p:spPr>
          <a:xfrm>
            <a:off x="9087002" y="4263847"/>
            <a:ext cx="167945" cy="984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37" name="Shape 527"/>
          <p:cNvSpPr/>
          <p:nvPr/>
        </p:nvSpPr>
        <p:spPr>
          <a:xfrm>
            <a:off x="8913266" y="4333342"/>
            <a:ext cx="162154" cy="92659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38" name="Shape 528"/>
          <p:cNvSpPr/>
          <p:nvPr/>
        </p:nvSpPr>
        <p:spPr>
          <a:xfrm>
            <a:off x="9254947" y="4362298"/>
            <a:ext cx="-179527" cy="63703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39" name="Shape 529"/>
          <p:cNvSpPr/>
          <p:nvPr/>
        </p:nvSpPr>
        <p:spPr>
          <a:xfrm>
            <a:off x="8901684" y="4124858"/>
            <a:ext cx="353263" cy="237439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40" name="Shape 530"/>
          <p:cNvSpPr/>
          <p:nvPr/>
        </p:nvSpPr>
        <p:spPr>
          <a:xfrm>
            <a:off x="9249156" y="4130650"/>
            <a:ext cx="-335890" cy="202692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41" name="Shape 531"/>
          <p:cNvSpPr/>
          <p:nvPr/>
        </p:nvSpPr>
        <p:spPr>
          <a:xfrm>
            <a:off x="8866937" y="4090111"/>
            <a:ext cx="69494" cy="69494"/>
          </a:xfrm>
          <a:prstGeom prst="rect">
            <a:avLst/>
          </a:prstGeom>
          <a:solidFill>
            <a:srgbClr val="2F75B5"/>
          </a:solidFill>
          <a:ln w="9525">
            <a:solidFill>
              <a:srgbClr val="2F75B5"/>
            </a:solidFill>
            <a:prstDash val="solid"/>
          </a:ln>
        </p:spPr>
      </p:sp>
      <p:sp>
        <p:nvSpPr>
          <p:cNvPr id="542" name="Shape 532"/>
          <p:cNvSpPr/>
          <p:nvPr/>
        </p:nvSpPr>
        <p:spPr>
          <a:xfrm>
            <a:off x="9034882" y="3985870"/>
            <a:ext cx="81077" cy="81077"/>
          </a:xfrm>
          <a:prstGeom prst="ellipse">
            <a:avLst/>
          </a:prstGeom>
          <a:solidFill>
            <a:srgbClr val="2F75B5"/>
          </a:solidFill>
          <a:ln w="9525">
            <a:solidFill>
              <a:srgbClr val="2F75B5"/>
            </a:solidFill>
            <a:prstDash val="solid"/>
          </a:ln>
        </p:spPr>
      </p:sp>
      <p:sp>
        <p:nvSpPr>
          <p:cNvPr id="543" name="Shape 533"/>
          <p:cNvSpPr/>
          <p:nvPr/>
        </p:nvSpPr>
        <p:spPr>
          <a:xfrm>
            <a:off x="9208618" y="4090111"/>
            <a:ext cx="81077" cy="81077"/>
          </a:xfrm>
          <a:prstGeom prst="star5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544" name="Shape 534"/>
          <p:cNvSpPr/>
          <p:nvPr/>
        </p:nvSpPr>
        <p:spPr>
          <a:xfrm>
            <a:off x="8878519" y="4298594"/>
            <a:ext cx="69494" cy="69494"/>
          </a:xfrm>
          <a:prstGeom prst="rect">
            <a:avLst/>
          </a:prstGeom>
          <a:solidFill>
            <a:srgbClr val="2F75B5"/>
          </a:solidFill>
          <a:ln w="9525">
            <a:solidFill>
              <a:srgbClr val="2F75B5"/>
            </a:solidFill>
            <a:prstDash val="solid"/>
          </a:ln>
        </p:spPr>
      </p:sp>
      <p:sp>
        <p:nvSpPr>
          <p:cNvPr id="545" name="Shape 535"/>
          <p:cNvSpPr/>
          <p:nvPr/>
        </p:nvSpPr>
        <p:spPr>
          <a:xfrm>
            <a:off x="9046464" y="4223309"/>
            <a:ext cx="81077" cy="81077"/>
          </a:xfrm>
          <a:prstGeom prst="ellipse">
            <a:avLst/>
          </a:prstGeom>
          <a:solidFill>
            <a:srgbClr val="2F75B5"/>
          </a:solidFill>
          <a:ln w="9525">
            <a:solidFill>
              <a:srgbClr val="2F75B5"/>
            </a:solidFill>
            <a:prstDash val="solid"/>
          </a:ln>
        </p:spPr>
      </p:sp>
      <p:sp>
        <p:nvSpPr>
          <p:cNvPr id="546" name="Shape 536"/>
          <p:cNvSpPr/>
          <p:nvPr/>
        </p:nvSpPr>
        <p:spPr>
          <a:xfrm>
            <a:off x="9214409" y="4321759"/>
            <a:ext cx="81077" cy="81077"/>
          </a:xfrm>
          <a:prstGeom prst="star5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547" name="Shape 537"/>
          <p:cNvSpPr/>
          <p:nvPr/>
        </p:nvSpPr>
        <p:spPr>
          <a:xfrm>
            <a:off x="9034882" y="4385462"/>
            <a:ext cx="81077" cy="81077"/>
          </a:xfrm>
          <a:prstGeom prst="star5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548" name="Text 538"/>
          <p:cNvSpPr txBox="1"/>
          <p:nvPr/>
        </p:nvSpPr>
        <p:spPr>
          <a:xfrm>
            <a:off x="8698992" y="4426001"/>
            <a:ext cx="220066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W₂</a:t>
            </a:r>
            <a:endParaRPr lang="en-US" sz="1140" dirty="0"/>
          </a:p>
        </p:txBody>
      </p:sp>
      <p:sp>
        <p:nvSpPr>
          <p:cNvPr id="549" name="Text 539"/>
          <p:cNvSpPr txBox="1"/>
          <p:nvPr/>
        </p:nvSpPr>
        <p:spPr>
          <a:xfrm>
            <a:off x="9547860" y="4046220"/>
            <a:ext cx="41910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⋯</a:t>
            </a:r>
            <a:endParaRPr lang="en-US" sz="2550" dirty="0"/>
          </a:p>
        </p:txBody>
      </p:sp>
      <p:sp>
        <p:nvSpPr>
          <p:cNvPr id="550" name="Shape 540"/>
          <p:cNvSpPr/>
          <p:nvPr/>
        </p:nvSpPr>
        <p:spPr>
          <a:xfrm rot="-480000">
            <a:off x="9982200" y="3958742"/>
            <a:ext cx="579120" cy="555955"/>
          </a:xfrm>
          <a:prstGeom prst="rect">
            <a:avLst/>
          </a:prstGeom>
          <a:solidFill>
            <a:srgbClr val="FFFFFF"/>
          </a:solidFill>
          <a:ln w="28575">
            <a:solidFill>
              <a:srgbClr val="2F75B5"/>
            </a:solidFill>
            <a:prstDash val="sysDot"/>
          </a:ln>
        </p:spPr>
      </p:sp>
      <p:sp>
        <p:nvSpPr>
          <p:cNvPr id="551" name="Shape 541"/>
          <p:cNvSpPr/>
          <p:nvPr/>
        </p:nvSpPr>
        <p:spPr>
          <a:xfrm>
            <a:off x="10098024" y="4132478"/>
            <a:ext cx="173736" cy="-984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52" name="Shape 542"/>
          <p:cNvSpPr/>
          <p:nvPr/>
        </p:nvSpPr>
        <p:spPr>
          <a:xfrm>
            <a:off x="10271760" y="4034028"/>
            <a:ext cx="173736" cy="104242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53" name="Shape 543"/>
          <p:cNvSpPr/>
          <p:nvPr/>
        </p:nvSpPr>
        <p:spPr>
          <a:xfrm>
            <a:off x="10098024" y="4132478"/>
            <a:ext cx="185318" cy="138989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54" name="Shape 544"/>
          <p:cNvSpPr/>
          <p:nvPr/>
        </p:nvSpPr>
        <p:spPr>
          <a:xfrm>
            <a:off x="10098024" y="4132478"/>
            <a:ext cx="173736" cy="301142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55" name="Shape 545"/>
          <p:cNvSpPr/>
          <p:nvPr/>
        </p:nvSpPr>
        <p:spPr>
          <a:xfrm>
            <a:off x="10271760" y="4034028"/>
            <a:ext cx="-162154" cy="306934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56" name="Shape 546"/>
          <p:cNvSpPr/>
          <p:nvPr/>
        </p:nvSpPr>
        <p:spPr>
          <a:xfrm>
            <a:off x="10271760" y="4034028"/>
            <a:ext cx="179527" cy="33589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57" name="Shape 547"/>
          <p:cNvSpPr/>
          <p:nvPr/>
        </p:nvSpPr>
        <p:spPr>
          <a:xfrm>
            <a:off x="10445496" y="4138270"/>
            <a:ext cx="-162154" cy="133198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58" name="Shape 548"/>
          <p:cNvSpPr/>
          <p:nvPr/>
        </p:nvSpPr>
        <p:spPr>
          <a:xfrm>
            <a:off x="10445496" y="4138270"/>
            <a:ext cx="-173736" cy="295351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59" name="Shape 549"/>
          <p:cNvSpPr/>
          <p:nvPr/>
        </p:nvSpPr>
        <p:spPr>
          <a:xfrm>
            <a:off x="10109606" y="4340962"/>
            <a:ext cx="173736" cy="-69494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60" name="Shape 550"/>
          <p:cNvSpPr/>
          <p:nvPr/>
        </p:nvSpPr>
        <p:spPr>
          <a:xfrm>
            <a:off x="10283342" y="4271467"/>
            <a:ext cx="167945" cy="984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61" name="Shape 551"/>
          <p:cNvSpPr/>
          <p:nvPr/>
        </p:nvSpPr>
        <p:spPr>
          <a:xfrm>
            <a:off x="10109606" y="4340962"/>
            <a:ext cx="162154" cy="92659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62" name="Shape 552"/>
          <p:cNvSpPr/>
          <p:nvPr/>
        </p:nvSpPr>
        <p:spPr>
          <a:xfrm>
            <a:off x="10451287" y="4369918"/>
            <a:ext cx="-179527" cy="63703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63" name="Shape 553"/>
          <p:cNvSpPr/>
          <p:nvPr/>
        </p:nvSpPr>
        <p:spPr>
          <a:xfrm>
            <a:off x="10098024" y="4132478"/>
            <a:ext cx="353263" cy="237439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64" name="Shape 554"/>
          <p:cNvSpPr/>
          <p:nvPr/>
        </p:nvSpPr>
        <p:spPr>
          <a:xfrm>
            <a:off x="10445496" y="4138270"/>
            <a:ext cx="-335890" cy="202692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65" name="Shape 555"/>
          <p:cNvSpPr/>
          <p:nvPr/>
        </p:nvSpPr>
        <p:spPr>
          <a:xfrm>
            <a:off x="10063277" y="4097731"/>
            <a:ext cx="69494" cy="69494"/>
          </a:xfrm>
          <a:prstGeom prst="rect">
            <a:avLst/>
          </a:prstGeom>
          <a:solidFill>
            <a:srgbClr val="2F75B5"/>
          </a:solidFill>
          <a:ln w="9525">
            <a:solidFill>
              <a:srgbClr val="2F75B5"/>
            </a:solidFill>
            <a:prstDash val="solid"/>
          </a:ln>
        </p:spPr>
      </p:sp>
      <p:sp>
        <p:nvSpPr>
          <p:cNvPr id="566" name="Shape 556"/>
          <p:cNvSpPr/>
          <p:nvPr/>
        </p:nvSpPr>
        <p:spPr>
          <a:xfrm>
            <a:off x="10231222" y="3993490"/>
            <a:ext cx="81077" cy="81077"/>
          </a:xfrm>
          <a:prstGeom prst="ellipse">
            <a:avLst/>
          </a:prstGeom>
          <a:solidFill>
            <a:srgbClr val="2F75B5"/>
          </a:solidFill>
          <a:ln w="9525">
            <a:solidFill>
              <a:srgbClr val="2F75B5"/>
            </a:solidFill>
            <a:prstDash val="solid"/>
          </a:ln>
        </p:spPr>
      </p:sp>
      <p:sp>
        <p:nvSpPr>
          <p:cNvPr id="567" name="Shape 557"/>
          <p:cNvSpPr/>
          <p:nvPr/>
        </p:nvSpPr>
        <p:spPr>
          <a:xfrm>
            <a:off x="10404958" y="4097731"/>
            <a:ext cx="81077" cy="81077"/>
          </a:xfrm>
          <a:prstGeom prst="star5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568" name="Shape 558"/>
          <p:cNvSpPr/>
          <p:nvPr/>
        </p:nvSpPr>
        <p:spPr>
          <a:xfrm>
            <a:off x="10074859" y="4306214"/>
            <a:ext cx="69494" cy="69494"/>
          </a:xfrm>
          <a:prstGeom prst="rect">
            <a:avLst/>
          </a:prstGeom>
          <a:solidFill>
            <a:srgbClr val="2F75B5"/>
          </a:solidFill>
          <a:ln w="9525">
            <a:solidFill>
              <a:srgbClr val="2F75B5"/>
            </a:solidFill>
            <a:prstDash val="solid"/>
          </a:ln>
        </p:spPr>
      </p:sp>
      <p:sp>
        <p:nvSpPr>
          <p:cNvPr id="569" name="Shape 559"/>
          <p:cNvSpPr/>
          <p:nvPr/>
        </p:nvSpPr>
        <p:spPr>
          <a:xfrm>
            <a:off x="10242804" y="4230929"/>
            <a:ext cx="81077" cy="81077"/>
          </a:xfrm>
          <a:prstGeom prst="ellipse">
            <a:avLst/>
          </a:prstGeom>
          <a:solidFill>
            <a:srgbClr val="2F75B5"/>
          </a:solidFill>
          <a:ln w="9525">
            <a:solidFill>
              <a:srgbClr val="2F75B5"/>
            </a:solidFill>
            <a:prstDash val="solid"/>
          </a:ln>
        </p:spPr>
      </p:sp>
      <p:sp>
        <p:nvSpPr>
          <p:cNvPr id="570" name="Shape 560"/>
          <p:cNvSpPr/>
          <p:nvPr/>
        </p:nvSpPr>
        <p:spPr>
          <a:xfrm>
            <a:off x="10410749" y="4329379"/>
            <a:ext cx="81077" cy="81077"/>
          </a:xfrm>
          <a:prstGeom prst="star5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571" name="Shape 561"/>
          <p:cNvSpPr/>
          <p:nvPr/>
        </p:nvSpPr>
        <p:spPr>
          <a:xfrm>
            <a:off x="10231222" y="4393082"/>
            <a:ext cx="81077" cy="81077"/>
          </a:xfrm>
          <a:prstGeom prst="star5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572" name="Text 562"/>
          <p:cNvSpPr txBox="1"/>
          <p:nvPr/>
        </p:nvSpPr>
        <p:spPr>
          <a:xfrm>
            <a:off x="9895332" y="4433621"/>
            <a:ext cx="220066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Wₖ</a:t>
            </a:r>
            <a:endParaRPr lang="en-US" sz="1140" dirty="0"/>
          </a:p>
        </p:txBody>
      </p:sp>
      <p:sp>
        <p:nvSpPr>
          <p:cNvPr id="573" name="Text 563"/>
          <p:cNvSpPr txBox="1"/>
          <p:nvPr/>
        </p:nvSpPr>
        <p:spPr>
          <a:xfrm>
            <a:off x="7924800" y="4709160"/>
            <a:ext cx="23317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Old feature space</a:t>
            </a:r>
            <a:endParaRPr lang="en-US" sz="2400" dirty="0"/>
          </a:p>
        </p:txBody>
      </p:sp>
      <p:sp>
        <p:nvSpPr>
          <p:cNvPr id="574" name="Shape 564"/>
          <p:cNvSpPr/>
          <p:nvPr/>
        </p:nvSpPr>
        <p:spPr>
          <a:xfrm>
            <a:off x="9090660" y="5135880"/>
            <a:ext cx="0" cy="304800"/>
          </a:xfrm>
          <a:prstGeom prst="line">
            <a:avLst/>
          </a:prstGeom>
          <a:noFill/>
          <a:ln w="47625">
            <a:solidFill>
              <a:srgbClr val="777777"/>
            </a:solidFill>
            <a:prstDash val="solid"/>
            <a:tailEnd type="triangle"/>
          </a:ln>
        </p:spPr>
      </p:sp>
      <p:sp>
        <p:nvSpPr>
          <p:cNvPr id="575" name="Shape 565"/>
          <p:cNvSpPr/>
          <p:nvPr/>
        </p:nvSpPr>
        <p:spPr>
          <a:xfrm>
            <a:off x="8442960" y="5242560"/>
            <a:ext cx="1066800" cy="33528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576" name="Text 566"/>
          <p:cNvSpPr txBox="1"/>
          <p:nvPr/>
        </p:nvSpPr>
        <p:spPr>
          <a:xfrm>
            <a:off x="8534400" y="5265420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2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ℒCTRD</a:t>
            </a:r>
            <a:endParaRPr lang="en-US" sz="2025" dirty="0"/>
          </a:p>
        </p:txBody>
      </p:sp>
      <p:sp>
        <p:nvSpPr>
          <p:cNvPr id="577" name="Shape 567"/>
          <p:cNvSpPr/>
          <p:nvPr/>
        </p:nvSpPr>
        <p:spPr>
          <a:xfrm>
            <a:off x="7414260" y="5737860"/>
            <a:ext cx="3368040" cy="944880"/>
          </a:xfrm>
          <a:prstGeom prst="roundRect">
            <a:avLst>
              <a:gd name="adj" fmla="val 19355"/>
            </a:avLst>
          </a:prstGeom>
          <a:solidFill>
            <a:srgbClr val="FFF2CC"/>
          </a:solidFill>
          <a:ln w="2540">
            <a:solidFill>
              <a:srgbClr val="FFF2CC"/>
            </a:solidFill>
            <a:prstDash val="solid"/>
          </a:ln>
        </p:spPr>
      </p:sp>
      <p:sp>
        <p:nvSpPr>
          <p:cNvPr id="578" name="Shape 568"/>
          <p:cNvSpPr/>
          <p:nvPr/>
        </p:nvSpPr>
        <p:spPr>
          <a:xfrm rot="-480000">
            <a:off x="8663940" y="5878068"/>
            <a:ext cx="533400" cy="512064"/>
          </a:xfrm>
          <a:prstGeom prst="rect">
            <a:avLst/>
          </a:prstGeom>
          <a:solidFill>
            <a:srgbClr val="FFFFFF"/>
          </a:solidFill>
          <a:ln w="28575">
            <a:solidFill>
              <a:srgbClr val="D94B72"/>
            </a:solidFill>
            <a:prstDash val="sysDot"/>
          </a:ln>
        </p:spPr>
      </p:sp>
      <p:sp>
        <p:nvSpPr>
          <p:cNvPr id="579" name="Shape 569"/>
          <p:cNvSpPr/>
          <p:nvPr/>
        </p:nvSpPr>
        <p:spPr>
          <a:xfrm>
            <a:off x="8770620" y="6038088"/>
            <a:ext cx="160020" cy="-90678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80" name="Shape 570"/>
          <p:cNvSpPr/>
          <p:nvPr/>
        </p:nvSpPr>
        <p:spPr>
          <a:xfrm>
            <a:off x="8930640" y="5947410"/>
            <a:ext cx="160020" cy="96012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81" name="Shape 571"/>
          <p:cNvSpPr/>
          <p:nvPr/>
        </p:nvSpPr>
        <p:spPr>
          <a:xfrm>
            <a:off x="8770620" y="6038088"/>
            <a:ext cx="170688" cy="128016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82" name="Shape 572"/>
          <p:cNvSpPr/>
          <p:nvPr/>
        </p:nvSpPr>
        <p:spPr>
          <a:xfrm>
            <a:off x="8770620" y="6038088"/>
            <a:ext cx="160020" cy="277368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83" name="Shape 573"/>
          <p:cNvSpPr/>
          <p:nvPr/>
        </p:nvSpPr>
        <p:spPr>
          <a:xfrm>
            <a:off x="8930640" y="5947410"/>
            <a:ext cx="-149352" cy="282702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84" name="Shape 574"/>
          <p:cNvSpPr/>
          <p:nvPr/>
        </p:nvSpPr>
        <p:spPr>
          <a:xfrm>
            <a:off x="8930640" y="5947410"/>
            <a:ext cx="165354" cy="309372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85" name="Shape 575"/>
          <p:cNvSpPr/>
          <p:nvPr/>
        </p:nvSpPr>
        <p:spPr>
          <a:xfrm>
            <a:off x="9090660" y="6043422"/>
            <a:ext cx="-149352" cy="122682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86" name="Shape 576"/>
          <p:cNvSpPr/>
          <p:nvPr/>
        </p:nvSpPr>
        <p:spPr>
          <a:xfrm>
            <a:off x="9090660" y="6043422"/>
            <a:ext cx="-160020" cy="272034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87" name="Shape 577"/>
          <p:cNvSpPr/>
          <p:nvPr/>
        </p:nvSpPr>
        <p:spPr>
          <a:xfrm>
            <a:off x="8781288" y="6230112"/>
            <a:ext cx="160020" cy="-64008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88" name="Shape 578"/>
          <p:cNvSpPr/>
          <p:nvPr/>
        </p:nvSpPr>
        <p:spPr>
          <a:xfrm>
            <a:off x="8941308" y="6166104"/>
            <a:ext cx="154686" cy="90678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89" name="Shape 579"/>
          <p:cNvSpPr/>
          <p:nvPr/>
        </p:nvSpPr>
        <p:spPr>
          <a:xfrm>
            <a:off x="8781288" y="6230112"/>
            <a:ext cx="149352" cy="85344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90" name="Shape 580"/>
          <p:cNvSpPr/>
          <p:nvPr/>
        </p:nvSpPr>
        <p:spPr>
          <a:xfrm>
            <a:off x="9095994" y="6256782"/>
            <a:ext cx="-165354" cy="58674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91" name="Shape 581"/>
          <p:cNvSpPr/>
          <p:nvPr/>
        </p:nvSpPr>
        <p:spPr>
          <a:xfrm>
            <a:off x="8770620" y="6038088"/>
            <a:ext cx="325374" cy="218694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92" name="Shape 582"/>
          <p:cNvSpPr/>
          <p:nvPr/>
        </p:nvSpPr>
        <p:spPr>
          <a:xfrm>
            <a:off x="9090660" y="6043422"/>
            <a:ext cx="-309372" cy="18669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93" name="Shape 583"/>
          <p:cNvSpPr/>
          <p:nvPr/>
        </p:nvSpPr>
        <p:spPr>
          <a:xfrm>
            <a:off x="8738616" y="6006084"/>
            <a:ext cx="64008" cy="64008"/>
          </a:xfrm>
          <a:prstGeom prst="rect">
            <a:avLst/>
          </a:prstGeom>
          <a:solidFill>
            <a:srgbClr val="D94B72"/>
          </a:solidFill>
          <a:ln w="9525">
            <a:solidFill>
              <a:srgbClr val="D94B72"/>
            </a:solidFill>
            <a:prstDash val="solid"/>
          </a:ln>
        </p:spPr>
      </p:sp>
      <p:sp>
        <p:nvSpPr>
          <p:cNvPr id="594" name="Shape 584"/>
          <p:cNvSpPr/>
          <p:nvPr/>
        </p:nvSpPr>
        <p:spPr>
          <a:xfrm>
            <a:off x="8893302" y="5910072"/>
            <a:ext cx="74676" cy="74676"/>
          </a:xfrm>
          <a:prstGeom prst="ellipse">
            <a:avLst/>
          </a:prstGeom>
          <a:solidFill>
            <a:srgbClr val="D94B72"/>
          </a:solidFill>
          <a:ln w="9525">
            <a:solidFill>
              <a:srgbClr val="D94B72"/>
            </a:solidFill>
            <a:prstDash val="solid"/>
          </a:ln>
        </p:spPr>
      </p:sp>
      <p:sp>
        <p:nvSpPr>
          <p:cNvPr id="595" name="Shape 585"/>
          <p:cNvSpPr/>
          <p:nvPr/>
        </p:nvSpPr>
        <p:spPr>
          <a:xfrm>
            <a:off x="9053322" y="6006084"/>
            <a:ext cx="74676" cy="74676"/>
          </a:xfrm>
          <a:prstGeom prst="star5">
            <a:avLst/>
          </a:prstGeom>
          <a:solidFill>
            <a:srgbClr val="D94B72"/>
          </a:solidFill>
          <a:ln w="12700">
            <a:solidFill>
              <a:srgbClr val="D94B72">
                <a:alpha val="0"/>
              </a:srgbClr>
            </a:solidFill>
            <a:prstDash val="solid"/>
          </a:ln>
        </p:spPr>
      </p:sp>
      <p:sp>
        <p:nvSpPr>
          <p:cNvPr id="596" name="Shape 586"/>
          <p:cNvSpPr/>
          <p:nvPr/>
        </p:nvSpPr>
        <p:spPr>
          <a:xfrm>
            <a:off x="8749284" y="6198108"/>
            <a:ext cx="64008" cy="64008"/>
          </a:xfrm>
          <a:prstGeom prst="rect">
            <a:avLst/>
          </a:prstGeom>
          <a:solidFill>
            <a:srgbClr val="D94B72"/>
          </a:solidFill>
          <a:ln w="9525">
            <a:solidFill>
              <a:srgbClr val="D94B72"/>
            </a:solidFill>
            <a:prstDash val="solid"/>
          </a:ln>
        </p:spPr>
      </p:sp>
      <p:sp>
        <p:nvSpPr>
          <p:cNvPr id="597" name="Shape 587"/>
          <p:cNvSpPr/>
          <p:nvPr/>
        </p:nvSpPr>
        <p:spPr>
          <a:xfrm>
            <a:off x="8903970" y="6128766"/>
            <a:ext cx="74676" cy="74676"/>
          </a:xfrm>
          <a:prstGeom prst="ellipse">
            <a:avLst/>
          </a:prstGeom>
          <a:solidFill>
            <a:srgbClr val="D94B72"/>
          </a:solidFill>
          <a:ln w="9525">
            <a:solidFill>
              <a:srgbClr val="D94B72"/>
            </a:solidFill>
            <a:prstDash val="solid"/>
          </a:ln>
        </p:spPr>
      </p:sp>
      <p:sp>
        <p:nvSpPr>
          <p:cNvPr id="598" name="Shape 588"/>
          <p:cNvSpPr/>
          <p:nvPr/>
        </p:nvSpPr>
        <p:spPr>
          <a:xfrm>
            <a:off x="9058656" y="6219444"/>
            <a:ext cx="74676" cy="74676"/>
          </a:xfrm>
          <a:prstGeom prst="star5">
            <a:avLst/>
          </a:prstGeom>
          <a:solidFill>
            <a:srgbClr val="D94B72"/>
          </a:solidFill>
          <a:ln w="12700">
            <a:solidFill>
              <a:srgbClr val="D94B72">
                <a:alpha val="0"/>
              </a:srgbClr>
            </a:solidFill>
            <a:prstDash val="solid"/>
          </a:ln>
        </p:spPr>
      </p:sp>
      <p:sp>
        <p:nvSpPr>
          <p:cNvPr id="599" name="Shape 589"/>
          <p:cNvSpPr/>
          <p:nvPr/>
        </p:nvSpPr>
        <p:spPr>
          <a:xfrm>
            <a:off x="8893302" y="6278118"/>
            <a:ext cx="74676" cy="74676"/>
          </a:xfrm>
          <a:prstGeom prst="star5">
            <a:avLst/>
          </a:prstGeom>
          <a:solidFill>
            <a:srgbClr val="D94B72"/>
          </a:solidFill>
          <a:ln w="12700">
            <a:solidFill>
              <a:srgbClr val="D94B72">
                <a:alpha val="0"/>
              </a:srgbClr>
            </a:solidFill>
            <a:prstDash val="solid"/>
          </a:ln>
        </p:spPr>
      </p:sp>
      <p:sp>
        <p:nvSpPr>
          <p:cNvPr id="600" name="Text 590"/>
          <p:cNvSpPr txBox="1"/>
          <p:nvPr/>
        </p:nvSpPr>
        <p:spPr>
          <a:xfrm>
            <a:off x="8583930" y="6315456"/>
            <a:ext cx="2026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Wₜ</a:t>
            </a:r>
            <a:endParaRPr lang="en-US" sz="1050" dirty="0"/>
          </a:p>
        </p:txBody>
      </p:sp>
      <p:sp>
        <p:nvSpPr>
          <p:cNvPr id="601" name="Text 591"/>
          <p:cNvSpPr txBox="1"/>
          <p:nvPr/>
        </p:nvSpPr>
        <p:spPr>
          <a:xfrm>
            <a:off x="7894320" y="6370320"/>
            <a:ext cx="2362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feature space</a:t>
            </a:r>
            <a:endParaRPr lang="en-US" sz="2325" dirty="0"/>
          </a:p>
        </p:txBody>
      </p:sp>
      <p:sp>
        <p:nvSpPr>
          <p:cNvPr id="602" name="Shape 592"/>
          <p:cNvSpPr/>
          <p:nvPr/>
        </p:nvSpPr>
        <p:spPr>
          <a:xfrm>
            <a:off x="9090660" y="5737860"/>
            <a:ext cx="0" cy="-152400"/>
          </a:xfrm>
          <a:prstGeom prst="line">
            <a:avLst/>
          </a:prstGeom>
          <a:noFill/>
          <a:ln w="47625">
            <a:solidFill>
              <a:srgbClr val="777777"/>
            </a:solidFill>
            <a:prstDash val="solid"/>
            <a:tailEnd type="triangle"/>
          </a:ln>
        </p:spPr>
      </p:sp>
      <p:sp>
        <p:nvSpPr>
          <p:cNvPr id="603" name="Shape 593"/>
          <p:cNvSpPr/>
          <p:nvPr/>
        </p:nvSpPr>
        <p:spPr>
          <a:xfrm>
            <a:off x="11186160" y="114300"/>
            <a:ext cx="2712720" cy="66979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dash"/>
          </a:ln>
        </p:spPr>
      </p:sp>
      <p:sp>
        <p:nvSpPr>
          <p:cNvPr id="604" name="Shape 594"/>
          <p:cNvSpPr/>
          <p:nvPr/>
        </p:nvSpPr>
        <p:spPr>
          <a:xfrm>
            <a:off x="11285220" y="213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05" name="Shape 595"/>
          <p:cNvSpPr/>
          <p:nvPr/>
        </p:nvSpPr>
        <p:spPr>
          <a:xfrm>
            <a:off x="11544300" y="213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06" name="Shape 596"/>
          <p:cNvSpPr/>
          <p:nvPr/>
        </p:nvSpPr>
        <p:spPr>
          <a:xfrm>
            <a:off x="11803380" y="213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07" name="Shape 597"/>
          <p:cNvSpPr/>
          <p:nvPr/>
        </p:nvSpPr>
        <p:spPr>
          <a:xfrm>
            <a:off x="12062460" y="213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08" name="Shape 598"/>
          <p:cNvSpPr/>
          <p:nvPr/>
        </p:nvSpPr>
        <p:spPr>
          <a:xfrm>
            <a:off x="12321540" y="213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09" name="Shape 599"/>
          <p:cNvSpPr/>
          <p:nvPr/>
        </p:nvSpPr>
        <p:spPr>
          <a:xfrm>
            <a:off x="12580620" y="213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10" name="Shape 600"/>
          <p:cNvSpPr/>
          <p:nvPr/>
        </p:nvSpPr>
        <p:spPr>
          <a:xfrm>
            <a:off x="12839700" y="213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11" name="Shape 601"/>
          <p:cNvSpPr/>
          <p:nvPr/>
        </p:nvSpPr>
        <p:spPr>
          <a:xfrm>
            <a:off x="13098780" y="213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12" name="Shape 602"/>
          <p:cNvSpPr/>
          <p:nvPr/>
        </p:nvSpPr>
        <p:spPr>
          <a:xfrm>
            <a:off x="13357860" y="213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13" name="Shape 603"/>
          <p:cNvSpPr/>
          <p:nvPr/>
        </p:nvSpPr>
        <p:spPr>
          <a:xfrm>
            <a:off x="13616940" y="213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14" name="Shape 604"/>
          <p:cNvSpPr/>
          <p:nvPr/>
        </p:nvSpPr>
        <p:spPr>
          <a:xfrm>
            <a:off x="1128522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15" name="Shape 605"/>
          <p:cNvSpPr/>
          <p:nvPr/>
        </p:nvSpPr>
        <p:spPr>
          <a:xfrm>
            <a:off x="1154430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16" name="Shape 606"/>
          <p:cNvSpPr/>
          <p:nvPr/>
        </p:nvSpPr>
        <p:spPr>
          <a:xfrm>
            <a:off x="1180338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17" name="Shape 607"/>
          <p:cNvSpPr/>
          <p:nvPr/>
        </p:nvSpPr>
        <p:spPr>
          <a:xfrm>
            <a:off x="1206246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18" name="Shape 608"/>
          <p:cNvSpPr/>
          <p:nvPr/>
        </p:nvSpPr>
        <p:spPr>
          <a:xfrm>
            <a:off x="1232154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19" name="Shape 609"/>
          <p:cNvSpPr/>
          <p:nvPr/>
        </p:nvSpPr>
        <p:spPr>
          <a:xfrm>
            <a:off x="1258062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20" name="Shape 610"/>
          <p:cNvSpPr/>
          <p:nvPr/>
        </p:nvSpPr>
        <p:spPr>
          <a:xfrm>
            <a:off x="1283970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21" name="Shape 611"/>
          <p:cNvSpPr/>
          <p:nvPr/>
        </p:nvSpPr>
        <p:spPr>
          <a:xfrm>
            <a:off x="1309878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22" name="Shape 612"/>
          <p:cNvSpPr/>
          <p:nvPr/>
        </p:nvSpPr>
        <p:spPr>
          <a:xfrm>
            <a:off x="1335786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23" name="Shape 613"/>
          <p:cNvSpPr/>
          <p:nvPr/>
        </p:nvSpPr>
        <p:spPr>
          <a:xfrm>
            <a:off x="13616940" y="4724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24" name="Shape 614"/>
          <p:cNvSpPr/>
          <p:nvPr/>
        </p:nvSpPr>
        <p:spPr>
          <a:xfrm>
            <a:off x="11285220" y="7315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25" name="Shape 615"/>
          <p:cNvSpPr/>
          <p:nvPr/>
        </p:nvSpPr>
        <p:spPr>
          <a:xfrm>
            <a:off x="11544300" y="7315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26" name="Shape 616"/>
          <p:cNvSpPr/>
          <p:nvPr/>
        </p:nvSpPr>
        <p:spPr>
          <a:xfrm>
            <a:off x="11803380" y="7315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27" name="Shape 617"/>
          <p:cNvSpPr/>
          <p:nvPr/>
        </p:nvSpPr>
        <p:spPr>
          <a:xfrm>
            <a:off x="12062460" y="7315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28" name="Shape 618"/>
          <p:cNvSpPr/>
          <p:nvPr/>
        </p:nvSpPr>
        <p:spPr>
          <a:xfrm>
            <a:off x="12321540" y="7315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29" name="Shape 619"/>
          <p:cNvSpPr/>
          <p:nvPr/>
        </p:nvSpPr>
        <p:spPr>
          <a:xfrm>
            <a:off x="12580620" y="7315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30" name="Shape 620"/>
          <p:cNvSpPr/>
          <p:nvPr/>
        </p:nvSpPr>
        <p:spPr>
          <a:xfrm>
            <a:off x="12839700" y="7315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31" name="Shape 621"/>
          <p:cNvSpPr/>
          <p:nvPr/>
        </p:nvSpPr>
        <p:spPr>
          <a:xfrm>
            <a:off x="13098780" y="7315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32" name="Shape 622"/>
          <p:cNvSpPr/>
          <p:nvPr/>
        </p:nvSpPr>
        <p:spPr>
          <a:xfrm>
            <a:off x="13357860" y="7315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33" name="Shape 623"/>
          <p:cNvSpPr/>
          <p:nvPr/>
        </p:nvSpPr>
        <p:spPr>
          <a:xfrm>
            <a:off x="13616940" y="7315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34" name="Shape 624"/>
          <p:cNvSpPr/>
          <p:nvPr/>
        </p:nvSpPr>
        <p:spPr>
          <a:xfrm>
            <a:off x="11285220" y="9906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35" name="Shape 625"/>
          <p:cNvSpPr/>
          <p:nvPr/>
        </p:nvSpPr>
        <p:spPr>
          <a:xfrm>
            <a:off x="11544300" y="9906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36" name="Shape 626"/>
          <p:cNvSpPr/>
          <p:nvPr/>
        </p:nvSpPr>
        <p:spPr>
          <a:xfrm>
            <a:off x="11803380" y="9906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37" name="Shape 627"/>
          <p:cNvSpPr/>
          <p:nvPr/>
        </p:nvSpPr>
        <p:spPr>
          <a:xfrm>
            <a:off x="12062460" y="9906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38" name="Shape 628"/>
          <p:cNvSpPr/>
          <p:nvPr/>
        </p:nvSpPr>
        <p:spPr>
          <a:xfrm>
            <a:off x="12321540" y="9906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39" name="Shape 629"/>
          <p:cNvSpPr/>
          <p:nvPr/>
        </p:nvSpPr>
        <p:spPr>
          <a:xfrm>
            <a:off x="12580620" y="9906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40" name="Shape 630"/>
          <p:cNvSpPr/>
          <p:nvPr/>
        </p:nvSpPr>
        <p:spPr>
          <a:xfrm>
            <a:off x="12839700" y="9906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41" name="Shape 631"/>
          <p:cNvSpPr/>
          <p:nvPr/>
        </p:nvSpPr>
        <p:spPr>
          <a:xfrm>
            <a:off x="13098780" y="9906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42" name="Shape 632"/>
          <p:cNvSpPr/>
          <p:nvPr/>
        </p:nvSpPr>
        <p:spPr>
          <a:xfrm>
            <a:off x="13357860" y="9906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43" name="Shape 633"/>
          <p:cNvSpPr/>
          <p:nvPr/>
        </p:nvSpPr>
        <p:spPr>
          <a:xfrm>
            <a:off x="13616940" y="9906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44" name="Shape 634"/>
          <p:cNvSpPr/>
          <p:nvPr/>
        </p:nvSpPr>
        <p:spPr>
          <a:xfrm>
            <a:off x="11285220" y="1249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45" name="Shape 635"/>
          <p:cNvSpPr/>
          <p:nvPr/>
        </p:nvSpPr>
        <p:spPr>
          <a:xfrm>
            <a:off x="11544300" y="1249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46" name="Shape 636"/>
          <p:cNvSpPr/>
          <p:nvPr/>
        </p:nvSpPr>
        <p:spPr>
          <a:xfrm>
            <a:off x="11803380" y="1249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47" name="Shape 637"/>
          <p:cNvSpPr/>
          <p:nvPr/>
        </p:nvSpPr>
        <p:spPr>
          <a:xfrm>
            <a:off x="12062460" y="1249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48" name="Shape 638"/>
          <p:cNvSpPr/>
          <p:nvPr/>
        </p:nvSpPr>
        <p:spPr>
          <a:xfrm>
            <a:off x="12321540" y="1249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49" name="Shape 639"/>
          <p:cNvSpPr/>
          <p:nvPr/>
        </p:nvSpPr>
        <p:spPr>
          <a:xfrm>
            <a:off x="12580620" y="1249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50" name="Shape 640"/>
          <p:cNvSpPr/>
          <p:nvPr/>
        </p:nvSpPr>
        <p:spPr>
          <a:xfrm>
            <a:off x="12839700" y="1249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51" name="Shape 641"/>
          <p:cNvSpPr/>
          <p:nvPr/>
        </p:nvSpPr>
        <p:spPr>
          <a:xfrm>
            <a:off x="13098780" y="1249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52" name="Shape 642"/>
          <p:cNvSpPr/>
          <p:nvPr/>
        </p:nvSpPr>
        <p:spPr>
          <a:xfrm>
            <a:off x="13357860" y="1249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53" name="Shape 643"/>
          <p:cNvSpPr/>
          <p:nvPr/>
        </p:nvSpPr>
        <p:spPr>
          <a:xfrm>
            <a:off x="13616940" y="12496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54" name="Shape 644"/>
          <p:cNvSpPr/>
          <p:nvPr/>
        </p:nvSpPr>
        <p:spPr>
          <a:xfrm>
            <a:off x="11285220" y="1508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55" name="Shape 645"/>
          <p:cNvSpPr/>
          <p:nvPr/>
        </p:nvSpPr>
        <p:spPr>
          <a:xfrm>
            <a:off x="11544300" y="1508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56" name="Shape 646"/>
          <p:cNvSpPr/>
          <p:nvPr/>
        </p:nvSpPr>
        <p:spPr>
          <a:xfrm>
            <a:off x="11803380" y="1508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57" name="Shape 647"/>
          <p:cNvSpPr/>
          <p:nvPr/>
        </p:nvSpPr>
        <p:spPr>
          <a:xfrm>
            <a:off x="12062460" y="1508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58" name="Shape 648"/>
          <p:cNvSpPr/>
          <p:nvPr/>
        </p:nvSpPr>
        <p:spPr>
          <a:xfrm>
            <a:off x="12321540" y="1508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59" name="Shape 649"/>
          <p:cNvSpPr/>
          <p:nvPr/>
        </p:nvSpPr>
        <p:spPr>
          <a:xfrm>
            <a:off x="12580620" y="1508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60" name="Shape 650"/>
          <p:cNvSpPr/>
          <p:nvPr/>
        </p:nvSpPr>
        <p:spPr>
          <a:xfrm>
            <a:off x="12839700" y="1508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61" name="Shape 651"/>
          <p:cNvSpPr/>
          <p:nvPr/>
        </p:nvSpPr>
        <p:spPr>
          <a:xfrm>
            <a:off x="13098780" y="1508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62" name="Shape 652"/>
          <p:cNvSpPr/>
          <p:nvPr/>
        </p:nvSpPr>
        <p:spPr>
          <a:xfrm>
            <a:off x="13357860" y="1508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63" name="Shape 653"/>
          <p:cNvSpPr/>
          <p:nvPr/>
        </p:nvSpPr>
        <p:spPr>
          <a:xfrm>
            <a:off x="13616940" y="15087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64" name="Shape 654"/>
          <p:cNvSpPr/>
          <p:nvPr/>
        </p:nvSpPr>
        <p:spPr>
          <a:xfrm>
            <a:off x="11285220" y="17678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65" name="Shape 655"/>
          <p:cNvSpPr/>
          <p:nvPr/>
        </p:nvSpPr>
        <p:spPr>
          <a:xfrm>
            <a:off x="11544300" y="17678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66" name="Shape 656"/>
          <p:cNvSpPr/>
          <p:nvPr/>
        </p:nvSpPr>
        <p:spPr>
          <a:xfrm>
            <a:off x="11803380" y="17678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67" name="Shape 657"/>
          <p:cNvSpPr/>
          <p:nvPr/>
        </p:nvSpPr>
        <p:spPr>
          <a:xfrm>
            <a:off x="12062460" y="17678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68" name="Shape 658"/>
          <p:cNvSpPr/>
          <p:nvPr/>
        </p:nvSpPr>
        <p:spPr>
          <a:xfrm>
            <a:off x="12321540" y="17678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69" name="Shape 659"/>
          <p:cNvSpPr/>
          <p:nvPr/>
        </p:nvSpPr>
        <p:spPr>
          <a:xfrm>
            <a:off x="12580620" y="17678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70" name="Shape 660"/>
          <p:cNvSpPr/>
          <p:nvPr/>
        </p:nvSpPr>
        <p:spPr>
          <a:xfrm>
            <a:off x="12839700" y="17678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71" name="Shape 661"/>
          <p:cNvSpPr/>
          <p:nvPr/>
        </p:nvSpPr>
        <p:spPr>
          <a:xfrm>
            <a:off x="13098780" y="17678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72" name="Shape 662"/>
          <p:cNvSpPr/>
          <p:nvPr/>
        </p:nvSpPr>
        <p:spPr>
          <a:xfrm>
            <a:off x="13357860" y="17678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73" name="Shape 663"/>
          <p:cNvSpPr/>
          <p:nvPr/>
        </p:nvSpPr>
        <p:spPr>
          <a:xfrm>
            <a:off x="13616940" y="17678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74" name="Shape 664"/>
          <p:cNvSpPr/>
          <p:nvPr/>
        </p:nvSpPr>
        <p:spPr>
          <a:xfrm>
            <a:off x="11285220" y="20269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75" name="Shape 665"/>
          <p:cNvSpPr/>
          <p:nvPr/>
        </p:nvSpPr>
        <p:spPr>
          <a:xfrm>
            <a:off x="11544300" y="20269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76" name="Shape 666"/>
          <p:cNvSpPr/>
          <p:nvPr/>
        </p:nvSpPr>
        <p:spPr>
          <a:xfrm>
            <a:off x="11803380" y="20269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77" name="Shape 667"/>
          <p:cNvSpPr/>
          <p:nvPr/>
        </p:nvSpPr>
        <p:spPr>
          <a:xfrm>
            <a:off x="12062460" y="20269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78" name="Shape 668"/>
          <p:cNvSpPr/>
          <p:nvPr/>
        </p:nvSpPr>
        <p:spPr>
          <a:xfrm>
            <a:off x="12321540" y="20269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79" name="Shape 669"/>
          <p:cNvSpPr/>
          <p:nvPr/>
        </p:nvSpPr>
        <p:spPr>
          <a:xfrm>
            <a:off x="12580620" y="20269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80" name="Shape 670"/>
          <p:cNvSpPr/>
          <p:nvPr/>
        </p:nvSpPr>
        <p:spPr>
          <a:xfrm>
            <a:off x="12839700" y="20269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81" name="Shape 671"/>
          <p:cNvSpPr/>
          <p:nvPr/>
        </p:nvSpPr>
        <p:spPr>
          <a:xfrm>
            <a:off x="13098780" y="20269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82" name="Shape 672"/>
          <p:cNvSpPr/>
          <p:nvPr/>
        </p:nvSpPr>
        <p:spPr>
          <a:xfrm>
            <a:off x="13357860" y="20269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83" name="Shape 673"/>
          <p:cNvSpPr/>
          <p:nvPr/>
        </p:nvSpPr>
        <p:spPr>
          <a:xfrm>
            <a:off x="13616940" y="20269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84" name="Shape 674"/>
          <p:cNvSpPr/>
          <p:nvPr/>
        </p:nvSpPr>
        <p:spPr>
          <a:xfrm>
            <a:off x="11285220" y="2286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85" name="Shape 675"/>
          <p:cNvSpPr/>
          <p:nvPr/>
        </p:nvSpPr>
        <p:spPr>
          <a:xfrm>
            <a:off x="11544300" y="2286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86" name="Shape 676"/>
          <p:cNvSpPr/>
          <p:nvPr/>
        </p:nvSpPr>
        <p:spPr>
          <a:xfrm>
            <a:off x="11803380" y="2286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87" name="Shape 677"/>
          <p:cNvSpPr/>
          <p:nvPr/>
        </p:nvSpPr>
        <p:spPr>
          <a:xfrm>
            <a:off x="12062460" y="2286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88" name="Shape 678"/>
          <p:cNvSpPr/>
          <p:nvPr/>
        </p:nvSpPr>
        <p:spPr>
          <a:xfrm>
            <a:off x="12321540" y="2286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89" name="Shape 679"/>
          <p:cNvSpPr/>
          <p:nvPr/>
        </p:nvSpPr>
        <p:spPr>
          <a:xfrm>
            <a:off x="12580620" y="2286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90" name="Shape 680"/>
          <p:cNvSpPr/>
          <p:nvPr/>
        </p:nvSpPr>
        <p:spPr>
          <a:xfrm>
            <a:off x="12839700" y="2286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91" name="Shape 681"/>
          <p:cNvSpPr/>
          <p:nvPr/>
        </p:nvSpPr>
        <p:spPr>
          <a:xfrm>
            <a:off x="13098780" y="2286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92" name="Shape 682"/>
          <p:cNvSpPr/>
          <p:nvPr/>
        </p:nvSpPr>
        <p:spPr>
          <a:xfrm>
            <a:off x="13357860" y="2286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93" name="Shape 683"/>
          <p:cNvSpPr/>
          <p:nvPr/>
        </p:nvSpPr>
        <p:spPr>
          <a:xfrm>
            <a:off x="13616940" y="22860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94" name="Shape 684"/>
          <p:cNvSpPr/>
          <p:nvPr/>
        </p:nvSpPr>
        <p:spPr>
          <a:xfrm>
            <a:off x="11285220" y="2545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95" name="Shape 685"/>
          <p:cNvSpPr/>
          <p:nvPr/>
        </p:nvSpPr>
        <p:spPr>
          <a:xfrm>
            <a:off x="11544300" y="2545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96" name="Shape 686"/>
          <p:cNvSpPr/>
          <p:nvPr/>
        </p:nvSpPr>
        <p:spPr>
          <a:xfrm>
            <a:off x="11803380" y="2545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97" name="Shape 687"/>
          <p:cNvSpPr/>
          <p:nvPr/>
        </p:nvSpPr>
        <p:spPr>
          <a:xfrm>
            <a:off x="12062460" y="2545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98" name="Shape 688"/>
          <p:cNvSpPr/>
          <p:nvPr/>
        </p:nvSpPr>
        <p:spPr>
          <a:xfrm>
            <a:off x="12321540" y="2545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699" name="Shape 689"/>
          <p:cNvSpPr/>
          <p:nvPr/>
        </p:nvSpPr>
        <p:spPr>
          <a:xfrm>
            <a:off x="12580620" y="2545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00" name="Shape 690"/>
          <p:cNvSpPr/>
          <p:nvPr/>
        </p:nvSpPr>
        <p:spPr>
          <a:xfrm>
            <a:off x="12839700" y="2545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01" name="Shape 691"/>
          <p:cNvSpPr/>
          <p:nvPr/>
        </p:nvSpPr>
        <p:spPr>
          <a:xfrm>
            <a:off x="13098780" y="2545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02" name="Shape 692"/>
          <p:cNvSpPr/>
          <p:nvPr/>
        </p:nvSpPr>
        <p:spPr>
          <a:xfrm>
            <a:off x="13357860" y="2545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03" name="Shape 693"/>
          <p:cNvSpPr/>
          <p:nvPr/>
        </p:nvSpPr>
        <p:spPr>
          <a:xfrm>
            <a:off x="13616940" y="25450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04" name="Shape 694"/>
          <p:cNvSpPr/>
          <p:nvPr/>
        </p:nvSpPr>
        <p:spPr>
          <a:xfrm>
            <a:off x="11285220" y="28041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05" name="Shape 695"/>
          <p:cNvSpPr/>
          <p:nvPr/>
        </p:nvSpPr>
        <p:spPr>
          <a:xfrm>
            <a:off x="11544300" y="28041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06" name="Shape 696"/>
          <p:cNvSpPr/>
          <p:nvPr/>
        </p:nvSpPr>
        <p:spPr>
          <a:xfrm>
            <a:off x="11803380" y="28041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07" name="Shape 697"/>
          <p:cNvSpPr/>
          <p:nvPr/>
        </p:nvSpPr>
        <p:spPr>
          <a:xfrm>
            <a:off x="12062460" y="28041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08" name="Shape 698"/>
          <p:cNvSpPr/>
          <p:nvPr/>
        </p:nvSpPr>
        <p:spPr>
          <a:xfrm>
            <a:off x="12321540" y="28041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09" name="Shape 699"/>
          <p:cNvSpPr/>
          <p:nvPr/>
        </p:nvSpPr>
        <p:spPr>
          <a:xfrm>
            <a:off x="12580620" y="28041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10" name="Shape 700"/>
          <p:cNvSpPr/>
          <p:nvPr/>
        </p:nvSpPr>
        <p:spPr>
          <a:xfrm>
            <a:off x="12839700" y="28041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11" name="Shape 701"/>
          <p:cNvSpPr/>
          <p:nvPr/>
        </p:nvSpPr>
        <p:spPr>
          <a:xfrm>
            <a:off x="13098780" y="28041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12" name="Shape 702"/>
          <p:cNvSpPr/>
          <p:nvPr/>
        </p:nvSpPr>
        <p:spPr>
          <a:xfrm>
            <a:off x="13357860" y="28041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13" name="Shape 703"/>
          <p:cNvSpPr/>
          <p:nvPr/>
        </p:nvSpPr>
        <p:spPr>
          <a:xfrm>
            <a:off x="13616940" y="28041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14" name="Shape 704"/>
          <p:cNvSpPr/>
          <p:nvPr/>
        </p:nvSpPr>
        <p:spPr>
          <a:xfrm>
            <a:off x="11285220" y="30632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15" name="Shape 705"/>
          <p:cNvSpPr/>
          <p:nvPr/>
        </p:nvSpPr>
        <p:spPr>
          <a:xfrm>
            <a:off x="11544300" y="30632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16" name="Shape 706"/>
          <p:cNvSpPr/>
          <p:nvPr/>
        </p:nvSpPr>
        <p:spPr>
          <a:xfrm>
            <a:off x="11803380" y="30632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17" name="Shape 707"/>
          <p:cNvSpPr/>
          <p:nvPr/>
        </p:nvSpPr>
        <p:spPr>
          <a:xfrm>
            <a:off x="12062460" y="30632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18" name="Shape 708"/>
          <p:cNvSpPr/>
          <p:nvPr/>
        </p:nvSpPr>
        <p:spPr>
          <a:xfrm>
            <a:off x="12321540" y="30632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19" name="Shape 709"/>
          <p:cNvSpPr/>
          <p:nvPr/>
        </p:nvSpPr>
        <p:spPr>
          <a:xfrm>
            <a:off x="12580620" y="30632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20" name="Shape 710"/>
          <p:cNvSpPr/>
          <p:nvPr/>
        </p:nvSpPr>
        <p:spPr>
          <a:xfrm>
            <a:off x="12839700" y="30632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21" name="Shape 711"/>
          <p:cNvSpPr/>
          <p:nvPr/>
        </p:nvSpPr>
        <p:spPr>
          <a:xfrm>
            <a:off x="13098780" y="30632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22" name="Shape 712"/>
          <p:cNvSpPr/>
          <p:nvPr/>
        </p:nvSpPr>
        <p:spPr>
          <a:xfrm>
            <a:off x="13357860" y="30632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23" name="Shape 713"/>
          <p:cNvSpPr/>
          <p:nvPr/>
        </p:nvSpPr>
        <p:spPr>
          <a:xfrm>
            <a:off x="13616940" y="30632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24" name="Shape 714"/>
          <p:cNvSpPr/>
          <p:nvPr/>
        </p:nvSpPr>
        <p:spPr>
          <a:xfrm>
            <a:off x="11285220" y="3322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25" name="Shape 715"/>
          <p:cNvSpPr/>
          <p:nvPr/>
        </p:nvSpPr>
        <p:spPr>
          <a:xfrm>
            <a:off x="11544300" y="3322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26" name="Shape 716"/>
          <p:cNvSpPr/>
          <p:nvPr/>
        </p:nvSpPr>
        <p:spPr>
          <a:xfrm>
            <a:off x="11803380" y="3322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27" name="Shape 717"/>
          <p:cNvSpPr/>
          <p:nvPr/>
        </p:nvSpPr>
        <p:spPr>
          <a:xfrm>
            <a:off x="12062460" y="3322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28" name="Shape 718"/>
          <p:cNvSpPr/>
          <p:nvPr/>
        </p:nvSpPr>
        <p:spPr>
          <a:xfrm>
            <a:off x="12321540" y="3322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29" name="Shape 719"/>
          <p:cNvSpPr/>
          <p:nvPr/>
        </p:nvSpPr>
        <p:spPr>
          <a:xfrm>
            <a:off x="12580620" y="3322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30" name="Shape 720"/>
          <p:cNvSpPr/>
          <p:nvPr/>
        </p:nvSpPr>
        <p:spPr>
          <a:xfrm>
            <a:off x="12839700" y="3322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31" name="Shape 721"/>
          <p:cNvSpPr/>
          <p:nvPr/>
        </p:nvSpPr>
        <p:spPr>
          <a:xfrm>
            <a:off x="13098780" y="3322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32" name="Shape 722"/>
          <p:cNvSpPr/>
          <p:nvPr/>
        </p:nvSpPr>
        <p:spPr>
          <a:xfrm>
            <a:off x="13357860" y="3322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33" name="Shape 723"/>
          <p:cNvSpPr/>
          <p:nvPr/>
        </p:nvSpPr>
        <p:spPr>
          <a:xfrm>
            <a:off x="13616940" y="33223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34" name="Shape 724"/>
          <p:cNvSpPr/>
          <p:nvPr/>
        </p:nvSpPr>
        <p:spPr>
          <a:xfrm>
            <a:off x="11285220" y="3581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35" name="Shape 725"/>
          <p:cNvSpPr/>
          <p:nvPr/>
        </p:nvSpPr>
        <p:spPr>
          <a:xfrm>
            <a:off x="11544300" y="3581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36" name="Shape 726"/>
          <p:cNvSpPr/>
          <p:nvPr/>
        </p:nvSpPr>
        <p:spPr>
          <a:xfrm>
            <a:off x="11803380" y="3581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37" name="Shape 727"/>
          <p:cNvSpPr/>
          <p:nvPr/>
        </p:nvSpPr>
        <p:spPr>
          <a:xfrm>
            <a:off x="12062460" y="3581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38" name="Shape 728"/>
          <p:cNvSpPr/>
          <p:nvPr/>
        </p:nvSpPr>
        <p:spPr>
          <a:xfrm>
            <a:off x="12321540" y="3581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39" name="Shape 729"/>
          <p:cNvSpPr/>
          <p:nvPr/>
        </p:nvSpPr>
        <p:spPr>
          <a:xfrm>
            <a:off x="12580620" y="3581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40" name="Shape 730"/>
          <p:cNvSpPr/>
          <p:nvPr/>
        </p:nvSpPr>
        <p:spPr>
          <a:xfrm>
            <a:off x="12839700" y="3581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41" name="Shape 731"/>
          <p:cNvSpPr/>
          <p:nvPr/>
        </p:nvSpPr>
        <p:spPr>
          <a:xfrm>
            <a:off x="13098780" y="3581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42" name="Shape 732"/>
          <p:cNvSpPr/>
          <p:nvPr/>
        </p:nvSpPr>
        <p:spPr>
          <a:xfrm>
            <a:off x="13357860" y="3581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43" name="Shape 733"/>
          <p:cNvSpPr/>
          <p:nvPr/>
        </p:nvSpPr>
        <p:spPr>
          <a:xfrm>
            <a:off x="13616940" y="35814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44" name="Shape 734"/>
          <p:cNvSpPr/>
          <p:nvPr/>
        </p:nvSpPr>
        <p:spPr>
          <a:xfrm>
            <a:off x="11285220" y="38404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45" name="Shape 735"/>
          <p:cNvSpPr/>
          <p:nvPr/>
        </p:nvSpPr>
        <p:spPr>
          <a:xfrm>
            <a:off x="11544300" y="38404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46" name="Shape 736"/>
          <p:cNvSpPr/>
          <p:nvPr/>
        </p:nvSpPr>
        <p:spPr>
          <a:xfrm>
            <a:off x="11803380" y="38404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47" name="Shape 737"/>
          <p:cNvSpPr/>
          <p:nvPr/>
        </p:nvSpPr>
        <p:spPr>
          <a:xfrm>
            <a:off x="12062460" y="38404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48" name="Shape 738"/>
          <p:cNvSpPr/>
          <p:nvPr/>
        </p:nvSpPr>
        <p:spPr>
          <a:xfrm>
            <a:off x="12321540" y="38404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49" name="Shape 739"/>
          <p:cNvSpPr/>
          <p:nvPr/>
        </p:nvSpPr>
        <p:spPr>
          <a:xfrm>
            <a:off x="12580620" y="38404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50" name="Shape 740"/>
          <p:cNvSpPr/>
          <p:nvPr/>
        </p:nvSpPr>
        <p:spPr>
          <a:xfrm>
            <a:off x="12839700" y="38404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51" name="Shape 741"/>
          <p:cNvSpPr/>
          <p:nvPr/>
        </p:nvSpPr>
        <p:spPr>
          <a:xfrm>
            <a:off x="13098780" y="38404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52" name="Shape 742"/>
          <p:cNvSpPr/>
          <p:nvPr/>
        </p:nvSpPr>
        <p:spPr>
          <a:xfrm>
            <a:off x="13357860" y="38404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53" name="Shape 743"/>
          <p:cNvSpPr/>
          <p:nvPr/>
        </p:nvSpPr>
        <p:spPr>
          <a:xfrm>
            <a:off x="13616940" y="38404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54" name="Shape 744"/>
          <p:cNvSpPr/>
          <p:nvPr/>
        </p:nvSpPr>
        <p:spPr>
          <a:xfrm>
            <a:off x="11285220" y="40995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55" name="Shape 745"/>
          <p:cNvSpPr/>
          <p:nvPr/>
        </p:nvSpPr>
        <p:spPr>
          <a:xfrm>
            <a:off x="11544300" y="40995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56" name="Shape 746"/>
          <p:cNvSpPr/>
          <p:nvPr/>
        </p:nvSpPr>
        <p:spPr>
          <a:xfrm>
            <a:off x="11803380" y="40995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57" name="Shape 747"/>
          <p:cNvSpPr/>
          <p:nvPr/>
        </p:nvSpPr>
        <p:spPr>
          <a:xfrm>
            <a:off x="12062460" y="40995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58" name="Shape 748"/>
          <p:cNvSpPr/>
          <p:nvPr/>
        </p:nvSpPr>
        <p:spPr>
          <a:xfrm>
            <a:off x="12321540" y="40995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59" name="Shape 749"/>
          <p:cNvSpPr/>
          <p:nvPr/>
        </p:nvSpPr>
        <p:spPr>
          <a:xfrm>
            <a:off x="12580620" y="40995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60" name="Shape 750"/>
          <p:cNvSpPr/>
          <p:nvPr/>
        </p:nvSpPr>
        <p:spPr>
          <a:xfrm>
            <a:off x="12839700" y="40995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61" name="Shape 751"/>
          <p:cNvSpPr/>
          <p:nvPr/>
        </p:nvSpPr>
        <p:spPr>
          <a:xfrm>
            <a:off x="13098780" y="40995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62" name="Shape 752"/>
          <p:cNvSpPr/>
          <p:nvPr/>
        </p:nvSpPr>
        <p:spPr>
          <a:xfrm>
            <a:off x="13357860" y="40995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63" name="Shape 753"/>
          <p:cNvSpPr/>
          <p:nvPr/>
        </p:nvSpPr>
        <p:spPr>
          <a:xfrm>
            <a:off x="13616940" y="40995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64" name="Shape 754"/>
          <p:cNvSpPr/>
          <p:nvPr/>
        </p:nvSpPr>
        <p:spPr>
          <a:xfrm>
            <a:off x="11285220" y="4358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65" name="Shape 755"/>
          <p:cNvSpPr/>
          <p:nvPr/>
        </p:nvSpPr>
        <p:spPr>
          <a:xfrm>
            <a:off x="11544300" y="4358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66" name="Shape 756"/>
          <p:cNvSpPr/>
          <p:nvPr/>
        </p:nvSpPr>
        <p:spPr>
          <a:xfrm>
            <a:off x="11803380" y="4358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67" name="Shape 757"/>
          <p:cNvSpPr/>
          <p:nvPr/>
        </p:nvSpPr>
        <p:spPr>
          <a:xfrm>
            <a:off x="12062460" y="4358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68" name="Shape 758"/>
          <p:cNvSpPr/>
          <p:nvPr/>
        </p:nvSpPr>
        <p:spPr>
          <a:xfrm>
            <a:off x="12321540" y="4358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69" name="Shape 759"/>
          <p:cNvSpPr/>
          <p:nvPr/>
        </p:nvSpPr>
        <p:spPr>
          <a:xfrm>
            <a:off x="12580620" y="4358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70" name="Shape 760"/>
          <p:cNvSpPr/>
          <p:nvPr/>
        </p:nvSpPr>
        <p:spPr>
          <a:xfrm>
            <a:off x="12839700" y="4358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71" name="Shape 761"/>
          <p:cNvSpPr/>
          <p:nvPr/>
        </p:nvSpPr>
        <p:spPr>
          <a:xfrm>
            <a:off x="13098780" y="4358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72" name="Shape 762"/>
          <p:cNvSpPr/>
          <p:nvPr/>
        </p:nvSpPr>
        <p:spPr>
          <a:xfrm>
            <a:off x="13357860" y="4358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73" name="Shape 763"/>
          <p:cNvSpPr/>
          <p:nvPr/>
        </p:nvSpPr>
        <p:spPr>
          <a:xfrm>
            <a:off x="13616940" y="43586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74" name="Shape 764"/>
          <p:cNvSpPr/>
          <p:nvPr/>
        </p:nvSpPr>
        <p:spPr>
          <a:xfrm>
            <a:off x="11285220" y="4617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75" name="Shape 765"/>
          <p:cNvSpPr/>
          <p:nvPr/>
        </p:nvSpPr>
        <p:spPr>
          <a:xfrm>
            <a:off x="11544300" y="4617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76" name="Shape 766"/>
          <p:cNvSpPr/>
          <p:nvPr/>
        </p:nvSpPr>
        <p:spPr>
          <a:xfrm>
            <a:off x="11803380" y="4617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77" name="Shape 767"/>
          <p:cNvSpPr/>
          <p:nvPr/>
        </p:nvSpPr>
        <p:spPr>
          <a:xfrm>
            <a:off x="12062460" y="4617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78" name="Shape 768"/>
          <p:cNvSpPr/>
          <p:nvPr/>
        </p:nvSpPr>
        <p:spPr>
          <a:xfrm>
            <a:off x="12321540" y="4617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79" name="Shape 769"/>
          <p:cNvSpPr/>
          <p:nvPr/>
        </p:nvSpPr>
        <p:spPr>
          <a:xfrm>
            <a:off x="12580620" y="4617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80" name="Shape 770"/>
          <p:cNvSpPr/>
          <p:nvPr/>
        </p:nvSpPr>
        <p:spPr>
          <a:xfrm>
            <a:off x="12839700" y="4617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81" name="Shape 771"/>
          <p:cNvSpPr/>
          <p:nvPr/>
        </p:nvSpPr>
        <p:spPr>
          <a:xfrm>
            <a:off x="13098780" y="4617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82" name="Shape 772"/>
          <p:cNvSpPr/>
          <p:nvPr/>
        </p:nvSpPr>
        <p:spPr>
          <a:xfrm>
            <a:off x="13357860" y="4617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83" name="Shape 773"/>
          <p:cNvSpPr/>
          <p:nvPr/>
        </p:nvSpPr>
        <p:spPr>
          <a:xfrm>
            <a:off x="13616940" y="46177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84" name="Shape 774"/>
          <p:cNvSpPr/>
          <p:nvPr/>
        </p:nvSpPr>
        <p:spPr>
          <a:xfrm>
            <a:off x="11285220" y="48768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85" name="Shape 775"/>
          <p:cNvSpPr/>
          <p:nvPr/>
        </p:nvSpPr>
        <p:spPr>
          <a:xfrm>
            <a:off x="11544300" y="48768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86" name="Shape 776"/>
          <p:cNvSpPr/>
          <p:nvPr/>
        </p:nvSpPr>
        <p:spPr>
          <a:xfrm>
            <a:off x="11803380" y="48768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87" name="Shape 777"/>
          <p:cNvSpPr/>
          <p:nvPr/>
        </p:nvSpPr>
        <p:spPr>
          <a:xfrm>
            <a:off x="12062460" y="48768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88" name="Shape 778"/>
          <p:cNvSpPr/>
          <p:nvPr/>
        </p:nvSpPr>
        <p:spPr>
          <a:xfrm>
            <a:off x="12321540" y="48768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89" name="Shape 779"/>
          <p:cNvSpPr/>
          <p:nvPr/>
        </p:nvSpPr>
        <p:spPr>
          <a:xfrm>
            <a:off x="12580620" y="48768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90" name="Shape 780"/>
          <p:cNvSpPr/>
          <p:nvPr/>
        </p:nvSpPr>
        <p:spPr>
          <a:xfrm>
            <a:off x="12839700" y="48768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91" name="Shape 781"/>
          <p:cNvSpPr/>
          <p:nvPr/>
        </p:nvSpPr>
        <p:spPr>
          <a:xfrm>
            <a:off x="13098780" y="48768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92" name="Shape 782"/>
          <p:cNvSpPr/>
          <p:nvPr/>
        </p:nvSpPr>
        <p:spPr>
          <a:xfrm>
            <a:off x="13357860" y="48768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93" name="Shape 783"/>
          <p:cNvSpPr/>
          <p:nvPr/>
        </p:nvSpPr>
        <p:spPr>
          <a:xfrm>
            <a:off x="13616940" y="48768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94" name="Shape 784"/>
          <p:cNvSpPr/>
          <p:nvPr/>
        </p:nvSpPr>
        <p:spPr>
          <a:xfrm>
            <a:off x="11285220" y="51358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95" name="Shape 785"/>
          <p:cNvSpPr/>
          <p:nvPr/>
        </p:nvSpPr>
        <p:spPr>
          <a:xfrm>
            <a:off x="11544300" y="51358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96" name="Shape 786"/>
          <p:cNvSpPr/>
          <p:nvPr/>
        </p:nvSpPr>
        <p:spPr>
          <a:xfrm>
            <a:off x="11803380" y="51358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97" name="Shape 787"/>
          <p:cNvSpPr/>
          <p:nvPr/>
        </p:nvSpPr>
        <p:spPr>
          <a:xfrm>
            <a:off x="12062460" y="51358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98" name="Shape 788"/>
          <p:cNvSpPr/>
          <p:nvPr/>
        </p:nvSpPr>
        <p:spPr>
          <a:xfrm>
            <a:off x="12321540" y="51358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799" name="Shape 789"/>
          <p:cNvSpPr/>
          <p:nvPr/>
        </p:nvSpPr>
        <p:spPr>
          <a:xfrm>
            <a:off x="12580620" y="51358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00" name="Shape 790"/>
          <p:cNvSpPr/>
          <p:nvPr/>
        </p:nvSpPr>
        <p:spPr>
          <a:xfrm>
            <a:off x="12839700" y="51358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01" name="Shape 791"/>
          <p:cNvSpPr/>
          <p:nvPr/>
        </p:nvSpPr>
        <p:spPr>
          <a:xfrm>
            <a:off x="13098780" y="51358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02" name="Shape 792"/>
          <p:cNvSpPr/>
          <p:nvPr/>
        </p:nvSpPr>
        <p:spPr>
          <a:xfrm>
            <a:off x="13357860" y="51358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03" name="Shape 793"/>
          <p:cNvSpPr/>
          <p:nvPr/>
        </p:nvSpPr>
        <p:spPr>
          <a:xfrm>
            <a:off x="13616940" y="51358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04" name="Shape 794"/>
          <p:cNvSpPr/>
          <p:nvPr/>
        </p:nvSpPr>
        <p:spPr>
          <a:xfrm>
            <a:off x="11285220" y="53949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05" name="Shape 795"/>
          <p:cNvSpPr/>
          <p:nvPr/>
        </p:nvSpPr>
        <p:spPr>
          <a:xfrm>
            <a:off x="11544300" y="53949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06" name="Shape 796"/>
          <p:cNvSpPr/>
          <p:nvPr/>
        </p:nvSpPr>
        <p:spPr>
          <a:xfrm>
            <a:off x="11803380" y="53949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07" name="Shape 797"/>
          <p:cNvSpPr/>
          <p:nvPr/>
        </p:nvSpPr>
        <p:spPr>
          <a:xfrm>
            <a:off x="12062460" y="53949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08" name="Shape 798"/>
          <p:cNvSpPr/>
          <p:nvPr/>
        </p:nvSpPr>
        <p:spPr>
          <a:xfrm>
            <a:off x="12321540" y="53949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09" name="Shape 799"/>
          <p:cNvSpPr/>
          <p:nvPr/>
        </p:nvSpPr>
        <p:spPr>
          <a:xfrm>
            <a:off x="12580620" y="53949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10" name="Shape 800"/>
          <p:cNvSpPr/>
          <p:nvPr/>
        </p:nvSpPr>
        <p:spPr>
          <a:xfrm>
            <a:off x="12839700" y="53949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11" name="Shape 801"/>
          <p:cNvSpPr/>
          <p:nvPr/>
        </p:nvSpPr>
        <p:spPr>
          <a:xfrm>
            <a:off x="13098780" y="53949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12" name="Shape 802"/>
          <p:cNvSpPr/>
          <p:nvPr/>
        </p:nvSpPr>
        <p:spPr>
          <a:xfrm>
            <a:off x="13357860" y="53949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13" name="Shape 803"/>
          <p:cNvSpPr/>
          <p:nvPr/>
        </p:nvSpPr>
        <p:spPr>
          <a:xfrm>
            <a:off x="13616940" y="53949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14" name="Shape 804"/>
          <p:cNvSpPr/>
          <p:nvPr/>
        </p:nvSpPr>
        <p:spPr>
          <a:xfrm>
            <a:off x="11285220" y="565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15" name="Shape 805"/>
          <p:cNvSpPr/>
          <p:nvPr/>
        </p:nvSpPr>
        <p:spPr>
          <a:xfrm>
            <a:off x="11544300" y="565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16" name="Shape 806"/>
          <p:cNvSpPr/>
          <p:nvPr/>
        </p:nvSpPr>
        <p:spPr>
          <a:xfrm>
            <a:off x="11803380" y="565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17" name="Shape 807"/>
          <p:cNvSpPr/>
          <p:nvPr/>
        </p:nvSpPr>
        <p:spPr>
          <a:xfrm>
            <a:off x="12062460" y="565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18" name="Shape 808"/>
          <p:cNvSpPr/>
          <p:nvPr/>
        </p:nvSpPr>
        <p:spPr>
          <a:xfrm>
            <a:off x="12321540" y="565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19" name="Shape 809"/>
          <p:cNvSpPr/>
          <p:nvPr/>
        </p:nvSpPr>
        <p:spPr>
          <a:xfrm>
            <a:off x="12580620" y="565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20" name="Shape 810"/>
          <p:cNvSpPr/>
          <p:nvPr/>
        </p:nvSpPr>
        <p:spPr>
          <a:xfrm>
            <a:off x="12839700" y="565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21" name="Shape 811"/>
          <p:cNvSpPr/>
          <p:nvPr/>
        </p:nvSpPr>
        <p:spPr>
          <a:xfrm>
            <a:off x="13098780" y="565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22" name="Shape 812"/>
          <p:cNvSpPr/>
          <p:nvPr/>
        </p:nvSpPr>
        <p:spPr>
          <a:xfrm>
            <a:off x="13357860" y="565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23" name="Shape 813"/>
          <p:cNvSpPr/>
          <p:nvPr/>
        </p:nvSpPr>
        <p:spPr>
          <a:xfrm>
            <a:off x="13616940" y="565404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24" name="Shape 814"/>
          <p:cNvSpPr/>
          <p:nvPr/>
        </p:nvSpPr>
        <p:spPr>
          <a:xfrm>
            <a:off x="11285220" y="5913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25" name="Shape 815"/>
          <p:cNvSpPr/>
          <p:nvPr/>
        </p:nvSpPr>
        <p:spPr>
          <a:xfrm>
            <a:off x="11544300" y="5913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26" name="Shape 816"/>
          <p:cNvSpPr/>
          <p:nvPr/>
        </p:nvSpPr>
        <p:spPr>
          <a:xfrm>
            <a:off x="11803380" y="5913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27" name="Shape 817"/>
          <p:cNvSpPr/>
          <p:nvPr/>
        </p:nvSpPr>
        <p:spPr>
          <a:xfrm>
            <a:off x="12062460" y="5913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28" name="Shape 818"/>
          <p:cNvSpPr/>
          <p:nvPr/>
        </p:nvSpPr>
        <p:spPr>
          <a:xfrm>
            <a:off x="12321540" y="5913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29" name="Shape 819"/>
          <p:cNvSpPr/>
          <p:nvPr/>
        </p:nvSpPr>
        <p:spPr>
          <a:xfrm>
            <a:off x="12580620" y="5913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30" name="Shape 820"/>
          <p:cNvSpPr/>
          <p:nvPr/>
        </p:nvSpPr>
        <p:spPr>
          <a:xfrm>
            <a:off x="12839700" y="5913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31" name="Shape 821"/>
          <p:cNvSpPr/>
          <p:nvPr/>
        </p:nvSpPr>
        <p:spPr>
          <a:xfrm>
            <a:off x="13098780" y="5913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32" name="Shape 822"/>
          <p:cNvSpPr/>
          <p:nvPr/>
        </p:nvSpPr>
        <p:spPr>
          <a:xfrm>
            <a:off x="13357860" y="5913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33" name="Shape 823"/>
          <p:cNvSpPr/>
          <p:nvPr/>
        </p:nvSpPr>
        <p:spPr>
          <a:xfrm>
            <a:off x="13616940" y="591312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34" name="Shape 824"/>
          <p:cNvSpPr/>
          <p:nvPr/>
        </p:nvSpPr>
        <p:spPr>
          <a:xfrm>
            <a:off x="11285220" y="61722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35" name="Shape 825"/>
          <p:cNvSpPr/>
          <p:nvPr/>
        </p:nvSpPr>
        <p:spPr>
          <a:xfrm>
            <a:off x="11544300" y="61722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36" name="Shape 826"/>
          <p:cNvSpPr/>
          <p:nvPr/>
        </p:nvSpPr>
        <p:spPr>
          <a:xfrm>
            <a:off x="11803380" y="61722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37" name="Shape 827"/>
          <p:cNvSpPr/>
          <p:nvPr/>
        </p:nvSpPr>
        <p:spPr>
          <a:xfrm>
            <a:off x="12062460" y="61722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38" name="Shape 828"/>
          <p:cNvSpPr/>
          <p:nvPr/>
        </p:nvSpPr>
        <p:spPr>
          <a:xfrm>
            <a:off x="12321540" y="61722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39" name="Shape 829"/>
          <p:cNvSpPr/>
          <p:nvPr/>
        </p:nvSpPr>
        <p:spPr>
          <a:xfrm>
            <a:off x="12580620" y="61722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40" name="Shape 830"/>
          <p:cNvSpPr/>
          <p:nvPr/>
        </p:nvSpPr>
        <p:spPr>
          <a:xfrm>
            <a:off x="12839700" y="61722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41" name="Shape 831"/>
          <p:cNvSpPr/>
          <p:nvPr/>
        </p:nvSpPr>
        <p:spPr>
          <a:xfrm>
            <a:off x="13098780" y="61722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42" name="Shape 832"/>
          <p:cNvSpPr/>
          <p:nvPr/>
        </p:nvSpPr>
        <p:spPr>
          <a:xfrm>
            <a:off x="13357860" y="61722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43" name="Shape 833"/>
          <p:cNvSpPr/>
          <p:nvPr/>
        </p:nvSpPr>
        <p:spPr>
          <a:xfrm>
            <a:off x="13616940" y="617220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44" name="Shape 834"/>
          <p:cNvSpPr/>
          <p:nvPr/>
        </p:nvSpPr>
        <p:spPr>
          <a:xfrm>
            <a:off x="11285220" y="64312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45" name="Shape 835"/>
          <p:cNvSpPr/>
          <p:nvPr/>
        </p:nvSpPr>
        <p:spPr>
          <a:xfrm>
            <a:off x="11544300" y="64312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46" name="Shape 836"/>
          <p:cNvSpPr/>
          <p:nvPr/>
        </p:nvSpPr>
        <p:spPr>
          <a:xfrm>
            <a:off x="11803380" y="64312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47" name="Shape 837"/>
          <p:cNvSpPr/>
          <p:nvPr/>
        </p:nvSpPr>
        <p:spPr>
          <a:xfrm>
            <a:off x="12062460" y="64312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48" name="Shape 838"/>
          <p:cNvSpPr/>
          <p:nvPr/>
        </p:nvSpPr>
        <p:spPr>
          <a:xfrm>
            <a:off x="12321540" y="64312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49" name="Shape 839"/>
          <p:cNvSpPr/>
          <p:nvPr/>
        </p:nvSpPr>
        <p:spPr>
          <a:xfrm>
            <a:off x="12580620" y="64312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50" name="Shape 840"/>
          <p:cNvSpPr/>
          <p:nvPr/>
        </p:nvSpPr>
        <p:spPr>
          <a:xfrm>
            <a:off x="12839700" y="64312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51" name="Shape 841"/>
          <p:cNvSpPr/>
          <p:nvPr/>
        </p:nvSpPr>
        <p:spPr>
          <a:xfrm>
            <a:off x="13098780" y="64312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52" name="Shape 842"/>
          <p:cNvSpPr/>
          <p:nvPr/>
        </p:nvSpPr>
        <p:spPr>
          <a:xfrm>
            <a:off x="13357860" y="64312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53" name="Shape 843"/>
          <p:cNvSpPr/>
          <p:nvPr/>
        </p:nvSpPr>
        <p:spPr>
          <a:xfrm>
            <a:off x="13616940" y="643128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54" name="Shape 844"/>
          <p:cNvSpPr/>
          <p:nvPr/>
        </p:nvSpPr>
        <p:spPr>
          <a:xfrm>
            <a:off x="11285220" y="6690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55" name="Shape 845"/>
          <p:cNvSpPr/>
          <p:nvPr/>
        </p:nvSpPr>
        <p:spPr>
          <a:xfrm>
            <a:off x="11544300" y="6690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56" name="Shape 846"/>
          <p:cNvSpPr/>
          <p:nvPr/>
        </p:nvSpPr>
        <p:spPr>
          <a:xfrm>
            <a:off x="11803380" y="6690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57" name="Shape 847"/>
          <p:cNvSpPr/>
          <p:nvPr/>
        </p:nvSpPr>
        <p:spPr>
          <a:xfrm>
            <a:off x="12062460" y="6690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58" name="Shape 848"/>
          <p:cNvSpPr/>
          <p:nvPr/>
        </p:nvSpPr>
        <p:spPr>
          <a:xfrm>
            <a:off x="12321540" y="6690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59" name="Shape 849"/>
          <p:cNvSpPr/>
          <p:nvPr/>
        </p:nvSpPr>
        <p:spPr>
          <a:xfrm>
            <a:off x="12580620" y="6690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60" name="Shape 850"/>
          <p:cNvSpPr/>
          <p:nvPr/>
        </p:nvSpPr>
        <p:spPr>
          <a:xfrm>
            <a:off x="12839700" y="6690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61" name="Shape 851"/>
          <p:cNvSpPr/>
          <p:nvPr/>
        </p:nvSpPr>
        <p:spPr>
          <a:xfrm>
            <a:off x="13098780" y="6690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62" name="Shape 852"/>
          <p:cNvSpPr/>
          <p:nvPr/>
        </p:nvSpPr>
        <p:spPr>
          <a:xfrm>
            <a:off x="13357860" y="6690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63" name="Shape 853"/>
          <p:cNvSpPr/>
          <p:nvPr/>
        </p:nvSpPr>
        <p:spPr>
          <a:xfrm>
            <a:off x="13616940" y="6690360"/>
            <a:ext cx="38100" cy="38100"/>
          </a:xfrm>
          <a:prstGeom prst="rect">
            <a:avLst/>
          </a:prstGeom>
          <a:solidFill>
            <a:srgbClr val="C9DCF8"/>
          </a:solidFill>
          <a:ln w="2540">
            <a:solidFill>
              <a:srgbClr val="C9DCF8"/>
            </a:solidFill>
            <a:prstDash val="solid"/>
          </a:ln>
        </p:spPr>
      </p:sp>
      <p:sp>
        <p:nvSpPr>
          <p:cNvPr id="864" name="Text 854"/>
          <p:cNvSpPr txBox="1"/>
          <p:nvPr/>
        </p:nvSpPr>
        <p:spPr>
          <a:xfrm>
            <a:off x="11277600" y="121920"/>
            <a:ext cx="160782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25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Rematching</a:t>
            </a:r>
            <a:endParaRPr lang="en-US" sz="2625" dirty="0"/>
          </a:p>
        </p:txBody>
      </p:sp>
      <p:sp>
        <p:nvSpPr>
          <p:cNvPr id="865" name="Shape 855"/>
          <p:cNvSpPr/>
          <p:nvPr/>
        </p:nvSpPr>
        <p:spPr>
          <a:xfrm>
            <a:off x="11277600" y="457200"/>
            <a:ext cx="2529840" cy="2834640"/>
          </a:xfrm>
          <a:prstGeom prst="rect">
            <a:avLst/>
          </a:prstGeom>
          <a:solidFill>
            <a:srgbClr val="DCE6F1"/>
          </a:solidFill>
          <a:ln w="2540">
            <a:solidFill>
              <a:srgbClr val="DCE6F1"/>
            </a:solidFill>
            <a:prstDash val="solid"/>
          </a:ln>
        </p:spPr>
      </p:sp>
      <p:sp>
        <p:nvSpPr>
          <p:cNvPr id="866" name="Shape 856"/>
          <p:cNvSpPr/>
          <p:nvPr/>
        </p:nvSpPr>
        <p:spPr>
          <a:xfrm>
            <a:off x="11536680" y="464820"/>
            <a:ext cx="1798320" cy="335280"/>
          </a:xfrm>
          <a:prstGeom prst="rect">
            <a:avLst/>
          </a:prstGeom>
          <a:solidFill>
            <a:srgbClr val="8EA9DB"/>
          </a:solidFill>
          <a:ln w="2540">
            <a:solidFill>
              <a:srgbClr val="8EA9DB"/>
            </a:solidFill>
            <a:prstDash val="solid"/>
          </a:ln>
        </p:spPr>
      </p:sp>
      <p:sp>
        <p:nvSpPr>
          <p:cNvPr id="867" name="Text 857"/>
          <p:cNvSpPr txBox="1"/>
          <p:nvPr/>
        </p:nvSpPr>
        <p:spPr>
          <a:xfrm>
            <a:off x="11643360" y="487680"/>
            <a:ext cx="16078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Classifier gθg</a:t>
            </a:r>
            <a:endParaRPr lang="en-US" sz="2325" dirty="0"/>
          </a:p>
        </p:txBody>
      </p:sp>
      <p:sp>
        <p:nvSpPr>
          <p:cNvPr id="868" name="Shape 858"/>
          <p:cNvSpPr/>
          <p:nvPr/>
        </p:nvSpPr>
        <p:spPr>
          <a:xfrm>
            <a:off x="12412980" y="807720"/>
            <a:ext cx="0" cy="22098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69" name="Shape 859"/>
          <p:cNvSpPr/>
          <p:nvPr/>
        </p:nvSpPr>
        <p:spPr>
          <a:xfrm>
            <a:off x="11628120" y="1036320"/>
            <a:ext cx="1554480" cy="41148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870" name="Text 860"/>
          <p:cNvSpPr txBox="1"/>
          <p:nvPr/>
        </p:nvSpPr>
        <p:spPr>
          <a:xfrm>
            <a:off x="11818620" y="1082040"/>
            <a:ext cx="115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ŷ</a:t>
            </a:r>
            <a:endParaRPr lang="en-US" sz="2250" dirty="0"/>
          </a:p>
        </p:txBody>
      </p:sp>
      <p:sp>
        <p:nvSpPr>
          <p:cNvPr id="871" name="Shape 861"/>
          <p:cNvSpPr/>
          <p:nvPr/>
        </p:nvSpPr>
        <p:spPr>
          <a:xfrm>
            <a:off x="12412980" y="1447800"/>
            <a:ext cx="0" cy="16764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72" name="Shape 862"/>
          <p:cNvSpPr/>
          <p:nvPr/>
        </p:nvSpPr>
        <p:spPr>
          <a:xfrm>
            <a:off x="11620500" y="1623060"/>
            <a:ext cx="157734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873" name="Text 863"/>
          <p:cNvSpPr txBox="1"/>
          <p:nvPr/>
        </p:nvSpPr>
        <p:spPr>
          <a:xfrm>
            <a:off x="11765280" y="1668780"/>
            <a:ext cx="12954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7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ID t̂s</a:t>
            </a:r>
            <a:endParaRPr lang="en-US" sz="2175" dirty="0"/>
          </a:p>
        </p:txBody>
      </p:sp>
      <p:sp>
        <p:nvSpPr>
          <p:cNvPr id="874" name="Shape 864"/>
          <p:cNvSpPr/>
          <p:nvPr/>
        </p:nvSpPr>
        <p:spPr>
          <a:xfrm>
            <a:off x="12412980" y="2042160"/>
            <a:ext cx="0" cy="16002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75" name="Shape 865"/>
          <p:cNvSpPr/>
          <p:nvPr/>
        </p:nvSpPr>
        <p:spPr>
          <a:xfrm>
            <a:off x="11673840" y="2179320"/>
            <a:ext cx="1485900" cy="800100"/>
          </a:xfrm>
          <a:prstGeom prst="diamond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876" name="Text 866"/>
          <p:cNvSpPr txBox="1"/>
          <p:nvPr/>
        </p:nvSpPr>
        <p:spPr>
          <a:xfrm>
            <a:off x="11894820" y="2354580"/>
            <a:ext cx="103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7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t̂f ≠ t̂s</a:t>
            </a:r>
            <a:endParaRPr lang="en-US" sz="2175" dirty="0"/>
          </a:p>
        </p:txBody>
      </p:sp>
      <p:sp>
        <p:nvSpPr>
          <p:cNvPr id="877" name="Shape 867"/>
          <p:cNvSpPr/>
          <p:nvPr/>
        </p:nvSpPr>
        <p:spPr>
          <a:xfrm>
            <a:off x="11673840" y="2583180"/>
            <a:ext cx="-16764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sp>
        <p:nvSpPr>
          <p:cNvPr id="878" name="Shape 868"/>
          <p:cNvSpPr/>
          <p:nvPr/>
        </p:nvSpPr>
        <p:spPr>
          <a:xfrm>
            <a:off x="11506200" y="2583180"/>
            <a:ext cx="0" cy="28194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79" name="Text 869"/>
          <p:cNvSpPr txBox="1"/>
          <p:nvPr/>
        </p:nvSpPr>
        <p:spPr>
          <a:xfrm>
            <a:off x="11285220" y="2301240"/>
            <a:ext cx="5105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2250" dirty="0"/>
          </a:p>
        </p:txBody>
      </p:sp>
      <p:sp>
        <p:nvSpPr>
          <p:cNvPr id="880" name="Text 870"/>
          <p:cNvSpPr txBox="1"/>
          <p:nvPr/>
        </p:nvSpPr>
        <p:spPr>
          <a:xfrm>
            <a:off x="11292840" y="287274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pₜ̂s</a:t>
            </a:r>
            <a:endParaRPr lang="en-US" sz="2250" dirty="0"/>
          </a:p>
        </p:txBody>
      </p:sp>
      <p:sp>
        <p:nvSpPr>
          <p:cNvPr id="881" name="Shape 871"/>
          <p:cNvSpPr/>
          <p:nvPr/>
        </p:nvSpPr>
        <p:spPr>
          <a:xfrm>
            <a:off x="13152120" y="2583180"/>
            <a:ext cx="2133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sp>
        <p:nvSpPr>
          <p:cNvPr id="882" name="Shape 872"/>
          <p:cNvSpPr/>
          <p:nvPr/>
        </p:nvSpPr>
        <p:spPr>
          <a:xfrm>
            <a:off x="13365480" y="2583180"/>
            <a:ext cx="0" cy="28194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83" name="Text 873"/>
          <p:cNvSpPr txBox="1"/>
          <p:nvPr/>
        </p:nvSpPr>
        <p:spPr>
          <a:xfrm>
            <a:off x="13167360" y="2293620"/>
            <a:ext cx="518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endParaRPr lang="en-US" sz="2250" dirty="0"/>
          </a:p>
        </p:txBody>
      </p:sp>
      <p:sp>
        <p:nvSpPr>
          <p:cNvPr id="884" name="Text 874"/>
          <p:cNvSpPr txBox="1"/>
          <p:nvPr/>
        </p:nvSpPr>
        <p:spPr>
          <a:xfrm>
            <a:off x="13053060" y="2872740"/>
            <a:ext cx="594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pₜ̂f</a:t>
            </a:r>
            <a:endParaRPr lang="en-US" sz="2250" dirty="0"/>
          </a:p>
        </p:txBody>
      </p:sp>
      <p:sp>
        <p:nvSpPr>
          <p:cNvPr id="885" name="Text 875"/>
          <p:cNvSpPr txBox="1"/>
          <p:nvPr/>
        </p:nvSpPr>
        <p:spPr>
          <a:xfrm rot="16200000">
            <a:off x="12923520" y="18211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</a:t>
            </a:r>
            <a:endParaRPr lang="en-US" sz="2400" dirty="0"/>
          </a:p>
        </p:txBody>
      </p:sp>
      <p:sp>
        <p:nvSpPr>
          <p:cNvPr id="886" name="Shape 876"/>
          <p:cNvSpPr/>
          <p:nvPr/>
        </p:nvSpPr>
        <p:spPr>
          <a:xfrm>
            <a:off x="11277600" y="3314700"/>
            <a:ext cx="2529840" cy="3406140"/>
          </a:xfrm>
          <a:prstGeom prst="rect">
            <a:avLst/>
          </a:prstGeom>
          <a:solidFill>
            <a:srgbClr val="E2F0D9"/>
          </a:solidFill>
          <a:ln w="2540">
            <a:solidFill>
              <a:srgbClr val="E2F0D9"/>
            </a:solidFill>
            <a:prstDash val="solid"/>
          </a:ln>
        </p:spPr>
      </p:sp>
      <p:sp>
        <p:nvSpPr>
          <p:cNvPr id="887" name="Shape 877"/>
          <p:cNvSpPr/>
          <p:nvPr/>
        </p:nvSpPr>
        <p:spPr>
          <a:xfrm>
            <a:off x="11536680" y="3337560"/>
            <a:ext cx="1798320" cy="335280"/>
          </a:xfrm>
          <a:prstGeom prst="rect">
            <a:avLst/>
          </a:prstGeom>
          <a:solidFill>
            <a:srgbClr val="8EA9DB"/>
          </a:solidFill>
          <a:ln w="2540">
            <a:solidFill>
              <a:srgbClr val="8EA9DB"/>
            </a:solidFill>
            <a:prstDash val="solid"/>
          </a:ln>
        </p:spPr>
      </p:sp>
      <p:sp>
        <p:nvSpPr>
          <p:cNvPr id="888" name="Text 878"/>
          <p:cNvSpPr txBox="1"/>
          <p:nvPr/>
        </p:nvSpPr>
        <p:spPr>
          <a:xfrm>
            <a:off x="11643360" y="3360420"/>
            <a:ext cx="160782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Classifier gθg</a:t>
            </a:r>
            <a:endParaRPr lang="en-US" sz="2325" dirty="0"/>
          </a:p>
        </p:txBody>
      </p:sp>
      <p:sp>
        <p:nvSpPr>
          <p:cNvPr id="889" name="Shape 879"/>
          <p:cNvSpPr/>
          <p:nvPr/>
        </p:nvSpPr>
        <p:spPr>
          <a:xfrm>
            <a:off x="12412980" y="3672840"/>
            <a:ext cx="0" cy="25908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90" name="Text 880"/>
          <p:cNvSpPr txBox="1"/>
          <p:nvPr/>
        </p:nvSpPr>
        <p:spPr>
          <a:xfrm>
            <a:off x="12573000" y="3642360"/>
            <a:ext cx="8229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</a:t>
            </a:r>
            <a:endParaRPr lang="en-US" sz="2250" dirty="0"/>
          </a:p>
        </p:txBody>
      </p:sp>
      <p:sp>
        <p:nvSpPr>
          <p:cNvPr id="891" name="Shape 881"/>
          <p:cNvSpPr/>
          <p:nvPr/>
        </p:nvSpPr>
        <p:spPr>
          <a:xfrm>
            <a:off x="11498580" y="4053840"/>
            <a:ext cx="1836420" cy="403860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892" name="Text 882"/>
          <p:cNvSpPr txBox="1"/>
          <p:nvPr/>
        </p:nvSpPr>
        <p:spPr>
          <a:xfrm>
            <a:off x="11612880" y="4099560"/>
            <a:ext cx="160782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Distribution d̂</a:t>
            </a:r>
            <a:endParaRPr lang="en-US" sz="2250" dirty="0"/>
          </a:p>
        </p:txBody>
      </p:sp>
      <p:sp>
        <p:nvSpPr>
          <p:cNvPr id="893" name="Shape 883"/>
          <p:cNvSpPr/>
          <p:nvPr/>
        </p:nvSpPr>
        <p:spPr>
          <a:xfrm>
            <a:off x="12412980" y="4457700"/>
            <a:ext cx="0" cy="17526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94" name="Shape 884"/>
          <p:cNvSpPr/>
          <p:nvPr/>
        </p:nvSpPr>
        <p:spPr>
          <a:xfrm>
            <a:off x="11658600" y="4632960"/>
            <a:ext cx="1516380" cy="403860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895" name="Text 885"/>
          <p:cNvSpPr txBox="1"/>
          <p:nvPr/>
        </p:nvSpPr>
        <p:spPr>
          <a:xfrm>
            <a:off x="11772900" y="4686300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7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Confidence E</a:t>
            </a:r>
            <a:endParaRPr lang="en-US" sz="2175" dirty="0"/>
          </a:p>
        </p:txBody>
      </p:sp>
      <p:sp>
        <p:nvSpPr>
          <p:cNvPr id="896" name="Shape 886"/>
          <p:cNvSpPr/>
          <p:nvPr/>
        </p:nvSpPr>
        <p:spPr>
          <a:xfrm>
            <a:off x="12412980" y="5036820"/>
            <a:ext cx="0" cy="17526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97" name="Shape 887"/>
          <p:cNvSpPr/>
          <p:nvPr/>
        </p:nvSpPr>
        <p:spPr>
          <a:xfrm>
            <a:off x="11605260" y="5173980"/>
            <a:ext cx="1615440" cy="579120"/>
          </a:xfrm>
          <a:prstGeom prst="diamond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898" name="Text 888"/>
          <p:cNvSpPr txBox="1"/>
          <p:nvPr/>
        </p:nvSpPr>
        <p:spPr>
          <a:xfrm>
            <a:off x="11993880" y="5295900"/>
            <a:ext cx="84582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7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 &lt; τ</a:t>
            </a:r>
            <a:endParaRPr lang="en-US" sz="2175" dirty="0"/>
          </a:p>
        </p:txBody>
      </p:sp>
      <p:sp>
        <p:nvSpPr>
          <p:cNvPr id="899" name="Shape 889"/>
          <p:cNvSpPr/>
          <p:nvPr/>
        </p:nvSpPr>
        <p:spPr>
          <a:xfrm>
            <a:off x="12412980" y="5760720"/>
            <a:ext cx="0" cy="16764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00" name="Text 890"/>
          <p:cNvSpPr txBox="1"/>
          <p:nvPr/>
        </p:nvSpPr>
        <p:spPr>
          <a:xfrm>
            <a:off x="12702540" y="5654040"/>
            <a:ext cx="57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7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2175" dirty="0"/>
          </a:p>
        </p:txBody>
      </p:sp>
      <p:sp>
        <p:nvSpPr>
          <p:cNvPr id="901" name="Shape 891"/>
          <p:cNvSpPr/>
          <p:nvPr/>
        </p:nvSpPr>
        <p:spPr>
          <a:xfrm>
            <a:off x="11338560" y="5920740"/>
            <a:ext cx="2240280" cy="731520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902" name="Text 892"/>
          <p:cNvSpPr txBox="1"/>
          <p:nvPr/>
        </p:nvSpPr>
        <p:spPr>
          <a:xfrm>
            <a:off x="11452860" y="6012180"/>
            <a:ext cx="2019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2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t̂s = argmax E(x; pᵢ)</a:t>
            </a:r>
            <a:endParaRPr lang="en-US" sz="2025" dirty="0"/>
          </a:p>
          <a:p>
            <a:pPr algn="ctr" indent="0" marL="0">
              <a:buNone/>
            </a:pPr>
            <a:r>
              <a:rPr lang="en-US" sz="202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∈ Γ</a:t>
            </a:r>
            <a:endParaRPr lang="en-US" sz="2025" dirty="0"/>
          </a:p>
        </p:txBody>
      </p:sp>
      <p:sp>
        <p:nvSpPr>
          <p:cNvPr id="903" name="Text 893"/>
          <p:cNvSpPr txBox="1"/>
          <p:nvPr/>
        </p:nvSpPr>
        <p:spPr>
          <a:xfrm rot="16200000">
            <a:off x="12298680" y="4846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Confidence-based</a:t>
            </a:r>
            <a:endParaRPr lang="en-US" sz="23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Hybrid Re-matching for Continual Learning with Parameter-Efficient Tun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898880" cy="6873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Re-matching for Continual Learning with Parameter-Efficient Tuning</dc:title>
  <dc:subject>Editable reconstruction of Hybrid Re-matching diagram</dc:subject>
  <dc:creator>OpenAI Codex</dc:creator>
  <cp:lastModifiedBy>OpenAI Codex</cp:lastModifiedBy>
  <cp:revision>1</cp:revision>
  <dcterms:created xsi:type="dcterms:W3CDTF">2026-09-07T13:37:23Z</dcterms:created>
  <dcterms:modified xsi:type="dcterms:W3CDTF">2026-09-07T13:37:23Z</dcterms:modified>
</cp:coreProperties>
</file>