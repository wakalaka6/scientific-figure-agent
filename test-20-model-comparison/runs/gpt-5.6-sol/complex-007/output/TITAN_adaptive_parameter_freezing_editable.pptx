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72950" cy="571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_a_boundary"/>
          <p:cNvSpPr/>
          <p:nvPr/>
        </p:nvSpPr>
        <p:spPr>
          <a:xfrm>
            <a:off x="76200" y="114300"/>
            <a:ext cx="12026900" cy="1803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0101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initial_large_back_card"/>
          <p:cNvSpPr/>
          <p:nvPr/>
        </p:nvSpPr>
        <p:spPr>
          <a:xfrm>
            <a:off x="260350" y="247649"/>
            <a:ext cx="2540000" cy="1225550"/>
          </a:xfrm>
          <a:prstGeom prst="rect">
            <a:avLst/>
          </a:prstGeom>
          <a:solidFill>
            <a:srgbClr val="F8D7F2"/>
          </a:solidFill>
          <a:ln w="1587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ket0"/>
          <p:cNvSpPr txBox="1"/>
          <p:nvPr/>
        </p:nvSpPr>
        <p:spPr>
          <a:xfrm>
            <a:off x="323850" y="30543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5" name="quantum_wire"/>
          <p:cNvCxnSpPr/>
          <p:nvPr/>
        </p:nvCxnSpPr>
        <p:spPr>
          <a:xfrm>
            <a:off x="508000" y="387350"/>
            <a:ext cx="20066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6" name="rotation_x"/>
          <p:cNvSpPr/>
          <p:nvPr/>
        </p:nvSpPr>
        <p:spPr>
          <a:xfrm>
            <a:off x="588433" y="310360"/>
            <a:ext cx="177800" cy="153979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tation_y"/>
          <p:cNvSpPr/>
          <p:nvPr/>
        </p:nvSpPr>
        <p:spPr>
          <a:xfrm>
            <a:off x="876300" y="298450"/>
            <a:ext cx="177800" cy="177800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tation_z"/>
          <p:cNvSpPr/>
          <p:nvPr/>
        </p:nvSpPr>
        <p:spPr>
          <a:xfrm>
            <a:off x="1164166" y="298450"/>
            <a:ext cx="177800" cy="177800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tation_x"/>
          <p:cNvSpPr/>
          <p:nvPr/>
        </p:nvSpPr>
        <p:spPr>
          <a:xfrm>
            <a:off x="1452033" y="310360"/>
            <a:ext cx="177799" cy="153979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tation_y"/>
          <p:cNvSpPr/>
          <p:nvPr/>
        </p:nvSpPr>
        <p:spPr>
          <a:xfrm>
            <a:off x="1739900" y="298450"/>
            <a:ext cx="177800" cy="177800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tation_z"/>
          <p:cNvSpPr/>
          <p:nvPr/>
        </p:nvSpPr>
        <p:spPr>
          <a:xfrm>
            <a:off x="2027766" y="298450"/>
            <a:ext cx="177800" cy="177800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ket0"/>
          <p:cNvSpPr txBox="1"/>
          <p:nvPr/>
        </p:nvSpPr>
        <p:spPr>
          <a:xfrm>
            <a:off x="323850" y="76898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13" name="quantum_wire"/>
          <p:cNvCxnSpPr/>
          <p:nvPr/>
        </p:nvCxnSpPr>
        <p:spPr>
          <a:xfrm>
            <a:off x="508000" y="850900"/>
            <a:ext cx="20066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14" name="rotation_x"/>
          <p:cNvSpPr/>
          <p:nvPr/>
        </p:nvSpPr>
        <p:spPr>
          <a:xfrm>
            <a:off x="588433" y="773910"/>
            <a:ext cx="177800" cy="153979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tation_y"/>
          <p:cNvSpPr/>
          <p:nvPr/>
        </p:nvSpPr>
        <p:spPr>
          <a:xfrm>
            <a:off x="876300" y="762000"/>
            <a:ext cx="177800" cy="177800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tation_z"/>
          <p:cNvSpPr/>
          <p:nvPr/>
        </p:nvSpPr>
        <p:spPr>
          <a:xfrm>
            <a:off x="1164166" y="762000"/>
            <a:ext cx="177800" cy="177800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tation_x"/>
          <p:cNvSpPr/>
          <p:nvPr/>
        </p:nvSpPr>
        <p:spPr>
          <a:xfrm>
            <a:off x="1452033" y="773910"/>
            <a:ext cx="177799" cy="153979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tation_y"/>
          <p:cNvSpPr/>
          <p:nvPr/>
        </p:nvSpPr>
        <p:spPr>
          <a:xfrm>
            <a:off x="1739900" y="762000"/>
            <a:ext cx="177800" cy="177800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tation_z"/>
          <p:cNvSpPr/>
          <p:nvPr/>
        </p:nvSpPr>
        <p:spPr>
          <a:xfrm>
            <a:off x="2027766" y="762000"/>
            <a:ext cx="177800" cy="177800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ket0"/>
          <p:cNvSpPr txBox="1"/>
          <p:nvPr/>
        </p:nvSpPr>
        <p:spPr>
          <a:xfrm>
            <a:off x="323850" y="123253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21" name="quantum_wire"/>
          <p:cNvCxnSpPr/>
          <p:nvPr/>
        </p:nvCxnSpPr>
        <p:spPr>
          <a:xfrm>
            <a:off x="508000" y="1314450"/>
            <a:ext cx="20066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22" name="rotation_x"/>
          <p:cNvSpPr/>
          <p:nvPr/>
        </p:nvSpPr>
        <p:spPr>
          <a:xfrm>
            <a:off x="588433" y="1237460"/>
            <a:ext cx="177800" cy="153979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tation_y"/>
          <p:cNvSpPr/>
          <p:nvPr/>
        </p:nvSpPr>
        <p:spPr>
          <a:xfrm>
            <a:off x="876300" y="1225550"/>
            <a:ext cx="177800" cy="177800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tation_z"/>
          <p:cNvSpPr/>
          <p:nvPr/>
        </p:nvSpPr>
        <p:spPr>
          <a:xfrm>
            <a:off x="1164166" y="1225550"/>
            <a:ext cx="177800" cy="177800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tation_x"/>
          <p:cNvSpPr/>
          <p:nvPr/>
        </p:nvSpPr>
        <p:spPr>
          <a:xfrm>
            <a:off x="1452033" y="1237460"/>
            <a:ext cx="177799" cy="153979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tation_y"/>
          <p:cNvSpPr/>
          <p:nvPr/>
        </p:nvSpPr>
        <p:spPr>
          <a:xfrm>
            <a:off x="1739900" y="1225550"/>
            <a:ext cx="177800" cy="177800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tation_z"/>
          <p:cNvSpPr/>
          <p:nvPr/>
        </p:nvSpPr>
        <p:spPr>
          <a:xfrm>
            <a:off x="2027766" y="1225550"/>
            <a:ext cx="177800" cy="177800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cnot"/>
          <p:cNvSpPr/>
          <p:nvPr/>
        </p:nvSpPr>
        <p:spPr>
          <a:xfrm>
            <a:off x="2343150" y="311150"/>
            <a:ext cx="76200" cy="615950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not"/>
          <p:cNvSpPr/>
          <p:nvPr/>
        </p:nvSpPr>
        <p:spPr>
          <a:xfrm>
            <a:off x="2438400" y="774700"/>
            <a:ext cx="76200" cy="615950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measurement_box"/>
          <p:cNvSpPr/>
          <p:nvPr/>
        </p:nvSpPr>
        <p:spPr>
          <a:xfrm>
            <a:off x="2559050" y="31750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measurement_glyph"/>
          <p:cNvSpPr txBox="1"/>
          <p:nvPr/>
        </p:nvSpPr>
        <p:spPr>
          <a:xfrm>
            <a:off x="2524252" y="29978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32" name="measurement_box"/>
          <p:cNvSpPr/>
          <p:nvPr/>
        </p:nvSpPr>
        <p:spPr>
          <a:xfrm>
            <a:off x="2559050" y="78105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measurement_glyph"/>
          <p:cNvSpPr txBox="1"/>
          <p:nvPr/>
        </p:nvSpPr>
        <p:spPr>
          <a:xfrm>
            <a:off x="2524252" y="76333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34" name="measurement_box"/>
          <p:cNvSpPr/>
          <p:nvPr/>
        </p:nvSpPr>
        <p:spPr>
          <a:xfrm>
            <a:off x="2559050" y="124460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measurement_glyph"/>
          <p:cNvSpPr txBox="1"/>
          <p:nvPr/>
        </p:nvSpPr>
        <p:spPr>
          <a:xfrm>
            <a:off x="2524252" y="122688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36" name="initial_large_front_card"/>
          <p:cNvSpPr/>
          <p:nvPr/>
        </p:nvSpPr>
        <p:spPr>
          <a:xfrm>
            <a:off x="336550" y="336550"/>
            <a:ext cx="2540000" cy="1225550"/>
          </a:xfrm>
          <a:prstGeom prst="rect">
            <a:avLst/>
          </a:prstGeom>
          <a:solidFill>
            <a:srgbClr val="F8D7F2"/>
          </a:solidFill>
          <a:ln w="1587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ket0"/>
          <p:cNvSpPr txBox="1"/>
          <p:nvPr/>
        </p:nvSpPr>
        <p:spPr>
          <a:xfrm>
            <a:off x="400050" y="394334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38" name="quantum_wire"/>
          <p:cNvCxnSpPr/>
          <p:nvPr/>
        </p:nvCxnSpPr>
        <p:spPr>
          <a:xfrm>
            <a:off x="584200" y="476250"/>
            <a:ext cx="20066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39" name="rotation_x"/>
          <p:cNvSpPr/>
          <p:nvPr/>
        </p:nvSpPr>
        <p:spPr>
          <a:xfrm>
            <a:off x="664633" y="399260"/>
            <a:ext cx="177800" cy="153979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otation_y"/>
          <p:cNvSpPr/>
          <p:nvPr/>
        </p:nvSpPr>
        <p:spPr>
          <a:xfrm>
            <a:off x="952500" y="387350"/>
            <a:ext cx="177800" cy="177800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otation_z"/>
          <p:cNvSpPr/>
          <p:nvPr/>
        </p:nvSpPr>
        <p:spPr>
          <a:xfrm>
            <a:off x="1240366" y="387350"/>
            <a:ext cx="177800" cy="177800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otation_x"/>
          <p:cNvSpPr/>
          <p:nvPr/>
        </p:nvSpPr>
        <p:spPr>
          <a:xfrm>
            <a:off x="1528233" y="399260"/>
            <a:ext cx="177799" cy="153979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otation_y"/>
          <p:cNvSpPr/>
          <p:nvPr/>
        </p:nvSpPr>
        <p:spPr>
          <a:xfrm>
            <a:off x="1816100" y="387350"/>
            <a:ext cx="177800" cy="177800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otation_z"/>
          <p:cNvSpPr/>
          <p:nvPr/>
        </p:nvSpPr>
        <p:spPr>
          <a:xfrm>
            <a:off x="2103966" y="387350"/>
            <a:ext cx="177800" cy="177800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ket0"/>
          <p:cNvSpPr txBox="1"/>
          <p:nvPr/>
        </p:nvSpPr>
        <p:spPr>
          <a:xfrm>
            <a:off x="400050" y="85788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46" name="quantum_wire"/>
          <p:cNvCxnSpPr/>
          <p:nvPr/>
        </p:nvCxnSpPr>
        <p:spPr>
          <a:xfrm>
            <a:off x="584200" y="939799"/>
            <a:ext cx="20066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47" name="rotation_x"/>
          <p:cNvSpPr/>
          <p:nvPr/>
        </p:nvSpPr>
        <p:spPr>
          <a:xfrm>
            <a:off x="664633" y="862810"/>
            <a:ext cx="177800" cy="153979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otation_y"/>
          <p:cNvSpPr/>
          <p:nvPr/>
        </p:nvSpPr>
        <p:spPr>
          <a:xfrm>
            <a:off x="952500" y="850900"/>
            <a:ext cx="177800" cy="177800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otation_z"/>
          <p:cNvSpPr/>
          <p:nvPr/>
        </p:nvSpPr>
        <p:spPr>
          <a:xfrm>
            <a:off x="1240366" y="850900"/>
            <a:ext cx="177800" cy="177800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otation_x"/>
          <p:cNvSpPr/>
          <p:nvPr/>
        </p:nvSpPr>
        <p:spPr>
          <a:xfrm>
            <a:off x="1528233" y="862810"/>
            <a:ext cx="177799" cy="153979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otation_y"/>
          <p:cNvSpPr/>
          <p:nvPr/>
        </p:nvSpPr>
        <p:spPr>
          <a:xfrm>
            <a:off x="1816100" y="850900"/>
            <a:ext cx="177800" cy="177800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otation_z"/>
          <p:cNvSpPr/>
          <p:nvPr/>
        </p:nvSpPr>
        <p:spPr>
          <a:xfrm>
            <a:off x="2103966" y="850900"/>
            <a:ext cx="177800" cy="177800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ket0"/>
          <p:cNvSpPr txBox="1"/>
          <p:nvPr/>
        </p:nvSpPr>
        <p:spPr>
          <a:xfrm>
            <a:off x="400050" y="1321434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54" name="quantum_wire"/>
          <p:cNvCxnSpPr/>
          <p:nvPr/>
        </p:nvCxnSpPr>
        <p:spPr>
          <a:xfrm>
            <a:off x="584200" y="1403350"/>
            <a:ext cx="20066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55" name="rotation_x"/>
          <p:cNvSpPr/>
          <p:nvPr/>
        </p:nvSpPr>
        <p:spPr>
          <a:xfrm>
            <a:off x="664633" y="1326360"/>
            <a:ext cx="177800" cy="153979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otation_y"/>
          <p:cNvSpPr/>
          <p:nvPr/>
        </p:nvSpPr>
        <p:spPr>
          <a:xfrm>
            <a:off x="952500" y="1314450"/>
            <a:ext cx="177800" cy="177800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otation_z"/>
          <p:cNvSpPr/>
          <p:nvPr/>
        </p:nvSpPr>
        <p:spPr>
          <a:xfrm>
            <a:off x="1240366" y="1314450"/>
            <a:ext cx="177800" cy="177800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otation_x"/>
          <p:cNvSpPr/>
          <p:nvPr/>
        </p:nvSpPr>
        <p:spPr>
          <a:xfrm>
            <a:off x="1528233" y="1326360"/>
            <a:ext cx="177799" cy="153979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otation_y"/>
          <p:cNvSpPr/>
          <p:nvPr/>
        </p:nvSpPr>
        <p:spPr>
          <a:xfrm>
            <a:off x="1816100" y="1314450"/>
            <a:ext cx="177800" cy="177800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otation_z"/>
          <p:cNvSpPr/>
          <p:nvPr/>
        </p:nvSpPr>
        <p:spPr>
          <a:xfrm>
            <a:off x="2103966" y="1314450"/>
            <a:ext cx="177800" cy="177800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cnot"/>
          <p:cNvSpPr/>
          <p:nvPr/>
        </p:nvSpPr>
        <p:spPr>
          <a:xfrm>
            <a:off x="2419350" y="400050"/>
            <a:ext cx="76200" cy="615950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cnot"/>
          <p:cNvSpPr/>
          <p:nvPr/>
        </p:nvSpPr>
        <p:spPr>
          <a:xfrm>
            <a:off x="2514600" y="863600"/>
            <a:ext cx="76200" cy="615950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measurement_box"/>
          <p:cNvSpPr/>
          <p:nvPr/>
        </p:nvSpPr>
        <p:spPr>
          <a:xfrm>
            <a:off x="2635250" y="40640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measurement_glyph"/>
          <p:cNvSpPr txBox="1"/>
          <p:nvPr/>
        </p:nvSpPr>
        <p:spPr>
          <a:xfrm>
            <a:off x="2600452" y="38868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65" name="measurement_box"/>
          <p:cNvSpPr/>
          <p:nvPr/>
        </p:nvSpPr>
        <p:spPr>
          <a:xfrm>
            <a:off x="2635250" y="86995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measurement_glyph"/>
          <p:cNvSpPr txBox="1"/>
          <p:nvPr/>
        </p:nvSpPr>
        <p:spPr>
          <a:xfrm>
            <a:off x="2600452" y="85223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67" name="measurement_box"/>
          <p:cNvSpPr/>
          <p:nvPr/>
        </p:nvSpPr>
        <p:spPr>
          <a:xfrm>
            <a:off x="2635250" y="133350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measurement_glyph"/>
          <p:cNvSpPr txBox="1"/>
          <p:nvPr/>
        </p:nvSpPr>
        <p:spPr>
          <a:xfrm>
            <a:off x="2600452" y="131578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69" name="initial_middle_back_card"/>
          <p:cNvSpPr/>
          <p:nvPr/>
        </p:nvSpPr>
        <p:spPr>
          <a:xfrm>
            <a:off x="539750" y="571500"/>
            <a:ext cx="2349500" cy="1022350"/>
          </a:xfrm>
          <a:prstGeom prst="rect">
            <a:avLst/>
          </a:prstGeom>
          <a:solidFill>
            <a:srgbClr val="D7EFC5"/>
          </a:solidFill>
          <a:ln w="1587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ket0"/>
          <p:cNvSpPr txBox="1"/>
          <p:nvPr/>
        </p:nvSpPr>
        <p:spPr>
          <a:xfrm>
            <a:off x="603250" y="62928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71" name="quantum_wire"/>
          <p:cNvCxnSpPr/>
          <p:nvPr/>
        </p:nvCxnSpPr>
        <p:spPr>
          <a:xfrm>
            <a:off x="787400" y="711200"/>
            <a:ext cx="18161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72" name="rotation_x"/>
          <p:cNvSpPr/>
          <p:nvPr/>
        </p:nvSpPr>
        <p:spPr>
          <a:xfrm>
            <a:off x="859070" y="640369"/>
            <a:ext cx="163575" cy="141660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otation_y"/>
          <p:cNvSpPr/>
          <p:nvPr/>
        </p:nvSpPr>
        <p:spPr>
          <a:xfrm>
            <a:off x="1115187" y="629412"/>
            <a:ext cx="163575" cy="16357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otation_z"/>
          <p:cNvSpPr/>
          <p:nvPr/>
        </p:nvSpPr>
        <p:spPr>
          <a:xfrm>
            <a:off x="1371303" y="629412"/>
            <a:ext cx="163576" cy="16357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otation_x"/>
          <p:cNvSpPr/>
          <p:nvPr/>
        </p:nvSpPr>
        <p:spPr>
          <a:xfrm>
            <a:off x="1627420" y="640369"/>
            <a:ext cx="163575" cy="141660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otation_y"/>
          <p:cNvSpPr/>
          <p:nvPr/>
        </p:nvSpPr>
        <p:spPr>
          <a:xfrm>
            <a:off x="1883537" y="629412"/>
            <a:ext cx="163575" cy="16357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otation_z"/>
          <p:cNvSpPr/>
          <p:nvPr/>
        </p:nvSpPr>
        <p:spPr>
          <a:xfrm>
            <a:off x="2139653" y="629412"/>
            <a:ext cx="163576" cy="16357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ket0"/>
          <p:cNvSpPr txBox="1"/>
          <p:nvPr/>
        </p:nvSpPr>
        <p:spPr>
          <a:xfrm>
            <a:off x="603250" y="99123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79" name="quantum_wire"/>
          <p:cNvCxnSpPr/>
          <p:nvPr/>
        </p:nvCxnSpPr>
        <p:spPr>
          <a:xfrm>
            <a:off x="787400" y="1073150"/>
            <a:ext cx="18161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80" name="rotation_x"/>
          <p:cNvSpPr/>
          <p:nvPr/>
        </p:nvSpPr>
        <p:spPr>
          <a:xfrm>
            <a:off x="859070" y="1002319"/>
            <a:ext cx="163575" cy="141660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rotation_y"/>
          <p:cNvSpPr/>
          <p:nvPr/>
        </p:nvSpPr>
        <p:spPr>
          <a:xfrm>
            <a:off x="1115187" y="991362"/>
            <a:ext cx="163575" cy="16357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otation_z"/>
          <p:cNvSpPr/>
          <p:nvPr/>
        </p:nvSpPr>
        <p:spPr>
          <a:xfrm>
            <a:off x="1371303" y="991362"/>
            <a:ext cx="163576" cy="16357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otation_x"/>
          <p:cNvSpPr/>
          <p:nvPr/>
        </p:nvSpPr>
        <p:spPr>
          <a:xfrm>
            <a:off x="1627420" y="1002319"/>
            <a:ext cx="163575" cy="141660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otation_y"/>
          <p:cNvSpPr/>
          <p:nvPr/>
        </p:nvSpPr>
        <p:spPr>
          <a:xfrm>
            <a:off x="1883537" y="991362"/>
            <a:ext cx="163575" cy="16357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rotation_z"/>
          <p:cNvSpPr/>
          <p:nvPr/>
        </p:nvSpPr>
        <p:spPr>
          <a:xfrm>
            <a:off x="2139653" y="991362"/>
            <a:ext cx="163576" cy="16357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ket0"/>
          <p:cNvSpPr txBox="1"/>
          <p:nvPr/>
        </p:nvSpPr>
        <p:spPr>
          <a:xfrm>
            <a:off x="603250" y="135318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87" name="quantum_wire"/>
          <p:cNvCxnSpPr/>
          <p:nvPr/>
        </p:nvCxnSpPr>
        <p:spPr>
          <a:xfrm>
            <a:off x="787400" y="1435100"/>
            <a:ext cx="18161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88" name="rotation_x"/>
          <p:cNvSpPr/>
          <p:nvPr/>
        </p:nvSpPr>
        <p:spPr>
          <a:xfrm>
            <a:off x="859070" y="1364269"/>
            <a:ext cx="163575" cy="141660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rotation_y"/>
          <p:cNvSpPr/>
          <p:nvPr/>
        </p:nvSpPr>
        <p:spPr>
          <a:xfrm>
            <a:off x="1115187" y="1353312"/>
            <a:ext cx="163575" cy="16357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rotation_z"/>
          <p:cNvSpPr/>
          <p:nvPr/>
        </p:nvSpPr>
        <p:spPr>
          <a:xfrm>
            <a:off x="1371303" y="1353312"/>
            <a:ext cx="163576" cy="16357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rotation_x"/>
          <p:cNvSpPr/>
          <p:nvPr/>
        </p:nvSpPr>
        <p:spPr>
          <a:xfrm>
            <a:off x="1627420" y="1364269"/>
            <a:ext cx="163575" cy="141660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rotation_y"/>
          <p:cNvSpPr/>
          <p:nvPr/>
        </p:nvSpPr>
        <p:spPr>
          <a:xfrm>
            <a:off x="1883537" y="1353312"/>
            <a:ext cx="163575" cy="16357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otation_z"/>
          <p:cNvSpPr/>
          <p:nvPr/>
        </p:nvSpPr>
        <p:spPr>
          <a:xfrm>
            <a:off x="2139653" y="1353312"/>
            <a:ext cx="163576" cy="16357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cnot"/>
          <p:cNvSpPr/>
          <p:nvPr/>
        </p:nvSpPr>
        <p:spPr>
          <a:xfrm>
            <a:off x="2432050" y="635000"/>
            <a:ext cx="76200" cy="514350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cnot"/>
          <p:cNvSpPr/>
          <p:nvPr/>
        </p:nvSpPr>
        <p:spPr>
          <a:xfrm>
            <a:off x="2527300" y="996949"/>
            <a:ext cx="76200" cy="514350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measurement_box"/>
          <p:cNvSpPr/>
          <p:nvPr/>
        </p:nvSpPr>
        <p:spPr>
          <a:xfrm>
            <a:off x="2647950" y="64135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measurement_glyph"/>
          <p:cNvSpPr txBox="1"/>
          <p:nvPr/>
        </p:nvSpPr>
        <p:spPr>
          <a:xfrm>
            <a:off x="2613152" y="62363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98" name="measurement_box"/>
          <p:cNvSpPr/>
          <p:nvPr/>
        </p:nvSpPr>
        <p:spPr>
          <a:xfrm>
            <a:off x="2647950" y="100330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measurement_glyph"/>
          <p:cNvSpPr txBox="1"/>
          <p:nvPr/>
        </p:nvSpPr>
        <p:spPr>
          <a:xfrm>
            <a:off x="2613152" y="98558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100" name="measurement_box"/>
          <p:cNvSpPr/>
          <p:nvPr/>
        </p:nvSpPr>
        <p:spPr>
          <a:xfrm>
            <a:off x="2647950" y="136525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measurement_glyph"/>
          <p:cNvSpPr txBox="1"/>
          <p:nvPr/>
        </p:nvSpPr>
        <p:spPr>
          <a:xfrm>
            <a:off x="2613152" y="134753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102" name="initial_middle_front_card"/>
          <p:cNvSpPr/>
          <p:nvPr/>
        </p:nvSpPr>
        <p:spPr>
          <a:xfrm>
            <a:off x="622300" y="654050"/>
            <a:ext cx="2349500" cy="1022350"/>
          </a:xfrm>
          <a:prstGeom prst="rect">
            <a:avLst/>
          </a:prstGeom>
          <a:solidFill>
            <a:srgbClr val="D7EFC5"/>
          </a:solidFill>
          <a:ln w="1587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ket0"/>
          <p:cNvSpPr txBox="1"/>
          <p:nvPr/>
        </p:nvSpPr>
        <p:spPr>
          <a:xfrm>
            <a:off x="685800" y="71183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104" name="quantum_wire"/>
          <p:cNvCxnSpPr/>
          <p:nvPr/>
        </p:nvCxnSpPr>
        <p:spPr>
          <a:xfrm>
            <a:off x="869950" y="793750"/>
            <a:ext cx="18161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105" name="rotation_x"/>
          <p:cNvSpPr/>
          <p:nvPr/>
        </p:nvSpPr>
        <p:spPr>
          <a:xfrm>
            <a:off x="941620" y="722919"/>
            <a:ext cx="163575" cy="141660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rotation_y"/>
          <p:cNvSpPr/>
          <p:nvPr/>
        </p:nvSpPr>
        <p:spPr>
          <a:xfrm>
            <a:off x="1197737" y="711962"/>
            <a:ext cx="163575" cy="16357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otation_z"/>
          <p:cNvSpPr/>
          <p:nvPr/>
        </p:nvSpPr>
        <p:spPr>
          <a:xfrm>
            <a:off x="1453853" y="711962"/>
            <a:ext cx="163576" cy="16357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rotation_x"/>
          <p:cNvSpPr/>
          <p:nvPr/>
        </p:nvSpPr>
        <p:spPr>
          <a:xfrm>
            <a:off x="1709970" y="722919"/>
            <a:ext cx="163575" cy="141660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rotation_y"/>
          <p:cNvSpPr/>
          <p:nvPr/>
        </p:nvSpPr>
        <p:spPr>
          <a:xfrm>
            <a:off x="1966087" y="711962"/>
            <a:ext cx="163575" cy="16357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rotation_z"/>
          <p:cNvSpPr/>
          <p:nvPr/>
        </p:nvSpPr>
        <p:spPr>
          <a:xfrm>
            <a:off x="2222203" y="711962"/>
            <a:ext cx="163576" cy="16357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ket0"/>
          <p:cNvSpPr txBox="1"/>
          <p:nvPr/>
        </p:nvSpPr>
        <p:spPr>
          <a:xfrm>
            <a:off x="685800" y="107378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112" name="quantum_wire"/>
          <p:cNvCxnSpPr/>
          <p:nvPr/>
        </p:nvCxnSpPr>
        <p:spPr>
          <a:xfrm>
            <a:off x="869950" y="1155700"/>
            <a:ext cx="18161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113" name="rotation_x"/>
          <p:cNvSpPr/>
          <p:nvPr/>
        </p:nvSpPr>
        <p:spPr>
          <a:xfrm>
            <a:off x="941620" y="1084869"/>
            <a:ext cx="163575" cy="141660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rotation_y"/>
          <p:cNvSpPr/>
          <p:nvPr/>
        </p:nvSpPr>
        <p:spPr>
          <a:xfrm>
            <a:off x="1197737" y="1073912"/>
            <a:ext cx="163575" cy="16357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rotation_z"/>
          <p:cNvSpPr/>
          <p:nvPr/>
        </p:nvSpPr>
        <p:spPr>
          <a:xfrm>
            <a:off x="1453853" y="1073912"/>
            <a:ext cx="163576" cy="16357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rotation_x"/>
          <p:cNvSpPr/>
          <p:nvPr/>
        </p:nvSpPr>
        <p:spPr>
          <a:xfrm>
            <a:off x="1709970" y="1084869"/>
            <a:ext cx="163575" cy="141660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rotation_y"/>
          <p:cNvSpPr/>
          <p:nvPr/>
        </p:nvSpPr>
        <p:spPr>
          <a:xfrm>
            <a:off x="1966087" y="1073912"/>
            <a:ext cx="163575" cy="16357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rotation_z"/>
          <p:cNvSpPr/>
          <p:nvPr/>
        </p:nvSpPr>
        <p:spPr>
          <a:xfrm>
            <a:off x="2222203" y="1073912"/>
            <a:ext cx="163576" cy="16357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ket0"/>
          <p:cNvSpPr txBox="1"/>
          <p:nvPr/>
        </p:nvSpPr>
        <p:spPr>
          <a:xfrm>
            <a:off x="685800" y="1435734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120" name="quantum_wire"/>
          <p:cNvCxnSpPr/>
          <p:nvPr/>
        </p:nvCxnSpPr>
        <p:spPr>
          <a:xfrm>
            <a:off x="869950" y="1517650"/>
            <a:ext cx="18161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121" name="rotation_x"/>
          <p:cNvSpPr/>
          <p:nvPr/>
        </p:nvSpPr>
        <p:spPr>
          <a:xfrm>
            <a:off x="941620" y="1446819"/>
            <a:ext cx="163575" cy="141660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rotation_y"/>
          <p:cNvSpPr/>
          <p:nvPr/>
        </p:nvSpPr>
        <p:spPr>
          <a:xfrm>
            <a:off x="1197737" y="1435862"/>
            <a:ext cx="163575" cy="16357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rotation_z"/>
          <p:cNvSpPr/>
          <p:nvPr/>
        </p:nvSpPr>
        <p:spPr>
          <a:xfrm>
            <a:off x="1453853" y="1435862"/>
            <a:ext cx="163576" cy="16357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rotation_x"/>
          <p:cNvSpPr/>
          <p:nvPr/>
        </p:nvSpPr>
        <p:spPr>
          <a:xfrm>
            <a:off x="1709970" y="1446819"/>
            <a:ext cx="163575" cy="141660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rotation_y"/>
          <p:cNvSpPr/>
          <p:nvPr/>
        </p:nvSpPr>
        <p:spPr>
          <a:xfrm>
            <a:off x="1966087" y="1435862"/>
            <a:ext cx="163575" cy="16357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rotation_z"/>
          <p:cNvSpPr/>
          <p:nvPr/>
        </p:nvSpPr>
        <p:spPr>
          <a:xfrm>
            <a:off x="2222203" y="1435862"/>
            <a:ext cx="163576" cy="16357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cnot"/>
          <p:cNvSpPr/>
          <p:nvPr/>
        </p:nvSpPr>
        <p:spPr>
          <a:xfrm>
            <a:off x="2514600" y="717550"/>
            <a:ext cx="76200" cy="514350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cnot"/>
          <p:cNvSpPr/>
          <p:nvPr/>
        </p:nvSpPr>
        <p:spPr>
          <a:xfrm>
            <a:off x="2609850" y="1079500"/>
            <a:ext cx="76200" cy="514350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measurement_box"/>
          <p:cNvSpPr/>
          <p:nvPr/>
        </p:nvSpPr>
        <p:spPr>
          <a:xfrm>
            <a:off x="2730500" y="72390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measurement_glyph"/>
          <p:cNvSpPr txBox="1"/>
          <p:nvPr/>
        </p:nvSpPr>
        <p:spPr>
          <a:xfrm>
            <a:off x="2695702" y="70618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131" name="measurement_box"/>
          <p:cNvSpPr/>
          <p:nvPr/>
        </p:nvSpPr>
        <p:spPr>
          <a:xfrm>
            <a:off x="2730500" y="108585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measurement_glyph"/>
          <p:cNvSpPr txBox="1"/>
          <p:nvPr/>
        </p:nvSpPr>
        <p:spPr>
          <a:xfrm>
            <a:off x="2695702" y="106813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133" name="measurement_box"/>
          <p:cNvSpPr/>
          <p:nvPr/>
        </p:nvSpPr>
        <p:spPr>
          <a:xfrm>
            <a:off x="2730500" y="144780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measurement_glyph"/>
          <p:cNvSpPr txBox="1"/>
          <p:nvPr/>
        </p:nvSpPr>
        <p:spPr>
          <a:xfrm>
            <a:off x="2695702" y="143008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135" name="initial_small_back_card"/>
          <p:cNvSpPr/>
          <p:nvPr/>
        </p:nvSpPr>
        <p:spPr>
          <a:xfrm>
            <a:off x="1123950" y="806450"/>
            <a:ext cx="1771650" cy="800100"/>
          </a:xfrm>
          <a:prstGeom prst="rect">
            <a:avLst/>
          </a:prstGeom>
          <a:solidFill>
            <a:srgbClr val="FFF1C8"/>
          </a:solidFill>
          <a:ln w="1587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ket0"/>
          <p:cNvSpPr txBox="1"/>
          <p:nvPr/>
        </p:nvSpPr>
        <p:spPr>
          <a:xfrm>
            <a:off x="1187450" y="86423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137" name="quantum_wire"/>
          <p:cNvCxnSpPr/>
          <p:nvPr/>
        </p:nvCxnSpPr>
        <p:spPr>
          <a:xfrm>
            <a:off x="1371600" y="946150"/>
            <a:ext cx="123825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138" name="rotation_x"/>
          <p:cNvSpPr/>
          <p:nvPr/>
        </p:nvSpPr>
        <p:spPr>
          <a:xfrm>
            <a:off x="1428876" y="890717"/>
            <a:ext cx="128016" cy="110865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rotation_y"/>
          <p:cNvSpPr/>
          <p:nvPr/>
        </p:nvSpPr>
        <p:spPr>
          <a:xfrm>
            <a:off x="1620647" y="882141"/>
            <a:ext cx="128015" cy="128016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rotation_z"/>
          <p:cNvSpPr/>
          <p:nvPr/>
        </p:nvSpPr>
        <p:spPr>
          <a:xfrm>
            <a:off x="1812417" y="882141"/>
            <a:ext cx="128016" cy="12801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rotation_x"/>
          <p:cNvSpPr/>
          <p:nvPr/>
        </p:nvSpPr>
        <p:spPr>
          <a:xfrm>
            <a:off x="2004187" y="890717"/>
            <a:ext cx="128015" cy="110865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rotation_y"/>
          <p:cNvSpPr/>
          <p:nvPr/>
        </p:nvSpPr>
        <p:spPr>
          <a:xfrm>
            <a:off x="2195957" y="882141"/>
            <a:ext cx="128015" cy="128016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ket0"/>
          <p:cNvSpPr txBox="1"/>
          <p:nvPr/>
        </p:nvSpPr>
        <p:spPr>
          <a:xfrm>
            <a:off x="1187450" y="1115060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144" name="quantum_wire"/>
          <p:cNvCxnSpPr/>
          <p:nvPr/>
        </p:nvCxnSpPr>
        <p:spPr>
          <a:xfrm>
            <a:off x="1371600" y="1196975"/>
            <a:ext cx="123825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145" name="rotation_x"/>
          <p:cNvSpPr/>
          <p:nvPr/>
        </p:nvSpPr>
        <p:spPr>
          <a:xfrm>
            <a:off x="1428876" y="1141542"/>
            <a:ext cx="128016" cy="110865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rotation_y"/>
          <p:cNvSpPr/>
          <p:nvPr/>
        </p:nvSpPr>
        <p:spPr>
          <a:xfrm>
            <a:off x="1620647" y="1132966"/>
            <a:ext cx="128015" cy="128016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rotation_z"/>
          <p:cNvSpPr/>
          <p:nvPr/>
        </p:nvSpPr>
        <p:spPr>
          <a:xfrm>
            <a:off x="1812417" y="1132966"/>
            <a:ext cx="128016" cy="12801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rotation_x"/>
          <p:cNvSpPr/>
          <p:nvPr/>
        </p:nvSpPr>
        <p:spPr>
          <a:xfrm>
            <a:off x="2004187" y="1141542"/>
            <a:ext cx="128015" cy="110865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rotation_y"/>
          <p:cNvSpPr/>
          <p:nvPr/>
        </p:nvSpPr>
        <p:spPr>
          <a:xfrm>
            <a:off x="2195957" y="1132966"/>
            <a:ext cx="128015" cy="128016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ket0"/>
          <p:cNvSpPr txBox="1"/>
          <p:nvPr/>
        </p:nvSpPr>
        <p:spPr>
          <a:xfrm>
            <a:off x="1187450" y="136588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151" name="quantum_wire"/>
          <p:cNvCxnSpPr/>
          <p:nvPr/>
        </p:nvCxnSpPr>
        <p:spPr>
          <a:xfrm>
            <a:off x="1371600" y="1447800"/>
            <a:ext cx="123825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152" name="rotation_x"/>
          <p:cNvSpPr/>
          <p:nvPr/>
        </p:nvSpPr>
        <p:spPr>
          <a:xfrm>
            <a:off x="1428876" y="1392367"/>
            <a:ext cx="128016" cy="110865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rotation_y"/>
          <p:cNvSpPr/>
          <p:nvPr/>
        </p:nvSpPr>
        <p:spPr>
          <a:xfrm>
            <a:off x="1620647" y="1383791"/>
            <a:ext cx="128015" cy="128016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rotation_z"/>
          <p:cNvSpPr/>
          <p:nvPr/>
        </p:nvSpPr>
        <p:spPr>
          <a:xfrm>
            <a:off x="1812417" y="1383791"/>
            <a:ext cx="128016" cy="12801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rotation_x"/>
          <p:cNvSpPr/>
          <p:nvPr/>
        </p:nvSpPr>
        <p:spPr>
          <a:xfrm>
            <a:off x="2004187" y="1392367"/>
            <a:ext cx="128015" cy="110865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rotation_y"/>
          <p:cNvSpPr/>
          <p:nvPr/>
        </p:nvSpPr>
        <p:spPr>
          <a:xfrm>
            <a:off x="2195957" y="1383791"/>
            <a:ext cx="128015" cy="128016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cnot"/>
          <p:cNvSpPr/>
          <p:nvPr/>
        </p:nvSpPr>
        <p:spPr>
          <a:xfrm>
            <a:off x="2438400" y="869950"/>
            <a:ext cx="76200" cy="403225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cnot"/>
          <p:cNvSpPr/>
          <p:nvPr/>
        </p:nvSpPr>
        <p:spPr>
          <a:xfrm>
            <a:off x="2533650" y="1120775"/>
            <a:ext cx="76200" cy="403225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measurement_box"/>
          <p:cNvSpPr/>
          <p:nvPr/>
        </p:nvSpPr>
        <p:spPr>
          <a:xfrm>
            <a:off x="2654300" y="87630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measurement_glyph"/>
          <p:cNvSpPr txBox="1"/>
          <p:nvPr/>
        </p:nvSpPr>
        <p:spPr>
          <a:xfrm>
            <a:off x="2619501" y="85858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161" name="measurement_box"/>
          <p:cNvSpPr/>
          <p:nvPr/>
        </p:nvSpPr>
        <p:spPr>
          <a:xfrm>
            <a:off x="2654300" y="1127125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measurement_glyph"/>
          <p:cNvSpPr txBox="1"/>
          <p:nvPr/>
        </p:nvSpPr>
        <p:spPr>
          <a:xfrm>
            <a:off x="2619501" y="1109408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163" name="measurement_box"/>
          <p:cNvSpPr/>
          <p:nvPr/>
        </p:nvSpPr>
        <p:spPr>
          <a:xfrm>
            <a:off x="2654300" y="137795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measurement_glyph"/>
          <p:cNvSpPr txBox="1"/>
          <p:nvPr/>
        </p:nvSpPr>
        <p:spPr>
          <a:xfrm>
            <a:off x="2619501" y="136023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165" name="initial_small_front_card"/>
          <p:cNvSpPr/>
          <p:nvPr/>
        </p:nvSpPr>
        <p:spPr>
          <a:xfrm>
            <a:off x="1206500" y="889000"/>
            <a:ext cx="1771650" cy="800100"/>
          </a:xfrm>
          <a:prstGeom prst="rect">
            <a:avLst/>
          </a:prstGeom>
          <a:solidFill>
            <a:srgbClr val="FFF1C8"/>
          </a:solidFill>
          <a:ln w="1587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ket0"/>
          <p:cNvSpPr txBox="1"/>
          <p:nvPr/>
        </p:nvSpPr>
        <p:spPr>
          <a:xfrm>
            <a:off x="1270000" y="94678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167" name="quantum_wire"/>
          <p:cNvCxnSpPr/>
          <p:nvPr/>
        </p:nvCxnSpPr>
        <p:spPr>
          <a:xfrm>
            <a:off x="1454150" y="1028700"/>
            <a:ext cx="123825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168" name="rotation_x"/>
          <p:cNvSpPr/>
          <p:nvPr/>
        </p:nvSpPr>
        <p:spPr>
          <a:xfrm>
            <a:off x="1511427" y="973267"/>
            <a:ext cx="128016" cy="110865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rotation_y"/>
          <p:cNvSpPr/>
          <p:nvPr/>
        </p:nvSpPr>
        <p:spPr>
          <a:xfrm>
            <a:off x="1703197" y="964692"/>
            <a:ext cx="128015" cy="128016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rotation_z"/>
          <p:cNvSpPr/>
          <p:nvPr/>
        </p:nvSpPr>
        <p:spPr>
          <a:xfrm>
            <a:off x="1894967" y="964692"/>
            <a:ext cx="128016" cy="12801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rotation_x"/>
          <p:cNvSpPr/>
          <p:nvPr/>
        </p:nvSpPr>
        <p:spPr>
          <a:xfrm>
            <a:off x="2086737" y="973267"/>
            <a:ext cx="128015" cy="110865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rotation_y"/>
          <p:cNvSpPr/>
          <p:nvPr/>
        </p:nvSpPr>
        <p:spPr>
          <a:xfrm>
            <a:off x="2278507" y="964692"/>
            <a:ext cx="128015" cy="128016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ket0"/>
          <p:cNvSpPr txBox="1"/>
          <p:nvPr/>
        </p:nvSpPr>
        <p:spPr>
          <a:xfrm>
            <a:off x="1270000" y="1197610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174" name="quantum_wire"/>
          <p:cNvCxnSpPr/>
          <p:nvPr/>
        </p:nvCxnSpPr>
        <p:spPr>
          <a:xfrm>
            <a:off x="1454150" y="1279525"/>
            <a:ext cx="123825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175" name="rotation_x"/>
          <p:cNvSpPr/>
          <p:nvPr/>
        </p:nvSpPr>
        <p:spPr>
          <a:xfrm>
            <a:off x="1511427" y="1224092"/>
            <a:ext cx="128016" cy="110865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rotation_y"/>
          <p:cNvSpPr/>
          <p:nvPr/>
        </p:nvSpPr>
        <p:spPr>
          <a:xfrm>
            <a:off x="1703197" y="1215517"/>
            <a:ext cx="128015" cy="128016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rotation_z"/>
          <p:cNvSpPr/>
          <p:nvPr/>
        </p:nvSpPr>
        <p:spPr>
          <a:xfrm>
            <a:off x="1894967" y="1215517"/>
            <a:ext cx="128016" cy="12801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rotation_x"/>
          <p:cNvSpPr/>
          <p:nvPr/>
        </p:nvSpPr>
        <p:spPr>
          <a:xfrm>
            <a:off x="2086737" y="1224092"/>
            <a:ext cx="128015" cy="110865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rotation_y"/>
          <p:cNvSpPr/>
          <p:nvPr/>
        </p:nvSpPr>
        <p:spPr>
          <a:xfrm>
            <a:off x="2278507" y="1215517"/>
            <a:ext cx="128015" cy="128016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ket0"/>
          <p:cNvSpPr txBox="1"/>
          <p:nvPr/>
        </p:nvSpPr>
        <p:spPr>
          <a:xfrm>
            <a:off x="1270000" y="144843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181" name="quantum_wire"/>
          <p:cNvCxnSpPr/>
          <p:nvPr/>
        </p:nvCxnSpPr>
        <p:spPr>
          <a:xfrm>
            <a:off x="1454150" y="1530350"/>
            <a:ext cx="123825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182" name="rotation_x"/>
          <p:cNvSpPr/>
          <p:nvPr/>
        </p:nvSpPr>
        <p:spPr>
          <a:xfrm>
            <a:off x="1511427" y="1474917"/>
            <a:ext cx="128016" cy="110865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rotation_y"/>
          <p:cNvSpPr/>
          <p:nvPr/>
        </p:nvSpPr>
        <p:spPr>
          <a:xfrm>
            <a:off x="1703197" y="1466342"/>
            <a:ext cx="128015" cy="128016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rotation_z"/>
          <p:cNvSpPr/>
          <p:nvPr/>
        </p:nvSpPr>
        <p:spPr>
          <a:xfrm>
            <a:off x="1894967" y="1466342"/>
            <a:ext cx="128016" cy="12801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rotation_x"/>
          <p:cNvSpPr/>
          <p:nvPr/>
        </p:nvSpPr>
        <p:spPr>
          <a:xfrm>
            <a:off x="2086737" y="1474917"/>
            <a:ext cx="128015" cy="110865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rotation_y"/>
          <p:cNvSpPr/>
          <p:nvPr/>
        </p:nvSpPr>
        <p:spPr>
          <a:xfrm>
            <a:off x="2278507" y="1466342"/>
            <a:ext cx="128015" cy="128016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cnot"/>
          <p:cNvSpPr/>
          <p:nvPr/>
        </p:nvSpPr>
        <p:spPr>
          <a:xfrm>
            <a:off x="2520950" y="952500"/>
            <a:ext cx="76200" cy="403225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cnot"/>
          <p:cNvSpPr/>
          <p:nvPr/>
        </p:nvSpPr>
        <p:spPr>
          <a:xfrm>
            <a:off x="2616200" y="1203325"/>
            <a:ext cx="76200" cy="403225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measurement_box"/>
          <p:cNvSpPr/>
          <p:nvPr/>
        </p:nvSpPr>
        <p:spPr>
          <a:xfrm>
            <a:off x="2736850" y="95885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measurement_glyph"/>
          <p:cNvSpPr txBox="1"/>
          <p:nvPr/>
        </p:nvSpPr>
        <p:spPr>
          <a:xfrm>
            <a:off x="2702052" y="94113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191" name="measurement_box"/>
          <p:cNvSpPr/>
          <p:nvPr/>
        </p:nvSpPr>
        <p:spPr>
          <a:xfrm>
            <a:off x="2736850" y="1209675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measurement_glyph"/>
          <p:cNvSpPr txBox="1"/>
          <p:nvPr/>
        </p:nvSpPr>
        <p:spPr>
          <a:xfrm>
            <a:off x="2702052" y="1191958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193" name="measurement_box"/>
          <p:cNvSpPr/>
          <p:nvPr/>
        </p:nvSpPr>
        <p:spPr>
          <a:xfrm>
            <a:off x="2736850" y="146050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measurement_glyph"/>
          <p:cNvSpPr txBox="1"/>
          <p:nvPr/>
        </p:nvSpPr>
        <p:spPr>
          <a:xfrm>
            <a:off x="2702052" y="144278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195" name="panel_a_title"/>
          <p:cNvSpPr txBox="1"/>
          <p:nvPr/>
        </p:nvSpPr>
        <p:spPr>
          <a:xfrm>
            <a:off x="241300" y="1595437"/>
            <a:ext cx="4620260" cy="35083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01010"/>
                </a:solidFill>
                <a:latin typeface="DejaVu Serif"/>
              </a:rPr>
              <a:t>(a) Dataset Construction</a:t>
            </a:r>
          </a:p>
        </p:txBody>
      </p:sp>
      <p:sp>
        <p:nvSpPr>
          <p:cNvPr id="196" name="apfa_label"/>
          <p:cNvSpPr txBox="1"/>
          <p:nvPr/>
        </p:nvSpPr>
        <p:spPr>
          <a:xfrm>
            <a:off x="2971800" y="582295"/>
            <a:ext cx="694436" cy="27368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1010"/>
                </a:solidFill>
                <a:latin typeface="DejaVu Serif"/>
              </a:rPr>
              <a:t>APFA</a:t>
            </a:r>
          </a:p>
        </p:txBody>
      </p:sp>
      <p:cxnSp>
        <p:nvCxnSpPr>
          <p:cNvPr id="197" name="TITAN_0208_line"/>
          <p:cNvCxnSpPr/>
          <p:nvPr/>
        </p:nvCxnSpPr>
        <p:spPr>
          <a:xfrm flipH="1">
            <a:off x="3778250" y="666750"/>
            <a:ext cx="82550" cy="98986"/>
          </a:xfrm>
          <a:prstGeom prst="line">
            <a:avLst/>
          </a:prstGeom>
          <a:ln w="12700">
            <a:solidFill>
              <a:srgbClr val="101010"/>
            </a:solidFill>
          </a:ln>
          <a:effectLst/>
        </p:spPr>
      </p:cxnSp>
      <p:cxnSp>
        <p:nvCxnSpPr>
          <p:cNvPr id="198" name="TITAN_0209_line"/>
          <p:cNvCxnSpPr/>
          <p:nvPr/>
        </p:nvCxnSpPr>
        <p:spPr>
          <a:xfrm flipH="1">
            <a:off x="3613150" y="765736"/>
            <a:ext cx="165100" cy="0"/>
          </a:xfrm>
          <a:prstGeom prst="line">
            <a:avLst/>
          </a:prstGeom>
          <a:ln w="12700">
            <a:solidFill>
              <a:srgbClr val="101010"/>
            </a:solidFill>
          </a:ln>
          <a:effectLst/>
        </p:spPr>
      </p:cxnSp>
      <p:cxnSp>
        <p:nvCxnSpPr>
          <p:cNvPr id="199" name="TITAN_0210_line"/>
          <p:cNvCxnSpPr/>
          <p:nvPr/>
        </p:nvCxnSpPr>
        <p:spPr>
          <a:xfrm flipH="1" flipV="1">
            <a:off x="3530600" y="666750"/>
            <a:ext cx="82550" cy="98986"/>
          </a:xfrm>
          <a:prstGeom prst="line">
            <a:avLst/>
          </a:prstGeom>
          <a:ln w="12700">
            <a:solidFill>
              <a:srgbClr val="101010"/>
            </a:solidFill>
          </a:ln>
          <a:effectLst/>
        </p:spPr>
      </p:cxnSp>
      <p:cxnSp>
        <p:nvCxnSpPr>
          <p:cNvPr id="200" name="TITAN_0211_line"/>
          <p:cNvCxnSpPr/>
          <p:nvPr/>
        </p:nvCxnSpPr>
        <p:spPr>
          <a:xfrm flipV="1">
            <a:off x="3530600" y="567763"/>
            <a:ext cx="82550" cy="98987"/>
          </a:xfrm>
          <a:prstGeom prst="line">
            <a:avLst/>
          </a:prstGeom>
          <a:ln w="12700">
            <a:solidFill>
              <a:srgbClr val="101010"/>
            </a:solidFill>
          </a:ln>
          <a:effectLst/>
        </p:spPr>
      </p:cxnSp>
      <p:cxnSp>
        <p:nvCxnSpPr>
          <p:cNvPr id="201" name="TITAN_0212_line"/>
          <p:cNvCxnSpPr/>
          <p:nvPr/>
        </p:nvCxnSpPr>
        <p:spPr>
          <a:xfrm>
            <a:off x="3613150" y="567763"/>
            <a:ext cx="165100" cy="0"/>
          </a:xfrm>
          <a:prstGeom prst="line">
            <a:avLst/>
          </a:prstGeom>
          <a:ln w="12700">
            <a:solidFill>
              <a:srgbClr val="101010"/>
            </a:solidFill>
          </a:ln>
          <a:effectLst/>
        </p:spPr>
      </p:cxnSp>
      <p:cxnSp>
        <p:nvCxnSpPr>
          <p:cNvPr id="202" name="TITAN_0213_line"/>
          <p:cNvCxnSpPr/>
          <p:nvPr/>
        </p:nvCxnSpPr>
        <p:spPr>
          <a:xfrm>
            <a:off x="3778250" y="567763"/>
            <a:ext cx="82550" cy="98987"/>
          </a:xfrm>
          <a:prstGeom prst="line">
            <a:avLst/>
          </a:prstGeom>
          <a:ln w="12700">
            <a:solidFill>
              <a:srgbClr val="101010"/>
            </a:solidFill>
          </a:ln>
          <a:effectLst/>
        </p:spPr>
      </p:cxnSp>
      <p:sp>
        <p:nvSpPr>
          <p:cNvPr id="203" name="TITAN_0214_ellipse"/>
          <p:cNvSpPr/>
          <p:nvPr/>
        </p:nvSpPr>
        <p:spPr>
          <a:xfrm>
            <a:off x="3825875" y="631825"/>
            <a:ext cx="69850" cy="698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TITAN_0215_ellipse"/>
          <p:cNvSpPr/>
          <p:nvPr/>
        </p:nvSpPr>
        <p:spPr>
          <a:xfrm>
            <a:off x="3743325" y="730811"/>
            <a:ext cx="69850" cy="698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TITAN_0216_ellipse"/>
          <p:cNvSpPr/>
          <p:nvPr/>
        </p:nvSpPr>
        <p:spPr>
          <a:xfrm>
            <a:off x="3578225" y="730811"/>
            <a:ext cx="69850" cy="698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TITAN_0217_ellipse"/>
          <p:cNvSpPr/>
          <p:nvPr/>
        </p:nvSpPr>
        <p:spPr>
          <a:xfrm>
            <a:off x="3495675" y="631825"/>
            <a:ext cx="69850" cy="698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TITAN_0218_ellipse"/>
          <p:cNvSpPr/>
          <p:nvPr/>
        </p:nvSpPr>
        <p:spPr>
          <a:xfrm>
            <a:off x="3578225" y="532838"/>
            <a:ext cx="69850" cy="698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TITAN_0219_ellipse"/>
          <p:cNvSpPr/>
          <p:nvPr/>
        </p:nvSpPr>
        <p:spPr>
          <a:xfrm>
            <a:off x="3743325" y="532838"/>
            <a:ext cx="69850" cy="698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TITAN_0220_ellipse"/>
          <p:cNvSpPr/>
          <p:nvPr/>
        </p:nvSpPr>
        <p:spPr>
          <a:xfrm>
            <a:off x="3619500" y="603250"/>
            <a:ext cx="152400" cy="127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0" name="TITAN_0221_line"/>
          <p:cNvCxnSpPr/>
          <p:nvPr/>
        </p:nvCxnSpPr>
        <p:spPr>
          <a:xfrm flipV="1">
            <a:off x="3695700" y="520700"/>
            <a:ext cx="0" cy="82550"/>
          </a:xfrm>
          <a:prstGeom prst="line">
            <a:avLst/>
          </a:prstGeom>
          <a:ln w="12700">
            <a:solidFill>
              <a:srgbClr val="101010"/>
            </a:solidFill>
          </a:ln>
          <a:effectLst/>
        </p:spPr>
      </p:cxnSp>
      <p:sp>
        <p:nvSpPr>
          <p:cNvPr id="211" name="TITAN_0222_ellipse"/>
          <p:cNvSpPr/>
          <p:nvPr/>
        </p:nvSpPr>
        <p:spPr>
          <a:xfrm>
            <a:off x="3663950" y="457200"/>
            <a:ext cx="63500" cy="635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2" name="apfa_arrow"/>
          <p:cNvCxnSpPr/>
          <p:nvPr/>
        </p:nvCxnSpPr>
        <p:spPr>
          <a:xfrm>
            <a:off x="2978150" y="1130300"/>
            <a:ext cx="812799" cy="0"/>
          </a:xfrm>
          <a:prstGeom prst="line">
            <a:avLst/>
          </a:prstGeom>
          <a:ln w="31750">
            <a:solidFill>
              <a:srgbClr val="101010"/>
            </a:solidFill>
          </a:ln>
          <a:effectLst/>
        </p:spPr>
      </p:cxnSp>
      <p:sp>
        <p:nvSpPr>
          <p:cNvPr id="213" name="TITAN_0224_polygon"/>
          <p:cNvSpPr/>
          <p:nvPr/>
        </p:nvSpPr>
        <p:spPr>
          <a:xfrm rot="5400000">
            <a:off x="3680964" y="1066800"/>
            <a:ext cx="109985" cy="127000"/>
          </a:xfrm>
          <a:prstGeom prst="triangle">
            <a:avLst/>
          </a:pr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trajectory_large_back_card"/>
          <p:cNvSpPr/>
          <p:nvPr/>
        </p:nvSpPr>
        <p:spPr>
          <a:xfrm>
            <a:off x="3994150" y="228600"/>
            <a:ext cx="2533650" cy="1225550"/>
          </a:xfrm>
          <a:prstGeom prst="rect">
            <a:avLst/>
          </a:prstGeom>
          <a:solidFill>
            <a:srgbClr val="F8D7F2"/>
          </a:solidFill>
          <a:ln w="1587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ket0"/>
          <p:cNvSpPr txBox="1"/>
          <p:nvPr/>
        </p:nvSpPr>
        <p:spPr>
          <a:xfrm>
            <a:off x="4057650" y="286384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216" name="quantum_wire"/>
          <p:cNvCxnSpPr/>
          <p:nvPr/>
        </p:nvCxnSpPr>
        <p:spPr>
          <a:xfrm>
            <a:off x="4241800" y="368300"/>
            <a:ext cx="200025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217" name="rotation_x"/>
          <p:cNvSpPr/>
          <p:nvPr/>
        </p:nvSpPr>
        <p:spPr>
          <a:xfrm>
            <a:off x="4345241" y="311694"/>
            <a:ext cx="130725" cy="113211"/>
          </a:xfrm>
          <a:prstGeom prst="hexagon">
            <a:avLst/>
          </a:prstGeom>
          <a:solidFill>
            <a:srgbClr val="4D96CB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rotation_y"/>
          <p:cNvSpPr/>
          <p:nvPr/>
        </p:nvSpPr>
        <p:spPr>
          <a:xfrm>
            <a:off x="4632049" y="302937"/>
            <a:ext cx="130725" cy="13072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rotation_z"/>
          <p:cNvSpPr/>
          <p:nvPr/>
        </p:nvSpPr>
        <p:spPr>
          <a:xfrm>
            <a:off x="4918858" y="302937"/>
            <a:ext cx="130725" cy="130725"/>
          </a:xfrm>
          <a:prstGeom prst="ellipse">
            <a:avLst/>
          </a:prstGeom>
          <a:solidFill>
            <a:srgbClr val="4D96CB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rotation_x"/>
          <p:cNvSpPr/>
          <p:nvPr/>
        </p:nvSpPr>
        <p:spPr>
          <a:xfrm>
            <a:off x="5205666" y="311694"/>
            <a:ext cx="130725" cy="113211"/>
          </a:xfrm>
          <a:prstGeom prst="hexagon">
            <a:avLst/>
          </a:prstGeom>
          <a:solidFill>
            <a:srgbClr val="4D96CB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rotation_y"/>
          <p:cNvSpPr/>
          <p:nvPr/>
        </p:nvSpPr>
        <p:spPr>
          <a:xfrm>
            <a:off x="5492474" y="302937"/>
            <a:ext cx="130725" cy="13072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rotation_z"/>
          <p:cNvSpPr/>
          <p:nvPr/>
        </p:nvSpPr>
        <p:spPr>
          <a:xfrm>
            <a:off x="5779283" y="302937"/>
            <a:ext cx="130725" cy="130725"/>
          </a:xfrm>
          <a:prstGeom prst="ellipse">
            <a:avLst/>
          </a:prstGeom>
          <a:solidFill>
            <a:srgbClr val="4D96CB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ket0"/>
          <p:cNvSpPr txBox="1"/>
          <p:nvPr/>
        </p:nvSpPr>
        <p:spPr>
          <a:xfrm>
            <a:off x="4057650" y="518160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224" name="quantum_wire"/>
          <p:cNvCxnSpPr/>
          <p:nvPr/>
        </p:nvCxnSpPr>
        <p:spPr>
          <a:xfrm>
            <a:off x="4241800" y="600075"/>
            <a:ext cx="200025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225" name="rotation_x"/>
          <p:cNvSpPr/>
          <p:nvPr/>
        </p:nvSpPr>
        <p:spPr>
          <a:xfrm>
            <a:off x="4345241" y="543469"/>
            <a:ext cx="130725" cy="113211"/>
          </a:xfrm>
          <a:prstGeom prst="hexagon">
            <a:avLst/>
          </a:prstGeom>
          <a:solidFill>
            <a:srgbClr val="4D96CB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rotation_y"/>
          <p:cNvSpPr/>
          <p:nvPr/>
        </p:nvSpPr>
        <p:spPr>
          <a:xfrm>
            <a:off x="4632049" y="534712"/>
            <a:ext cx="130725" cy="130725"/>
          </a:xfrm>
          <a:prstGeom prst="diamond">
            <a:avLst/>
          </a:prstGeom>
          <a:solidFill>
            <a:srgbClr val="4D96CB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rotation_z"/>
          <p:cNvSpPr/>
          <p:nvPr/>
        </p:nvSpPr>
        <p:spPr>
          <a:xfrm>
            <a:off x="4918858" y="534712"/>
            <a:ext cx="130725" cy="130725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rotation_x"/>
          <p:cNvSpPr/>
          <p:nvPr/>
        </p:nvSpPr>
        <p:spPr>
          <a:xfrm>
            <a:off x="5205666" y="543469"/>
            <a:ext cx="130725" cy="113211"/>
          </a:xfrm>
          <a:prstGeom prst="hexagon">
            <a:avLst/>
          </a:prstGeom>
          <a:solidFill>
            <a:srgbClr val="4D96CB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rotation_y"/>
          <p:cNvSpPr/>
          <p:nvPr/>
        </p:nvSpPr>
        <p:spPr>
          <a:xfrm>
            <a:off x="5492474" y="534712"/>
            <a:ext cx="130725" cy="130725"/>
          </a:xfrm>
          <a:prstGeom prst="diamond">
            <a:avLst/>
          </a:prstGeom>
          <a:solidFill>
            <a:srgbClr val="4D96CB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rotation_z"/>
          <p:cNvSpPr/>
          <p:nvPr/>
        </p:nvSpPr>
        <p:spPr>
          <a:xfrm>
            <a:off x="5779283" y="534712"/>
            <a:ext cx="130725" cy="130725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ket0"/>
          <p:cNvSpPr txBox="1"/>
          <p:nvPr/>
        </p:nvSpPr>
        <p:spPr>
          <a:xfrm>
            <a:off x="4057650" y="74993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232" name="quantum_wire"/>
          <p:cNvCxnSpPr/>
          <p:nvPr/>
        </p:nvCxnSpPr>
        <p:spPr>
          <a:xfrm>
            <a:off x="4241800" y="831850"/>
            <a:ext cx="200025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233" name="rotation_x"/>
          <p:cNvSpPr/>
          <p:nvPr/>
        </p:nvSpPr>
        <p:spPr>
          <a:xfrm>
            <a:off x="4345241" y="775244"/>
            <a:ext cx="130725" cy="113211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rotation_y"/>
          <p:cNvSpPr/>
          <p:nvPr/>
        </p:nvSpPr>
        <p:spPr>
          <a:xfrm>
            <a:off x="4632049" y="766487"/>
            <a:ext cx="130725" cy="130725"/>
          </a:xfrm>
          <a:prstGeom prst="diamond">
            <a:avLst/>
          </a:prstGeom>
          <a:solidFill>
            <a:srgbClr val="4D96CB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rotation_z"/>
          <p:cNvSpPr/>
          <p:nvPr/>
        </p:nvSpPr>
        <p:spPr>
          <a:xfrm>
            <a:off x="4918858" y="766487"/>
            <a:ext cx="130725" cy="130725"/>
          </a:xfrm>
          <a:prstGeom prst="ellipse">
            <a:avLst/>
          </a:prstGeom>
          <a:solidFill>
            <a:srgbClr val="4D96CB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otation_x"/>
          <p:cNvSpPr/>
          <p:nvPr/>
        </p:nvSpPr>
        <p:spPr>
          <a:xfrm>
            <a:off x="5205666" y="775244"/>
            <a:ext cx="130725" cy="113211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rotation_y"/>
          <p:cNvSpPr/>
          <p:nvPr/>
        </p:nvSpPr>
        <p:spPr>
          <a:xfrm>
            <a:off x="5492474" y="766487"/>
            <a:ext cx="130725" cy="130725"/>
          </a:xfrm>
          <a:prstGeom prst="diamond">
            <a:avLst/>
          </a:prstGeom>
          <a:solidFill>
            <a:srgbClr val="4D96CB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rotation_z"/>
          <p:cNvSpPr/>
          <p:nvPr/>
        </p:nvSpPr>
        <p:spPr>
          <a:xfrm>
            <a:off x="5779283" y="766487"/>
            <a:ext cx="130725" cy="130725"/>
          </a:xfrm>
          <a:prstGeom prst="ellipse">
            <a:avLst/>
          </a:prstGeom>
          <a:solidFill>
            <a:srgbClr val="4D96CB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ket0"/>
          <p:cNvSpPr txBox="1"/>
          <p:nvPr/>
        </p:nvSpPr>
        <p:spPr>
          <a:xfrm>
            <a:off x="4057650" y="981710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240" name="quantum_wire"/>
          <p:cNvCxnSpPr/>
          <p:nvPr/>
        </p:nvCxnSpPr>
        <p:spPr>
          <a:xfrm>
            <a:off x="4241800" y="1063625"/>
            <a:ext cx="200025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241" name="rotation_x"/>
          <p:cNvSpPr/>
          <p:nvPr/>
        </p:nvSpPr>
        <p:spPr>
          <a:xfrm>
            <a:off x="4345241" y="1007019"/>
            <a:ext cx="130725" cy="113211"/>
          </a:xfrm>
          <a:prstGeom prst="hexagon">
            <a:avLst/>
          </a:prstGeom>
          <a:solidFill>
            <a:srgbClr val="4D96CB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rotation_y"/>
          <p:cNvSpPr/>
          <p:nvPr/>
        </p:nvSpPr>
        <p:spPr>
          <a:xfrm>
            <a:off x="4632049" y="998262"/>
            <a:ext cx="130725" cy="13072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rotation_z"/>
          <p:cNvSpPr/>
          <p:nvPr/>
        </p:nvSpPr>
        <p:spPr>
          <a:xfrm>
            <a:off x="4918858" y="998262"/>
            <a:ext cx="130725" cy="130725"/>
          </a:xfrm>
          <a:prstGeom prst="ellipse">
            <a:avLst/>
          </a:prstGeom>
          <a:solidFill>
            <a:srgbClr val="4D96CB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rotation_x"/>
          <p:cNvSpPr/>
          <p:nvPr/>
        </p:nvSpPr>
        <p:spPr>
          <a:xfrm>
            <a:off x="5205666" y="1007019"/>
            <a:ext cx="130725" cy="113211"/>
          </a:xfrm>
          <a:prstGeom prst="hexagon">
            <a:avLst/>
          </a:prstGeom>
          <a:solidFill>
            <a:srgbClr val="4D96CB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rotation_y"/>
          <p:cNvSpPr/>
          <p:nvPr/>
        </p:nvSpPr>
        <p:spPr>
          <a:xfrm>
            <a:off x="5492474" y="998262"/>
            <a:ext cx="130725" cy="13072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rotation_z"/>
          <p:cNvSpPr/>
          <p:nvPr/>
        </p:nvSpPr>
        <p:spPr>
          <a:xfrm>
            <a:off x="5779283" y="998262"/>
            <a:ext cx="130725" cy="130725"/>
          </a:xfrm>
          <a:prstGeom prst="ellipse">
            <a:avLst/>
          </a:prstGeom>
          <a:solidFill>
            <a:srgbClr val="4D96CB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ket0"/>
          <p:cNvSpPr txBox="1"/>
          <p:nvPr/>
        </p:nvSpPr>
        <p:spPr>
          <a:xfrm>
            <a:off x="4057650" y="121348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248" name="quantum_wire"/>
          <p:cNvCxnSpPr/>
          <p:nvPr/>
        </p:nvCxnSpPr>
        <p:spPr>
          <a:xfrm>
            <a:off x="4241800" y="1295400"/>
            <a:ext cx="200025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249" name="rotation_x"/>
          <p:cNvSpPr/>
          <p:nvPr/>
        </p:nvSpPr>
        <p:spPr>
          <a:xfrm>
            <a:off x="4345241" y="1238794"/>
            <a:ext cx="130725" cy="113211"/>
          </a:xfrm>
          <a:prstGeom prst="hexagon">
            <a:avLst/>
          </a:prstGeom>
          <a:solidFill>
            <a:srgbClr val="4D96CB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rotation_y"/>
          <p:cNvSpPr/>
          <p:nvPr/>
        </p:nvSpPr>
        <p:spPr>
          <a:xfrm>
            <a:off x="4632049" y="1230037"/>
            <a:ext cx="130725" cy="130725"/>
          </a:xfrm>
          <a:prstGeom prst="diamond">
            <a:avLst/>
          </a:prstGeom>
          <a:solidFill>
            <a:srgbClr val="4D96CB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rotation_z"/>
          <p:cNvSpPr/>
          <p:nvPr/>
        </p:nvSpPr>
        <p:spPr>
          <a:xfrm>
            <a:off x="4918858" y="1230037"/>
            <a:ext cx="130725" cy="130725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rotation_x"/>
          <p:cNvSpPr/>
          <p:nvPr/>
        </p:nvSpPr>
        <p:spPr>
          <a:xfrm>
            <a:off x="5205666" y="1238794"/>
            <a:ext cx="130725" cy="113211"/>
          </a:xfrm>
          <a:prstGeom prst="hexagon">
            <a:avLst/>
          </a:prstGeom>
          <a:solidFill>
            <a:srgbClr val="4D96CB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rotation_y"/>
          <p:cNvSpPr/>
          <p:nvPr/>
        </p:nvSpPr>
        <p:spPr>
          <a:xfrm>
            <a:off x="5492474" y="1230037"/>
            <a:ext cx="130725" cy="130725"/>
          </a:xfrm>
          <a:prstGeom prst="diamond">
            <a:avLst/>
          </a:prstGeom>
          <a:solidFill>
            <a:srgbClr val="4D96CB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rotation_z"/>
          <p:cNvSpPr/>
          <p:nvPr/>
        </p:nvSpPr>
        <p:spPr>
          <a:xfrm>
            <a:off x="5779283" y="1230037"/>
            <a:ext cx="130725" cy="130725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row_ellipsis"/>
          <p:cNvSpPr txBox="1"/>
          <p:nvPr/>
        </p:nvSpPr>
        <p:spPr>
          <a:xfrm>
            <a:off x="4005326" y="716915"/>
            <a:ext cx="257048" cy="23939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01010"/>
                </a:solidFill>
                <a:latin typeface="DejaVu Serif"/>
              </a:rPr>
              <a:t>⋮</a:t>
            </a:r>
          </a:p>
        </p:txBody>
      </p:sp>
      <p:sp>
        <p:nvSpPr>
          <p:cNvPr id="256" name="row_ellipsis"/>
          <p:cNvSpPr txBox="1"/>
          <p:nvPr/>
        </p:nvSpPr>
        <p:spPr>
          <a:xfrm>
            <a:off x="6202426" y="716915"/>
            <a:ext cx="257048" cy="23939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01010"/>
                </a:solidFill>
                <a:latin typeface="DejaVu Serif"/>
              </a:rPr>
              <a:t>⋮</a:t>
            </a:r>
          </a:p>
        </p:txBody>
      </p:sp>
      <p:sp>
        <p:nvSpPr>
          <p:cNvPr id="257" name="cnot"/>
          <p:cNvSpPr/>
          <p:nvPr/>
        </p:nvSpPr>
        <p:spPr>
          <a:xfrm>
            <a:off x="6070600" y="292100"/>
            <a:ext cx="76200" cy="384175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cnot"/>
          <p:cNvSpPr/>
          <p:nvPr/>
        </p:nvSpPr>
        <p:spPr>
          <a:xfrm>
            <a:off x="6165850" y="987425"/>
            <a:ext cx="76200" cy="384175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measurement_box"/>
          <p:cNvSpPr/>
          <p:nvPr/>
        </p:nvSpPr>
        <p:spPr>
          <a:xfrm>
            <a:off x="6286500" y="29845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measurement_glyph"/>
          <p:cNvSpPr txBox="1"/>
          <p:nvPr/>
        </p:nvSpPr>
        <p:spPr>
          <a:xfrm>
            <a:off x="6251702" y="28073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261" name="measurement_box"/>
          <p:cNvSpPr/>
          <p:nvPr/>
        </p:nvSpPr>
        <p:spPr>
          <a:xfrm>
            <a:off x="6286500" y="530225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measurement_glyph"/>
          <p:cNvSpPr txBox="1"/>
          <p:nvPr/>
        </p:nvSpPr>
        <p:spPr>
          <a:xfrm>
            <a:off x="6251702" y="512508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263" name="measurement_box"/>
          <p:cNvSpPr/>
          <p:nvPr/>
        </p:nvSpPr>
        <p:spPr>
          <a:xfrm>
            <a:off x="6286500" y="76200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measurement_glyph"/>
          <p:cNvSpPr txBox="1"/>
          <p:nvPr/>
        </p:nvSpPr>
        <p:spPr>
          <a:xfrm>
            <a:off x="6251702" y="74428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265" name="measurement_box"/>
          <p:cNvSpPr/>
          <p:nvPr/>
        </p:nvSpPr>
        <p:spPr>
          <a:xfrm>
            <a:off x="6286500" y="993775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measurement_glyph"/>
          <p:cNvSpPr txBox="1"/>
          <p:nvPr/>
        </p:nvSpPr>
        <p:spPr>
          <a:xfrm>
            <a:off x="6251702" y="976058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267" name="measurement_box"/>
          <p:cNvSpPr/>
          <p:nvPr/>
        </p:nvSpPr>
        <p:spPr>
          <a:xfrm>
            <a:off x="6286500" y="122555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measurement_glyph"/>
          <p:cNvSpPr txBox="1"/>
          <p:nvPr/>
        </p:nvSpPr>
        <p:spPr>
          <a:xfrm>
            <a:off x="6251702" y="120783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269" name="trajectory_large_front_card"/>
          <p:cNvSpPr/>
          <p:nvPr/>
        </p:nvSpPr>
        <p:spPr>
          <a:xfrm>
            <a:off x="4064000" y="311150"/>
            <a:ext cx="2533650" cy="1225550"/>
          </a:xfrm>
          <a:prstGeom prst="rect">
            <a:avLst/>
          </a:prstGeom>
          <a:solidFill>
            <a:srgbClr val="F8D7F2"/>
          </a:solidFill>
          <a:ln w="1587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ket0"/>
          <p:cNvSpPr txBox="1"/>
          <p:nvPr/>
        </p:nvSpPr>
        <p:spPr>
          <a:xfrm>
            <a:off x="4127500" y="368934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271" name="quantum_wire"/>
          <p:cNvCxnSpPr/>
          <p:nvPr/>
        </p:nvCxnSpPr>
        <p:spPr>
          <a:xfrm>
            <a:off x="4311650" y="450850"/>
            <a:ext cx="200025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272" name="rotation_x"/>
          <p:cNvSpPr/>
          <p:nvPr/>
        </p:nvSpPr>
        <p:spPr>
          <a:xfrm>
            <a:off x="4415091" y="394244"/>
            <a:ext cx="130725" cy="113211"/>
          </a:xfrm>
          <a:prstGeom prst="hexagon">
            <a:avLst/>
          </a:prstGeom>
          <a:solidFill>
            <a:srgbClr val="266FA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rotation_y"/>
          <p:cNvSpPr/>
          <p:nvPr/>
        </p:nvSpPr>
        <p:spPr>
          <a:xfrm>
            <a:off x="4701899" y="385487"/>
            <a:ext cx="130725" cy="13072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rotation_z"/>
          <p:cNvSpPr/>
          <p:nvPr/>
        </p:nvSpPr>
        <p:spPr>
          <a:xfrm>
            <a:off x="4988708" y="385487"/>
            <a:ext cx="130725" cy="130725"/>
          </a:xfrm>
          <a:prstGeom prst="ellipse">
            <a:avLst/>
          </a:prstGeom>
          <a:solidFill>
            <a:srgbClr val="266FA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rotation_x"/>
          <p:cNvSpPr/>
          <p:nvPr/>
        </p:nvSpPr>
        <p:spPr>
          <a:xfrm>
            <a:off x="5275516" y="394244"/>
            <a:ext cx="130725" cy="113211"/>
          </a:xfrm>
          <a:prstGeom prst="hexagon">
            <a:avLst/>
          </a:prstGeom>
          <a:solidFill>
            <a:srgbClr val="266FA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rotation_y"/>
          <p:cNvSpPr/>
          <p:nvPr/>
        </p:nvSpPr>
        <p:spPr>
          <a:xfrm>
            <a:off x="5562324" y="385487"/>
            <a:ext cx="130725" cy="13072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rotation_z"/>
          <p:cNvSpPr/>
          <p:nvPr/>
        </p:nvSpPr>
        <p:spPr>
          <a:xfrm>
            <a:off x="5849133" y="385487"/>
            <a:ext cx="130725" cy="130725"/>
          </a:xfrm>
          <a:prstGeom prst="ellipse">
            <a:avLst/>
          </a:prstGeom>
          <a:solidFill>
            <a:srgbClr val="266FA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ket0"/>
          <p:cNvSpPr txBox="1"/>
          <p:nvPr/>
        </p:nvSpPr>
        <p:spPr>
          <a:xfrm>
            <a:off x="4127500" y="600710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279" name="quantum_wire"/>
          <p:cNvCxnSpPr/>
          <p:nvPr/>
        </p:nvCxnSpPr>
        <p:spPr>
          <a:xfrm>
            <a:off x="4311650" y="682625"/>
            <a:ext cx="200025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280" name="rotation_x"/>
          <p:cNvSpPr/>
          <p:nvPr/>
        </p:nvSpPr>
        <p:spPr>
          <a:xfrm>
            <a:off x="4415091" y="626019"/>
            <a:ext cx="130725" cy="113211"/>
          </a:xfrm>
          <a:prstGeom prst="hexagon">
            <a:avLst/>
          </a:prstGeom>
          <a:solidFill>
            <a:srgbClr val="266FA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rotation_y"/>
          <p:cNvSpPr/>
          <p:nvPr/>
        </p:nvSpPr>
        <p:spPr>
          <a:xfrm>
            <a:off x="4701899" y="617262"/>
            <a:ext cx="130725" cy="130725"/>
          </a:xfrm>
          <a:prstGeom prst="diamond">
            <a:avLst/>
          </a:prstGeom>
          <a:solidFill>
            <a:srgbClr val="266FA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rotation_z"/>
          <p:cNvSpPr/>
          <p:nvPr/>
        </p:nvSpPr>
        <p:spPr>
          <a:xfrm>
            <a:off x="4988708" y="617262"/>
            <a:ext cx="130725" cy="130725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rotation_x"/>
          <p:cNvSpPr/>
          <p:nvPr/>
        </p:nvSpPr>
        <p:spPr>
          <a:xfrm>
            <a:off x="5275516" y="626019"/>
            <a:ext cx="130725" cy="113211"/>
          </a:xfrm>
          <a:prstGeom prst="hexagon">
            <a:avLst/>
          </a:prstGeom>
          <a:solidFill>
            <a:srgbClr val="266FA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rotation_y"/>
          <p:cNvSpPr/>
          <p:nvPr/>
        </p:nvSpPr>
        <p:spPr>
          <a:xfrm>
            <a:off x="5562324" y="617262"/>
            <a:ext cx="130725" cy="130725"/>
          </a:xfrm>
          <a:prstGeom prst="diamond">
            <a:avLst/>
          </a:prstGeom>
          <a:solidFill>
            <a:srgbClr val="266FA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rotation_z"/>
          <p:cNvSpPr/>
          <p:nvPr/>
        </p:nvSpPr>
        <p:spPr>
          <a:xfrm>
            <a:off x="5849133" y="617262"/>
            <a:ext cx="130725" cy="130725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ket0"/>
          <p:cNvSpPr txBox="1"/>
          <p:nvPr/>
        </p:nvSpPr>
        <p:spPr>
          <a:xfrm>
            <a:off x="4127500" y="83248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287" name="quantum_wire"/>
          <p:cNvCxnSpPr/>
          <p:nvPr/>
        </p:nvCxnSpPr>
        <p:spPr>
          <a:xfrm>
            <a:off x="4311650" y="914400"/>
            <a:ext cx="200025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288" name="rotation_x"/>
          <p:cNvSpPr/>
          <p:nvPr/>
        </p:nvSpPr>
        <p:spPr>
          <a:xfrm>
            <a:off x="4415091" y="857794"/>
            <a:ext cx="130725" cy="113211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rotation_y"/>
          <p:cNvSpPr/>
          <p:nvPr/>
        </p:nvSpPr>
        <p:spPr>
          <a:xfrm>
            <a:off x="4701899" y="849037"/>
            <a:ext cx="130725" cy="130725"/>
          </a:xfrm>
          <a:prstGeom prst="diamond">
            <a:avLst/>
          </a:prstGeom>
          <a:solidFill>
            <a:srgbClr val="266FA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rotation_z"/>
          <p:cNvSpPr/>
          <p:nvPr/>
        </p:nvSpPr>
        <p:spPr>
          <a:xfrm>
            <a:off x="4988708" y="849037"/>
            <a:ext cx="130725" cy="130725"/>
          </a:xfrm>
          <a:prstGeom prst="ellipse">
            <a:avLst/>
          </a:prstGeom>
          <a:solidFill>
            <a:srgbClr val="266FA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rotation_x"/>
          <p:cNvSpPr/>
          <p:nvPr/>
        </p:nvSpPr>
        <p:spPr>
          <a:xfrm>
            <a:off x="5275516" y="857794"/>
            <a:ext cx="130725" cy="113211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rotation_y"/>
          <p:cNvSpPr/>
          <p:nvPr/>
        </p:nvSpPr>
        <p:spPr>
          <a:xfrm>
            <a:off x="5562324" y="849037"/>
            <a:ext cx="130725" cy="130725"/>
          </a:xfrm>
          <a:prstGeom prst="diamond">
            <a:avLst/>
          </a:prstGeom>
          <a:solidFill>
            <a:srgbClr val="266FA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rotation_z"/>
          <p:cNvSpPr/>
          <p:nvPr/>
        </p:nvSpPr>
        <p:spPr>
          <a:xfrm>
            <a:off x="5849133" y="849037"/>
            <a:ext cx="130725" cy="130725"/>
          </a:xfrm>
          <a:prstGeom prst="ellipse">
            <a:avLst/>
          </a:prstGeom>
          <a:solidFill>
            <a:srgbClr val="266FA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ket0"/>
          <p:cNvSpPr txBox="1"/>
          <p:nvPr/>
        </p:nvSpPr>
        <p:spPr>
          <a:xfrm>
            <a:off x="4127500" y="1064259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295" name="quantum_wire"/>
          <p:cNvCxnSpPr/>
          <p:nvPr/>
        </p:nvCxnSpPr>
        <p:spPr>
          <a:xfrm>
            <a:off x="4311650" y="1146175"/>
            <a:ext cx="200025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296" name="rotation_x"/>
          <p:cNvSpPr/>
          <p:nvPr/>
        </p:nvSpPr>
        <p:spPr>
          <a:xfrm>
            <a:off x="4415091" y="1089569"/>
            <a:ext cx="130725" cy="113211"/>
          </a:xfrm>
          <a:prstGeom prst="hexagon">
            <a:avLst/>
          </a:prstGeom>
          <a:solidFill>
            <a:srgbClr val="266FA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rotation_y"/>
          <p:cNvSpPr/>
          <p:nvPr/>
        </p:nvSpPr>
        <p:spPr>
          <a:xfrm>
            <a:off x="4701899" y="1080812"/>
            <a:ext cx="130725" cy="13072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rotation_z"/>
          <p:cNvSpPr/>
          <p:nvPr/>
        </p:nvSpPr>
        <p:spPr>
          <a:xfrm>
            <a:off x="4988708" y="1080812"/>
            <a:ext cx="130725" cy="130725"/>
          </a:xfrm>
          <a:prstGeom prst="ellipse">
            <a:avLst/>
          </a:prstGeom>
          <a:solidFill>
            <a:srgbClr val="266FA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rotation_x"/>
          <p:cNvSpPr/>
          <p:nvPr/>
        </p:nvSpPr>
        <p:spPr>
          <a:xfrm>
            <a:off x="5275516" y="1089569"/>
            <a:ext cx="130725" cy="113211"/>
          </a:xfrm>
          <a:prstGeom prst="hexagon">
            <a:avLst/>
          </a:prstGeom>
          <a:solidFill>
            <a:srgbClr val="266FA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rotation_y"/>
          <p:cNvSpPr/>
          <p:nvPr/>
        </p:nvSpPr>
        <p:spPr>
          <a:xfrm>
            <a:off x="5562324" y="1080812"/>
            <a:ext cx="130725" cy="13072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rotation_z"/>
          <p:cNvSpPr/>
          <p:nvPr/>
        </p:nvSpPr>
        <p:spPr>
          <a:xfrm>
            <a:off x="5849133" y="1080812"/>
            <a:ext cx="130725" cy="130725"/>
          </a:xfrm>
          <a:prstGeom prst="ellipse">
            <a:avLst/>
          </a:prstGeom>
          <a:solidFill>
            <a:srgbClr val="266FA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ket0"/>
          <p:cNvSpPr txBox="1"/>
          <p:nvPr/>
        </p:nvSpPr>
        <p:spPr>
          <a:xfrm>
            <a:off x="4127500" y="129603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303" name="quantum_wire"/>
          <p:cNvCxnSpPr/>
          <p:nvPr/>
        </p:nvCxnSpPr>
        <p:spPr>
          <a:xfrm>
            <a:off x="4311650" y="1377950"/>
            <a:ext cx="200025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304" name="rotation_x"/>
          <p:cNvSpPr/>
          <p:nvPr/>
        </p:nvSpPr>
        <p:spPr>
          <a:xfrm>
            <a:off x="4415091" y="1321344"/>
            <a:ext cx="130725" cy="113211"/>
          </a:xfrm>
          <a:prstGeom prst="hexagon">
            <a:avLst/>
          </a:prstGeom>
          <a:solidFill>
            <a:srgbClr val="266FA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5" name="rotation_y"/>
          <p:cNvSpPr/>
          <p:nvPr/>
        </p:nvSpPr>
        <p:spPr>
          <a:xfrm>
            <a:off x="4701899" y="1312587"/>
            <a:ext cx="130725" cy="130725"/>
          </a:xfrm>
          <a:prstGeom prst="diamond">
            <a:avLst/>
          </a:prstGeom>
          <a:solidFill>
            <a:srgbClr val="266FA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6" name="rotation_z"/>
          <p:cNvSpPr/>
          <p:nvPr/>
        </p:nvSpPr>
        <p:spPr>
          <a:xfrm>
            <a:off x="4988708" y="1312587"/>
            <a:ext cx="130725" cy="130725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7" name="rotation_x"/>
          <p:cNvSpPr/>
          <p:nvPr/>
        </p:nvSpPr>
        <p:spPr>
          <a:xfrm>
            <a:off x="5275516" y="1321344"/>
            <a:ext cx="130725" cy="113211"/>
          </a:xfrm>
          <a:prstGeom prst="hexagon">
            <a:avLst/>
          </a:prstGeom>
          <a:solidFill>
            <a:srgbClr val="266FA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8" name="rotation_y"/>
          <p:cNvSpPr/>
          <p:nvPr/>
        </p:nvSpPr>
        <p:spPr>
          <a:xfrm>
            <a:off x="5562324" y="1312587"/>
            <a:ext cx="130725" cy="130725"/>
          </a:xfrm>
          <a:prstGeom prst="diamond">
            <a:avLst/>
          </a:prstGeom>
          <a:solidFill>
            <a:srgbClr val="266FA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9" name="rotation_z"/>
          <p:cNvSpPr/>
          <p:nvPr/>
        </p:nvSpPr>
        <p:spPr>
          <a:xfrm>
            <a:off x="5849133" y="1312587"/>
            <a:ext cx="130725" cy="130725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0" name="row_ellipsis"/>
          <p:cNvSpPr txBox="1"/>
          <p:nvPr/>
        </p:nvSpPr>
        <p:spPr>
          <a:xfrm>
            <a:off x="4075176" y="799465"/>
            <a:ext cx="257048" cy="23939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01010"/>
                </a:solidFill>
                <a:latin typeface="DejaVu Serif"/>
              </a:rPr>
              <a:t>⋮</a:t>
            </a:r>
          </a:p>
        </p:txBody>
      </p:sp>
      <p:sp>
        <p:nvSpPr>
          <p:cNvPr id="311" name="row_ellipsis"/>
          <p:cNvSpPr txBox="1"/>
          <p:nvPr/>
        </p:nvSpPr>
        <p:spPr>
          <a:xfrm>
            <a:off x="6272276" y="799465"/>
            <a:ext cx="257048" cy="23939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01010"/>
                </a:solidFill>
                <a:latin typeface="DejaVu Serif"/>
              </a:rPr>
              <a:t>⋮</a:t>
            </a:r>
          </a:p>
        </p:txBody>
      </p:sp>
      <p:sp>
        <p:nvSpPr>
          <p:cNvPr id="312" name="cnot"/>
          <p:cNvSpPr/>
          <p:nvPr/>
        </p:nvSpPr>
        <p:spPr>
          <a:xfrm>
            <a:off x="6140450" y="374650"/>
            <a:ext cx="76200" cy="384175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cnot"/>
          <p:cNvSpPr/>
          <p:nvPr/>
        </p:nvSpPr>
        <p:spPr>
          <a:xfrm>
            <a:off x="6235700" y="1069975"/>
            <a:ext cx="76200" cy="384175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measurement_box"/>
          <p:cNvSpPr/>
          <p:nvPr/>
        </p:nvSpPr>
        <p:spPr>
          <a:xfrm>
            <a:off x="6356350" y="38100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measurement_glyph"/>
          <p:cNvSpPr txBox="1"/>
          <p:nvPr/>
        </p:nvSpPr>
        <p:spPr>
          <a:xfrm>
            <a:off x="6321552" y="36328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316" name="measurement_box"/>
          <p:cNvSpPr/>
          <p:nvPr/>
        </p:nvSpPr>
        <p:spPr>
          <a:xfrm>
            <a:off x="6356350" y="612775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measurement_glyph"/>
          <p:cNvSpPr txBox="1"/>
          <p:nvPr/>
        </p:nvSpPr>
        <p:spPr>
          <a:xfrm>
            <a:off x="6321552" y="595058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318" name="measurement_box"/>
          <p:cNvSpPr/>
          <p:nvPr/>
        </p:nvSpPr>
        <p:spPr>
          <a:xfrm>
            <a:off x="6356350" y="84455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9" name="measurement_glyph"/>
          <p:cNvSpPr txBox="1"/>
          <p:nvPr/>
        </p:nvSpPr>
        <p:spPr>
          <a:xfrm>
            <a:off x="6321552" y="82683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320" name="measurement_box"/>
          <p:cNvSpPr/>
          <p:nvPr/>
        </p:nvSpPr>
        <p:spPr>
          <a:xfrm>
            <a:off x="6356350" y="1076325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1" name="measurement_glyph"/>
          <p:cNvSpPr txBox="1"/>
          <p:nvPr/>
        </p:nvSpPr>
        <p:spPr>
          <a:xfrm>
            <a:off x="6321552" y="1058608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322" name="measurement_box"/>
          <p:cNvSpPr/>
          <p:nvPr/>
        </p:nvSpPr>
        <p:spPr>
          <a:xfrm>
            <a:off x="6356350" y="130810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3" name="measurement_glyph"/>
          <p:cNvSpPr txBox="1"/>
          <p:nvPr/>
        </p:nvSpPr>
        <p:spPr>
          <a:xfrm>
            <a:off x="6321552" y="129038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324" name="trajectory_intensity_node"/>
          <p:cNvSpPr/>
          <p:nvPr/>
        </p:nvSpPr>
        <p:spPr>
          <a:xfrm>
            <a:off x="4311650" y="311150"/>
            <a:ext cx="165100" cy="165100"/>
          </a:xfrm>
          <a:prstGeom prst="ellipse">
            <a:avLst/>
          </a:prstGeom>
          <a:solidFill>
            <a:srgbClr val="17466E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5" name="trajectory_intensity_node"/>
          <p:cNvSpPr/>
          <p:nvPr/>
        </p:nvSpPr>
        <p:spPr>
          <a:xfrm>
            <a:off x="5041900" y="311150"/>
            <a:ext cx="165100" cy="165100"/>
          </a:xfrm>
          <a:prstGeom prst="ellipse">
            <a:avLst/>
          </a:prstGeom>
          <a:solidFill>
            <a:srgbClr val="9CC5E6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6" name="trajectory_intensity_node"/>
          <p:cNvSpPr/>
          <p:nvPr/>
        </p:nvSpPr>
        <p:spPr>
          <a:xfrm>
            <a:off x="4794250" y="520700"/>
            <a:ext cx="165100" cy="165100"/>
          </a:xfrm>
          <a:prstGeom prst="ellipse">
            <a:avLst/>
          </a:prstGeom>
          <a:solidFill>
            <a:srgbClr val="266FA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7" name="trajectory_intensity_node"/>
          <p:cNvSpPr/>
          <p:nvPr/>
        </p:nvSpPr>
        <p:spPr>
          <a:xfrm>
            <a:off x="4559300" y="1022350"/>
            <a:ext cx="165100" cy="165100"/>
          </a:xfrm>
          <a:prstGeom prst="ellipse">
            <a:avLst/>
          </a:prstGeom>
          <a:solidFill>
            <a:srgbClr val="DCEAF5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8" name="trajectory_intensity_node"/>
          <p:cNvSpPr/>
          <p:nvPr/>
        </p:nvSpPr>
        <p:spPr>
          <a:xfrm>
            <a:off x="4311650" y="1238250"/>
            <a:ext cx="165100" cy="165100"/>
          </a:xfrm>
          <a:prstGeom prst="ellipse">
            <a:avLst/>
          </a:prstGeom>
          <a:solidFill>
            <a:srgbClr val="4D96CB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9" name="trajectory_middle_back_card"/>
          <p:cNvSpPr/>
          <p:nvPr/>
        </p:nvSpPr>
        <p:spPr>
          <a:xfrm>
            <a:off x="5251450" y="577850"/>
            <a:ext cx="2298700" cy="1009650"/>
          </a:xfrm>
          <a:prstGeom prst="rect">
            <a:avLst/>
          </a:prstGeom>
          <a:solidFill>
            <a:srgbClr val="D7EFC5"/>
          </a:solidFill>
          <a:ln w="1587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ket0"/>
          <p:cNvSpPr txBox="1"/>
          <p:nvPr/>
        </p:nvSpPr>
        <p:spPr>
          <a:xfrm>
            <a:off x="5314950" y="63563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331" name="quantum_wire"/>
          <p:cNvCxnSpPr/>
          <p:nvPr/>
        </p:nvCxnSpPr>
        <p:spPr>
          <a:xfrm>
            <a:off x="5499100" y="717550"/>
            <a:ext cx="17653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332" name="rotation_x"/>
          <p:cNvSpPr/>
          <p:nvPr/>
        </p:nvSpPr>
        <p:spPr>
          <a:xfrm>
            <a:off x="5608472" y="661589"/>
            <a:ext cx="129235" cy="111920"/>
          </a:xfrm>
          <a:prstGeom prst="hexagon">
            <a:avLst/>
          </a:prstGeom>
          <a:solidFill>
            <a:srgbClr val="266FA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3" name="rotation_y"/>
          <p:cNvSpPr/>
          <p:nvPr/>
        </p:nvSpPr>
        <p:spPr>
          <a:xfrm>
            <a:off x="5905652" y="652932"/>
            <a:ext cx="129235" cy="12923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4" name="rotation_z"/>
          <p:cNvSpPr/>
          <p:nvPr/>
        </p:nvSpPr>
        <p:spPr>
          <a:xfrm>
            <a:off x="6202832" y="652932"/>
            <a:ext cx="129235" cy="129235"/>
          </a:xfrm>
          <a:prstGeom prst="ellipse">
            <a:avLst/>
          </a:prstGeom>
          <a:solidFill>
            <a:srgbClr val="266FA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5" name="rotation_x"/>
          <p:cNvSpPr/>
          <p:nvPr/>
        </p:nvSpPr>
        <p:spPr>
          <a:xfrm>
            <a:off x="6500012" y="661589"/>
            <a:ext cx="129235" cy="111920"/>
          </a:xfrm>
          <a:prstGeom prst="hexagon">
            <a:avLst/>
          </a:prstGeom>
          <a:solidFill>
            <a:srgbClr val="266FA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rotation_y"/>
          <p:cNvSpPr/>
          <p:nvPr/>
        </p:nvSpPr>
        <p:spPr>
          <a:xfrm>
            <a:off x="6797192" y="652932"/>
            <a:ext cx="129235" cy="12923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7" name="ket0"/>
          <p:cNvSpPr txBox="1"/>
          <p:nvPr/>
        </p:nvSpPr>
        <p:spPr>
          <a:xfrm>
            <a:off x="5314950" y="872701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338" name="quantum_wire"/>
          <p:cNvCxnSpPr/>
          <p:nvPr/>
        </p:nvCxnSpPr>
        <p:spPr>
          <a:xfrm>
            <a:off x="5499100" y="954616"/>
            <a:ext cx="17653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339" name="rotation_x"/>
          <p:cNvSpPr/>
          <p:nvPr/>
        </p:nvSpPr>
        <p:spPr>
          <a:xfrm>
            <a:off x="5608472" y="898656"/>
            <a:ext cx="129235" cy="111920"/>
          </a:xfrm>
          <a:prstGeom prst="hexagon">
            <a:avLst/>
          </a:prstGeom>
          <a:solidFill>
            <a:srgbClr val="266FA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0" name="rotation_y"/>
          <p:cNvSpPr/>
          <p:nvPr/>
        </p:nvSpPr>
        <p:spPr>
          <a:xfrm>
            <a:off x="5905652" y="889999"/>
            <a:ext cx="129235" cy="12923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1" name="rotation_z"/>
          <p:cNvSpPr/>
          <p:nvPr/>
        </p:nvSpPr>
        <p:spPr>
          <a:xfrm>
            <a:off x="6202832" y="889999"/>
            <a:ext cx="129235" cy="129235"/>
          </a:xfrm>
          <a:prstGeom prst="ellipse">
            <a:avLst/>
          </a:prstGeom>
          <a:solidFill>
            <a:srgbClr val="266FA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2" name="rotation_x"/>
          <p:cNvSpPr/>
          <p:nvPr/>
        </p:nvSpPr>
        <p:spPr>
          <a:xfrm>
            <a:off x="6500012" y="898656"/>
            <a:ext cx="129235" cy="111920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3" name="rotation_y"/>
          <p:cNvSpPr/>
          <p:nvPr/>
        </p:nvSpPr>
        <p:spPr>
          <a:xfrm>
            <a:off x="6797192" y="889999"/>
            <a:ext cx="129235" cy="12923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ket0"/>
          <p:cNvSpPr txBox="1"/>
          <p:nvPr/>
        </p:nvSpPr>
        <p:spPr>
          <a:xfrm>
            <a:off x="5314950" y="1109768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345" name="quantum_wire"/>
          <p:cNvCxnSpPr/>
          <p:nvPr/>
        </p:nvCxnSpPr>
        <p:spPr>
          <a:xfrm>
            <a:off x="5499100" y="1191683"/>
            <a:ext cx="17653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346" name="rotation_x"/>
          <p:cNvSpPr/>
          <p:nvPr/>
        </p:nvSpPr>
        <p:spPr>
          <a:xfrm>
            <a:off x="5608472" y="1135722"/>
            <a:ext cx="129235" cy="111920"/>
          </a:xfrm>
          <a:prstGeom prst="hexagon">
            <a:avLst/>
          </a:prstGeom>
          <a:solidFill>
            <a:srgbClr val="266FA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7" name="rotation_y"/>
          <p:cNvSpPr/>
          <p:nvPr/>
        </p:nvSpPr>
        <p:spPr>
          <a:xfrm>
            <a:off x="5905652" y="1127065"/>
            <a:ext cx="129235" cy="12923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8" name="rotation_z"/>
          <p:cNvSpPr/>
          <p:nvPr/>
        </p:nvSpPr>
        <p:spPr>
          <a:xfrm>
            <a:off x="6202832" y="1127065"/>
            <a:ext cx="129235" cy="129235"/>
          </a:xfrm>
          <a:prstGeom prst="ellipse">
            <a:avLst/>
          </a:prstGeom>
          <a:solidFill>
            <a:srgbClr val="266FA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9" name="rotation_x"/>
          <p:cNvSpPr/>
          <p:nvPr/>
        </p:nvSpPr>
        <p:spPr>
          <a:xfrm>
            <a:off x="6500012" y="1135722"/>
            <a:ext cx="129235" cy="111920"/>
          </a:xfrm>
          <a:prstGeom prst="hexagon">
            <a:avLst/>
          </a:prstGeom>
          <a:solidFill>
            <a:srgbClr val="266FA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0" name="rotation_y"/>
          <p:cNvSpPr/>
          <p:nvPr/>
        </p:nvSpPr>
        <p:spPr>
          <a:xfrm>
            <a:off x="6797192" y="1127065"/>
            <a:ext cx="129235" cy="12923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1" name="ket0"/>
          <p:cNvSpPr txBox="1"/>
          <p:nvPr/>
        </p:nvSpPr>
        <p:spPr>
          <a:xfrm>
            <a:off x="5314950" y="134683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352" name="quantum_wire"/>
          <p:cNvCxnSpPr/>
          <p:nvPr/>
        </p:nvCxnSpPr>
        <p:spPr>
          <a:xfrm>
            <a:off x="5499100" y="1428750"/>
            <a:ext cx="17653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353" name="rotation_x"/>
          <p:cNvSpPr/>
          <p:nvPr/>
        </p:nvSpPr>
        <p:spPr>
          <a:xfrm>
            <a:off x="5608472" y="1372789"/>
            <a:ext cx="129235" cy="111920"/>
          </a:xfrm>
          <a:prstGeom prst="hexagon">
            <a:avLst/>
          </a:prstGeom>
          <a:solidFill>
            <a:srgbClr val="266FA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4" name="rotation_y"/>
          <p:cNvSpPr/>
          <p:nvPr/>
        </p:nvSpPr>
        <p:spPr>
          <a:xfrm>
            <a:off x="5905652" y="1364132"/>
            <a:ext cx="129235" cy="12923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rotation_z"/>
          <p:cNvSpPr/>
          <p:nvPr/>
        </p:nvSpPr>
        <p:spPr>
          <a:xfrm>
            <a:off x="6202832" y="1364132"/>
            <a:ext cx="129235" cy="129235"/>
          </a:xfrm>
          <a:prstGeom prst="ellipse">
            <a:avLst/>
          </a:prstGeom>
          <a:solidFill>
            <a:srgbClr val="266FA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6" name="rotation_x"/>
          <p:cNvSpPr/>
          <p:nvPr/>
        </p:nvSpPr>
        <p:spPr>
          <a:xfrm>
            <a:off x="6500012" y="1372789"/>
            <a:ext cx="129235" cy="111920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7" name="rotation_y"/>
          <p:cNvSpPr/>
          <p:nvPr/>
        </p:nvSpPr>
        <p:spPr>
          <a:xfrm>
            <a:off x="6797192" y="1364132"/>
            <a:ext cx="129235" cy="12923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8" name="cnot"/>
          <p:cNvSpPr/>
          <p:nvPr/>
        </p:nvSpPr>
        <p:spPr>
          <a:xfrm>
            <a:off x="7092950" y="641350"/>
            <a:ext cx="76200" cy="389466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9" name="cnot"/>
          <p:cNvSpPr/>
          <p:nvPr/>
        </p:nvSpPr>
        <p:spPr>
          <a:xfrm>
            <a:off x="7188200" y="1115483"/>
            <a:ext cx="76200" cy="389466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0" name="measurement_box"/>
          <p:cNvSpPr/>
          <p:nvPr/>
        </p:nvSpPr>
        <p:spPr>
          <a:xfrm>
            <a:off x="7308850" y="64770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1" name="measurement_glyph"/>
          <p:cNvSpPr txBox="1"/>
          <p:nvPr/>
        </p:nvSpPr>
        <p:spPr>
          <a:xfrm>
            <a:off x="7274052" y="62998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362" name="measurement_box"/>
          <p:cNvSpPr/>
          <p:nvPr/>
        </p:nvSpPr>
        <p:spPr>
          <a:xfrm>
            <a:off x="7308850" y="884766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3" name="measurement_glyph"/>
          <p:cNvSpPr txBox="1"/>
          <p:nvPr/>
        </p:nvSpPr>
        <p:spPr>
          <a:xfrm>
            <a:off x="7274052" y="867050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364" name="measurement_box"/>
          <p:cNvSpPr/>
          <p:nvPr/>
        </p:nvSpPr>
        <p:spPr>
          <a:xfrm>
            <a:off x="7308850" y="1121833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5" name="measurement_glyph"/>
          <p:cNvSpPr txBox="1"/>
          <p:nvPr/>
        </p:nvSpPr>
        <p:spPr>
          <a:xfrm>
            <a:off x="7274052" y="1104116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366" name="measurement_box"/>
          <p:cNvSpPr/>
          <p:nvPr/>
        </p:nvSpPr>
        <p:spPr>
          <a:xfrm>
            <a:off x="7308850" y="135890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7" name="measurement_glyph"/>
          <p:cNvSpPr txBox="1"/>
          <p:nvPr/>
        </p:nvSpPr>
        <p:spPr>
          <a:xfrm>
            <a:off x="7274052" y="134118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368" name="trajectory_middle_front_card"/>
          <p:cNvSpPr/>
          <p:nvPr/>
        </p:nvSpPr>
        <p:spPr>
          <a:xfrm>
            <a:off x="5327650" y="654050"/>
            <a:ext cx="2298700" cy="1009650"/>
          </a:xfrm>
          <a:prstGeom prst="rect">
            <a:avLst/>
          </a:prstGeom>
          <a:solidFill>
            <a:srgbClr val="D7EFC5"/>
          </a:solidFill>
          <a:ln w="1587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9" name="ket0"/>
          <p:cNvSpPr txBox="1"/>
          <p:nvPr/>
        </p:nvSpPr>
        <p:spPr>
          <a:xfrm>
            <a:off x="5391150" y="71183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370" name="quantum_wire"/>
          <p:cNvCxnSpPr/>
          <p:nvPr/>
        </p:nvCxnSpPr>
        <p:spPr>
          <a:xfrm>
            <a:off x="5575300" y="793750"/>
            <a:ext cx="17653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371" name="rotation_x"/>
          <p:cNvSpPr/>
          <p:nvPr/>
        </p:nvSpPr>
        <p:spPr>
          <a:xfrm>
            <a:off x="5684672" y="737789"/>
            <a:ext cx="129235" cy="111920"/>
          </a:xfrm>
          <a:prstGeom prst="hexagon">
            <a:avLst/>
          </a:prstGeom>
          <a:solidFill>
            <a:srgbClr val="4D96CB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2" name="rotation_y"/>
          <p:cNvSpPr/>
          <p:nvPr/>
        </p:nvSpPr>
        <p:spPr>
          <a:xfrm>
            <a:off x="5981852" y="729132"/>
            <a:ext cx="129235" cy="12923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3" name="rotation_z"/>
          <p:cNvSpPr/>
          <p:nvPr/>
        </p:nvSpPr>
        <p:spPr>
          <a:xfrm>
            <a:off x="6279032" y="729132"/>
            <a:ext cx="129235" cy="129235"/>
          </a:xfrm>
          <a:prstGeom prst="ellipse">
            <a:avLst/>
          </a:prstGeom>
          <a:solidFill>
            <a:srgbClr val="4D96CB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4" name="rotation_x"/>
          <p:cNvSpPr/>
          <p:nvPr/>
        </p:nvSpPr>
        <p:spPr>
          <a:xfrm>
            <a:off x="6576212" y="737789"/>
            <a:ext cx="129235" cy="111920"/>
          </a:xfrm>
          <a:prstGeom prst="hexagon">
            <a:avLst/>
          </a:prstGeom>
          <a:solidFill>
            <a:srgbClr val="4D96CB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5" name="rotation_y"/>
          <p:cNvSpPr/>
          <p:nvPr/>
        </p:nvSpPr>
        <p:spPr>
          <a:xfrm>
            <a:off x="6873392" y="729132"/>
            <a:ext cx="129235" cy="12923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6" name="ket0"/>
          <p:cNvSpPr txBox="1"/>
          <p:nvPr/>
        </p:nvSpPr>
        <p:spPr>
          <a:xfrm>
            <a:off x="5391150" y="948901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377" name="quantum_wire"/>
          <p:cNvCxnSpPr/>
          <p:nvPr/>
        </p:nvCxnSpPr>
        <p:spPr>
          <a:xfrm>
            <a:off x="5575300" y="1030816"/>
            <a:ext cx="17653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378" name="rotation_x"/>
          <p:cNvSpPr/>
          <p:nvPr/>
        </p:nvSpPr>
        <p:spPr>
          <a:xfrm>
            <a:off x="5684672" y="974856"/>
            <a:ext cx="129235" cy="111920"/>
          </a:xfrm>
          <a:prstGeom prst="hexagon">
            <a:avLst/>
          </a:prstGeom>
          <a:solidFill>
            <a:srgbClr val="4D96CB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9" name="rotation_y"/>
          <p:cNvSpPr/>
          <p:nvPr/>
        </p:nvSpPr>
        <p:spPr>
          <a:xfrm>
            <a:off x="5981852" y="966199"/>
            <a:ext cx="129235" cy="12923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0" name="rotation_z"/>
          <p:cNvSpPr/>
          <p:nvPr/>
        </p:nvSpPr>
        <p:spPr>
          <a:xfrm>
            <a:off x="6279032" y="966199"/>
            <a:ext cx="129235" cy="129235"/>
          </a:xfrm>
          <a:prstGeom prst="ellipse">
            <a:avLst/>
          </a:prstGeom>
          <a:solidFill>
            <a:srgbClr val="4D96CB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1" name="rotation_x"/>
          <p:cNvSpPr/>
          <p:nvPr/>
        </p:nvSpPr>
        <p:spPr>
          <a:xfrm>
            <a:off x="6576212" y="974856"/>
            <a:ext cx="129235" cy="111920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2" name="rotation_y"/>
          <p:cNvSpPr/>
          <p:nvPr/>
        </p:nvSpPr>
        <p:spPr>
          <a:xfrm>
            <a:off x="6873392" y="966199"/>
            <a:ext cx="129235" cy="12923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3" name="ket0"/>
          <p:cNvSpPr txBox="1"/>
          <p:nvPr/>
        </p:nvSpPr>
        <p:spPr>
          <a:xfrm>
            <a:off x="5391150" y="1185968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384" name="quantum_wire"/>
          <p:cNvCxnSpPr/>
          <p:nvPr/>
        </p:nvCxnSpPr>
        <p:spPr>
          <a:xfrm>
            <a:off x="5575300" y="1267883"/>
            <a:ext cx="17653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385" name="rotation_x"/>
          <p:cNvSpPr/>
          <p:nvPr/>
        </p:nvSpPr>
        <p:spPr>
          <a:xfrm>
            <a:off x="5684672" y="1211922"/>
            <a:ext cx="129235" cy="111920"/>
          </a:xfrm>
          <a:prstGeom prst="hexagon">
            <a:avLst/>
          </a:prstGeom>
          <a:solidFill>
            <a:srgbClr val="4D96CB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6" name="rotation_y"/>
          <p:cNvSpPr/>
          <p:nvPr/>
        </p:nvSpPr>
        <p:spPr>
          <a:xfrm>
            <a:off x="5981852" y="1203265"/>
            <a:ext cx="129235" cy="12923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7" name="rotation_z"/>
          <p:cNvSpPr/>
          <p:nvPr/>
        </p:nvSpPr>
        <p:spPr>
          <a:xfrm>
            <a:off x="6279032" y="1203265"/>
            <a:ext cx="129235" cy="129235"/>
          </a:xfrm>
          <a:prstGeom prst="ellipse">
            <a:avLst/>
          </a:prstGeom>
          <a:solidFill>
            <a:srgbClr val="4D96CB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8" name="rotation_x"/>
          <p:cNvSpPr/>
          <p:nvPr/>
        </p:nvSpPr>
        <p:spPr>
          <a:xfrm>
            <a:off x="6576212" y="1211922"/>
            <a:ext cx="129235" cy="111920"/>
          </a:xfrm>
          <a:prstGeom prst="hexagon">
            <a:avLst/>
          </a:prstGeom>
          <a:solidFill>
            <a:srgbClr val="4D96CB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9" name="rotation_y"/>
          <p:cNvSpPr/>
          <p:nvPr/>
        </p:nvSpPr>
        <p:spPr>
          <a:xfrm>
            <a:off x="6873392" y="1203265"/>
            <a:ext cx="129235" cy="12923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0" name="ket0"/>
          <p:cNvSpPr txBox="1"/>
          <p:nvPr/>
        </p:nvSpPr>
        <p:spPr>
          <a:xfrm>
            <a:off x="5391150" y="142303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391" name="quantum_wire"/>
          <p:cNvCxnSpPr/>
          <p:nvPr/>
        </p:nvCxnSpPr>
        <p:spPr>
          <a:xfrm>
            <a:off x="5575300" y="1504950"/>
            <a:ext cx="17653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392" name="rotation_x"/>
          <p:cNvSpPr/>
          <p:nvPr/>
        </p:nvSpPr>
        <p:spPr>
          <a:xfrm>
            <a:off x="5684672" y="1448989"/>
            <a:ext cx="129235" cy="111920"/>
          </a:xfrm>
          <a:prstGeom prst="hexagon">
            <a:avLst/>
          </a:prstGeom>
          <a:solidFill>
            <a:srgbClr val="4D96CB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3" name="rotation_y"/>
          <p:cNvSpPr/>
          <p:nvPr/>
        </p:nvSpPr>
        <p:spPr>
          <a:xfrm>
            <a:off x="5981852" y="1440332"/>
            <a:ext cx="129235" cy="12923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4" name="rotation_z"/>
          <p:cNvSpPr/>
          <p:nvPr/>
        </p:nvSpPr>
        <p:spPr>
          <a:xfrm>
            <a:off x="6279032" y="1440332"/>
            <a:ext cx="129235" cy="129235"/>
          </a:xfrm>
          <a:prstGeom prst="ellipse">
            <a:avLst/>
          </a:prstGeom>
          <a:solidFill>
            <a:srgbClr val="4D96CB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5" name="rotation_x"/>
          <p:cNvSpPr/>
          <p:nvPr/>
        </p:nvSpPr>
        <p:spPr>
          <a:xfrm>
            <a:off x="6576212" y="1448989"/>
            <a:ext cx="129235" cy="111920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6" name="rotation_y"/>
          <p:cNvSpPr/>
          <p:nvPr/>
        </p:nvSpPr>
        <p:spPr>
          <a:xfrm>
            <a:off x="6873392" y="1440332"/>
            <a:ext cx="129235" cy="12923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7" name="cnot"/>
          <p:cNvSpPr/>
          <p:nvPr/>
        </p:nvSpPr>
        <p:spPr>
          <a:xfrm>
            <a:off x="7169150" y="717550"/>
            <a:ext cx="76200" cy="389466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8" name="cnot"/>
          <p:cNvSpPr/>
          <p:nvPr/>
        </p:nvSpPr>
        <p:spPr>
          <a:xfrm>
            <a:off x="7264400" y="1191683"/>
            <a:ext cx="76200" cy="389466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9" name="measurement_box"/>
          <p:cNvSpPr/>
          <p:nvPr/>
        </p:nvSpPr>
        <p:spPr>
          <a:xfrm>
            <a:off x="7385050" y="72390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0" name="measurement_glyph"/>
          <p:cNvSpPr txBox="1"/>
          <p:nvPr/>
        </p:nvSpPr>
        <p:spPr>
          <a:xfrm>
            <a:off x="7350252" y="70618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401" name="measurement_box"/>
          <p:cNvSpPr/>
          <p:nvPr/>
        </p:nvSpPr>
        <p:spPr>
          <a:xfrm>
            <a:off x="7385050" y="960966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2" name="measurement_glyph"/>
          <p:cNvSpPr txBox="1"/>
          <p:nvPr/>
        </p:nvSpPr>
        <p:spPr>
          <a:xfrm>
            <a:off x="7350252" y="943250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403" name="measurement_box"/>
          <p:cNvSpPr/>
          <p:nvPr/>
        </p:nvSpPr>
        <p:spPr>
          <a:xfrm>
            <a:off x="7385050" y="1198033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4" name="measurement_glyph"/>
          <p:cNvSpPr txBox="1"/>
          <p:nvPr/>
        </p:nvSpPr>
        <p:spPr>
          <a:xfrm>
            <a:off x="7350252" y="1180316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405" name="measurement_box"/>
          <p:cNvSpPr/>
          <p:nvPr/>
        </p:nvSpPr>
        <p:spPr>
          <a:xfrm>
            <a:off x="7385050" y="143510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6" name="measurement_glyph"/>
          <p:cNvSpPr txBox="1"/>
          <p:nvPr/>
        </p:nvSpPr>
        <p:spPr>
          <a:xfrm>
            <a:off x="7350252" y="141738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407" name="trajectory_small_back_card"/>
          <p:cNvSpPr/>
          <p:nvPr/>
        </p:nvSpPr>
        <p:spPr>
          <a:xfrm>
            <a:off x="6375400" y="876300"/>
            <a:ext cx="1778000" cy="774700"/>
          </a:xfrm>
          <a:prstGeom prst="rect">
            <a:avLst/>
          </a:prstGeom>
          <a:solidFill>
            <a:srgbClr val="FFF1C8"/>
          </a:solidFill>
          <a:ln w="1587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8" name="ket0"/>
          <p:cNvSpPr txBox="1"/>
          <p:nvPr/>
        </p:nvSpPr>
        <p:spPr>
          <a:xfrm>
            <a:off x="6438900" y="93408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409" name="quantum_wire"/>
          <p:cNvCxnSpPr/>
          <p:nvPr/>
        </p:nvCxnSpPr>
        <p:spPr>
          <a:xfrm>
            <a:off x="6623050" y="1016000"/>
            <a:ext cx="1244599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410" name="rotation_x"/>
          <p:cNvSpPr/>
          <p:nvPr/>
        </p:nvSpPr>
        <p:spPr>
          <a:xfrm>
            <a:off x="6707124" y="962327"/>
            <a:ext cx="123951" cy="107345"/>
          </a:xfrm>
          <a:prstGeom prst="hexagon">
            <a:avLst/>
          </a:prstGeom>
          <a:solidFill>
            <a:srgbClr val="266FA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1" name="rotation_y"/>
          <p:cNvSpPr/>
          <p:nvPr/>
        </p:nvSpPr>
        <p:spPr>
          <a:xfrm>
            <a:off x="6948424" y="954024"/>
            <a:ext cx="123951" cy="123951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2" name="rotation_z"/>
          <p:cNvSpPr/>
          <p:nvPr/>
        </p:nvSpPr>
        <p:spPr>
          <a:xfrm>
            <a:off x="7189724" y="954024"/>
            <a:ext cx="123951" cy="123951"/>
          </a:xfrm>
          <a:prstGeom prst="ellipse">
            <a:avLst/>
          </a:prstGeom>
          <a:solidFill>
            <a:srgbClr val="266FA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3" name="rotation_x"/>
          <p:cNvSpPr/>
          <p:nvPr/>
        </p:nvSpPr>
        <p:spPr>
          <a:xfrm>
            <a:off x="7431024" y="962327"/>
            <a:ext cx="123951" cy="107345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4" name="ket0"/>
          <p:cNvSpPr txBox="1"/>
          <p:nvPr/>
        </p:nvSpPr>
        <p:spPr>
          <a:xfrm>
            <a:off x="6438900" y="1172210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415" name="quantum_wire"/>
          <p:cNvCxnSpPr/>
          <p:nvPr/>
        </p:nvCxnSpPr>
        <p:spPr>
          <a:xfrm>
            <a:off x="6623050" y="1254125"/>
            <a:ext cx="1244599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416" name="rotation_x"/>
          <p:cNvSpPr/>
          <p:nvPr/>
        </p:nvSpPr>
        <p:spPr>
          <a:xfrm>
            <a:off x="6707124" y="1200452"/>
            <a:ext cx="123951" cy="107345"/>
          </a:xfrm>
          <a:prstGeom prst="hexagon">
            <a:avLst/>
          </a:prstGeom>
          <a:solidFill>
            <a:srgbClr val="266FA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7" name="rotation_y"/>
          <p:cNvSpPr/>
          <p:nvPr/>
        </p:nvSpPr>
        <p:spPr>
          <a:xfrm>
            <a:off x="6948424" y="1192149"/>
            <a:ext cx="123951" cy="123951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8" name="rotation_z"/>
          <p:cNvSpPr/>
          <p:nvPr/>
        </p:nvSpPr>
        <p:spPr>
          <a:xfrm>
            <a:off x="7189724" y="1192149"/>
            <a:ext cx="123951" cy="123951"/>
          </a:xfrm>
          <a:prstGeom prst="ellipse">
            <a:avLst/>
          </a:prstGeom>
          <a:solidFill>
            <a:srgbClr val="266FA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9" name="rotation_x"/>
          <p:cNvSpPr/>
          <p:nvPr/>
        </p:nvSpPr>
        <p:spPr>
          <a:xfrm>
            <a:off x="7431024" y="1200452"/>
            <a:ext cx="123951" cy="107345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0" name="ket0"/>
          <p:cNvSpPr txBox="1"/>
          <p:nvPr/>
        </p:nvSpPr>
        <p:spPr>
          <a:xfrm>
            <a:off x="6438900" y="141033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421" name="quantum_wire"/>
          <p:cNvCxnSpPr/>
          <p:nvPr/>
        </p:nvCxnSpPr>
        <p:spPr>
          <a:xfrm>
            <a:off x="6623050" y="1492250"/>
            <a:ext cx="1244599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422" name="rotation_x"/>
          <p:cNvSpPr/>
          <p:nvPr/>
        </p:nvSpPr>
        <p:spPr>
          <a:xfrm>
            <a:off x="6707124" y="1438577"/>
            <a:ext cx="123951" cy="107345"/>
          </a:xfrm>
          <a:prstGeom prst="hexagon">
            <a:avLst/>
          </a:prstGeom>
          <a:solidFill>
            <a:srgbClr val="266FA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3" name="rotation_y"/>
          <p:cNvSpPr/>
          <p:nvPr/>
        </p:nvSpPr>
        <p:spPr>
          <a:xfrm>
            <a:off x="6948424" y="1430274"/>
            <a:ext cx="123951" cy="123951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4" name="rotation_z"/>
          <p:cNvSpPr/>
          <p:nvPr/>
        </p:nvSpPr>
        <p:spPr>
          <a:xfrm>
            <a:off x="7189724" y="1430274"/>
            <a:ext cx="123951" cy="123951"/>
          </a:xfrm>
          <a:prstGeom prst="ellipse">
            <a:avLst/>
          </a:prstGeom>
          <a:solidFill>
            <a:srgbClr val="266FA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5" name="rotation_x"/>
          <p:cNvSpPr/>
          <p:nvPr/>
        </p:nvSpPr>
        <p:spPr>
          <a:xfrm>
            <a:off x="7431024" y="1438577"/>
            <a:ext cx="123951" cy="107345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6" name="cnot"/>
          <p:cNvSpPr/>
          <p:nvPr/>
        </p:nvSpPr>
        <p:spPr>
          <a:xfrm>
            <a:off x="7696199" y="939799"/>
            <a:ext cx="76200" cy="390525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7" name="cnot"/>
          <p:cNvSpPr/>
          <p:nvPr/>
        </p:nvSpPr>
        <p:spPr>
          <a:xfrm>
            <a:off x="7791450" y="1177925"/>
            <a:ext cx="76200" cy="390525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8" name="measurement_box"/>
          <p:cNvSpPr/>
          <p:nvPr/>
        </p:nvSpPr>
        <p:spPr>
          <a:xfrm>
            <a:off x="7912100" y="94615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9" name="measurement_glyph"/>
          <p:cNvSpPr txBox="1"/>
          <p:nvPr/>
        </p:nvSpPr>
        <p:spPr>
          <a:xfrm>
            <a:off x="7877301" y="92843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430" name="measurement_box"/>
          <p:cNvSpPr/>
          <p:nvPr/>
        </p:nvSpPr>
        <p:spPr>
          <a:xfrm>
            <a:off x="7912100" y="1184275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1" name="measurement_glyph"/>
          <p:cNvSpPr txBox="1"/>
          <p:nvPr/>
        </p:nvSpPr>
        <p:spPr>
          <a:xfrm>
            <a:off x="7877301" y="1166558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432" name="measurement_box"/>
          <p:cNvSpPr/>
          <p:nvPr/>
        </p:nvSpPr>
        <p:spPr>
          <a:xfrm>
            <a:off x="7912100" y="142240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3" name="measurement_glyph"/>
          <p:cNvSpPr txBox="1"/>
          <p:nvPr/>
        </p:nvSpPr>
        <p:spPr>
          <a:xfrm>
            <a:off x="7877301" y="140468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434" name="trajectory_small_front_card"/>
          <p:cNvSpPr/>
          <p:nvPr/>
        </p:nvSpPr>
        <p:spPr>
          <a:xfrm>
            <a:off x="6451600" y="952500"/>
            <a:ext cx="1778000" cy="774700"/>
          </a:xfrm>
          <a:prstGeom prst="rect">
            <a:avLst/>
          </a:prstGeom>
          <a:solidFill>
            <a:srgbClr val="FFF1C8"/>
          </a:solidFill>
          <a:ln w="1587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5" name="ket0"/>
          <p:cNvSpPr txBox="1"/>
          <p:nvPr/>
        </p:nvSpPr>
        <p:spPr>
          <a:xfrm>
            <a:off x="6515100" y="101028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436" name="quantum_wire"/>
          <p:cNvCxnSpPr/>
          <p:nvPr/>
        </p:nvCxnSpPr>
        <p:spPr>
          <a:xfrm>
            <a:off x="6699250" y="1092200"/>
            <a:ext cx="12446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437" name="rotation_x"/>
          <p:cNvSpPr/>
          <p:nvPr/>
        </p:nvSpPr>
        <p:spPr>
          <a:xfrm>
            <a:off x="6783324" y="1038527"/>
            <a:ext cx="123951" cy="107345"/>
          </a:xfrm>
          <a:prstGeom prst="hexagon">
            <a:avLst/>
          </a:prstGeom>
          <a:solidFill>
            <a:srgbClr val="4D96CB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8" name="rotation_y"/>
          <p:cNvSpPr/>
          <p:nvPr/>
        </p:nvSpPr>
        <p:spPr>
          <a:xfrm>
            <a:off x="7024624" y="1030224"/>
            <a:ext cx="123951" cy="123951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9" name="rotation_z"/>
          <p:cNvSpPr/>
          <p:nvPr/>
        </p:nvSpPr>
        <p:spPr>
          <a:xfrm>
            <a:off x="7265924" y="1030224"/>
            <a:ext cx="123951" cy="123951"/>
          </a:xfrm>
          <a:prstGeom prst="ellipse">
            <a:avLst/>
          </a:prstGeom>
          <a:solidFill>
            <a:srgbClr val="4D96CB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0" name="rotation_x"/>
          <p:cNvSpPr/>
          <p:nvPr/>
        </p:nvSpPr>
        <p:spPr>
          <a:xfrm>
            <a:off x="7507224" y="1038527"/>
            <a:ext cx="123951" cy="107345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1" name="ket0"/>
          <p:cNvSpPr txBox="1"/>
          <p:nvPr/>
        </p:nvSpPr>
        <p:spPr>
          <a:xfrm>
            <a:off x="6515100" y="1248410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442" name="quantum_wire"/>
          <p:cNvCxnSpPr/>
          <p:nvPr/>
        </p:nvCxnSpPr>
        <p:spPr>
          <a:xfrm>
            <a:off x="6699250" y="1330325"/>
            <a:ext cx="12446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443" name="rotation_x"/>
          <p:cNvSpPr/>
          <p:nvPr/>
        </p:nvSpPr>
        <p:spPr>
          <a:xfrm>
            <a:off x="6783324" y="1276652"/>
            <a:ext cx="123951" cy="107345"/>
          </a:xfrm>
          <a:prstGeom prst="hexagon">
            <a:avLst/>
          </a:prstGeom>
          <a:solidFill>
            <a:srgbClr val="4D96CB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4" name="rotation_y"/>
          <p:cNvSpPr/>
          <p:nvPr/>
        </p:nvSpPr>
        <p:spPr>
          <a:xfrm>
            <a:off x="7024624" y="1268349"/>
            <a:ext cx="123951" cy="123951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5" name="rotation_z"/>
          <p:cNvSpPr/>
          <p:nvPr/>
        </p:nvSpPr>
        <p:spPr>
          <a:xfrm>
            <a:off x="7265924" y="1268349"/>
            <a:ext cx="123951" cy="123951"/>
          </a:xfrm>
          <a:prstGeom prst="ellipse">
            <a:avLst/>
          </a:prstGeom>
          <a:solidFill>
            <a:srgbClr val="4D96CB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6" name="rotation_x"/>
          <p:cNvSpPr/>
          <p:nvPr/>
        </p:nvSpPr>
        <p:spPr>
          <a:xfrm>
            <a:off x="7507224" y="1276652"/>
            <a:ext cx="123951" cy="107345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7" name="ket0"/>
          <p:cNvSpPr txBox="1"/>
          <p:nvPr/>
        </p:nvSpPr>
        <p:spPr>
          <a:xfrm>
            <a:off x="6515100" y="148653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448" name="quantum_wire"/>
          <p:cNvCxnSpPr/>
          <p:nvPr/>
        </p:nvCxnSpPr>
        <p:spPr>
          <a:xfrm>
            <a:off x="6699250" y="1568450"/>
            <a:ext cx="12446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449" name="rotation_x"/>
          <p:cNvSpPr/>
          <p:nvPr/>
        </p:nvSpPr>
        <p:spPr>
          <a:xfrm>
            <a:off x="6783324" y="1514777"/>
            <a:ext cx="123951" cy="107345"/>
          </a:xfrm>
          <a:prstGeom prst="hexagon">
            <a:avLst/>
          </a:prstGeom>
          <a:solidFill>
            <a:srgbClr val="4D96CB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0" name="rotation_y"/>
          <p:cNvSpPr/>
          <p:nvPr/>
        </p:nvSpPr>
        <p:spPr>
          <a:xfrm>
            <a:off x="7024624" y="1506474"/>
            <a:ext cx="123951" cy="123951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1" name="rotation_z"/>
          <p:cNvSpPr/>
          <p:nvPr/>
        </p:nvSpPr>
        <p:spPr>
          <a:xfrm>
            <a:off x="7265924" y="1506474"/>
            <a:ext cx="123951" cy="123951"/>
          </a:xfrm>
          <a:prstGeom prst="ellipse">
            <a:avLst/>
          </a:prstGeom>
          <a:solidFill>
            <a:srgbClr val="4D96CB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2" name="rotation_x"/>
          <p:cNvSpPr/>
          <p:nvPr/>
        </p:nvSpPr>
        <p:spPr>
          <a:xfrm>
            <a:off x="7507224" y="1514777"/>
            <a:ext cx="123951" cy="107345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3" name="cnot"/>
          <p:cNvSpPr/>
          <p:nvPr/>
        </p:nvSpPr>
        <p:spPr>
          <a:xfrm>
            <a:off x="7772400" y="1016000"/>
            <a:ext cx="76200" cy="390525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4" name="cnot"/>
          <p:cNvSpPr/>
          <p:nvPr/>
        </p:nvSpPr>
        <p:spPr>
          <a:xfrm>
            <a:off x="7867649" y="1254125"/>
            <a:ext cx="76200" cy="390525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5" name="measurement_box"/>
          <p:cNvSpPr/>
          <p:nvPr/>
        </p:nvSpPr>
        <p:spPr>
          <a:xfrm>
            <a:off x="7988300" y="102235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6" name="measurement_glyph"/>
          <p:cNvSpPr txBox="1"/>
          <p:nvPr/>
        </p:nvSpPr>
        <p:spPr>
          <a:xfrm>
            <a:off x="7953502" y="100463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457" name="measurement_box"/>
          <p:cNvSpPr/>
          <p:nvPr/>
        </p:nvSpPr>
        <p:spPr>
          <a:xfrm>
            <a:off x="7988300" y="1260475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8" name="measurement_glyph"/>
          <p:cNvSpPr txBox="1"/>
          <p:nvPr/>
        </p:nvSpPr>
        <p:spPr>
          <a:xfrm>
            <a:off x="7953502" y="1242758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459" name="measurement_box"/>
          <p:cNvSpPr/>
          <p:nvPr/>
        </p:nvSpPr>
        <p:spPr>
          <a:xfrm>
            <a:off x="7988300" y="149860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0" name="measurement_glyph"/>
          <p:cNvSpPr txBox="1"/>
          <p:nvPr/>
        </p:nvSpPr>
        <p:spPr>
          <a:xfrm>
            <a:off x="7953502" y="148088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461" name="trajectory_title"/>
          <p:cNvSpPr txBox="1"/>
          <p:nvPr/>
        </p:nvSpPr>
        <p:spPr>
          <a:xfrm>
            <a:off x="3839972" y="1648460"/>
            <a:ext cx="4321556" cy="29083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1010"/>
                </a:solidFill>
                <a:latin typeface="DejaVu Serif"/>
              </a:rPr>
              <a:t>Frozen Parameters Trajectory</a:t>
            </a:r>
          </a:p>
        </p:txBody>
      </p:sp>
      <p:sp>
        <p:nvSpPr>
          <p:cNvPr id="462" name="intensity_label"/>
          <p:cNvSpPr txBox="1"/>
          <p:nvPr/>
        </p:nvSpPr>
        <p:spPr>
          <a:xfrm>
            <a:off x="8255000" y="164782"/>
            <a:ext cx="1371854" cy="23082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1010"/>
                </a:solidFill>
                <a:latin typeface="DejaVu Serif"/>
              </a:rPr>
              <a:t>Intensity ↑</a:t>
            </a:r>
          </a:p>
        </p:txBody>
      </p:sp>
      <p:sp>
        <p:nvSpPr>
          <p:cNvPr id="463" name="intensity_swatch"/>
          <p:cNvSpPr/>
          <p:nvPr/>
        </p:nvSpPr>
        <p:spPr>
          <a:xfrm>
            <a:off x="8274050" y="361950"/>
            <a:ext cx="215900" cy="267970"/>
          </a:xfrm>
          <a:prstGeom prst="rect">
            <a:avLst/>
          </a:prstGeom>
          <a:solidFill>
            <a:srgbClr val="17466E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4" name="intensity_swatch"/>
          <p:cNvSpPr/>
          <p:nvPr/>
        </p:nvSpPr>
        <p:spPr>
          <a:xfrm>
            <a:off x="8274050" y="629920"/>
            <a:ext cx="215900" cy="267970"/>
          </a:xfrm>
          <a:prstGeom prst="rect">
            <a:avLst/>
          </a:prstGeom>
          <a:solidFill>
            <a:srgbClr val="266FA8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5" name="intensity_swatch"/>
          <p:cNvSpPr/>
          <p:nvPr/>
        </p:nvSpPr>
        <p:spPr>
          <a:xfrm>
            <a:off x="8274050" y="897890"/>
            <a:ext cx="215900" cy="267970"/>
          </a:xfrm>
          <a:prstGeom prst="rect">
            <a:avLst/>
          </a:prstGeom>
          <a:solidFill>
            <a:srgbClr val="4D96CB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6" name="intensity_swatch"/>
          <p:cNvSpPr/>
          <p:nvPr/>
        </p:nvSpPr>
        <p:spPr>
          <a:xfrm>
            <a:off x="8274050" y="1165860"/>
            <a:ext cx="215900" cy="267970"/>
          </a:xfrm>
          <a:prstGeom prst="rect">
            <a:avLst/>
          </a:prstGeom>
          <a:solidFill>
            <a:srgbClr val="9CC5E6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7" name="intensity_swatch"/>
          <p:cNvSpPr/>
          <p:nvPr/>
        </p:nvSpPr>
        <p:spPr>
          <a:xfrm>
            <a:off x="8274050" y="1433830"/>
            <a:ext cx="215900" cy="267970"/>
          </a:xfrm>
          <a:prstGeom prst="rect">
            <a:avLst/>
          </a:prstGeom>
          <a:solidFill>
            <a:srgbClr val="DCEAF5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8" name="TITAN_0491_text"/>
          <p:cNvSpPr txBox="1"/>
          <p:nvPr/>
        </p:nvSpPr>
        <p:spPr>
          <a:xfrm>
            <a:off x="8458200" y="411162"/>
            <a:ext cx="939799" cy="2651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1010"/>
                </a:solidFill>
                <a:latin typeface="DejaVu Serif"/>
              </a:rPr>
              <a:t>Frozen</a:t>
            </a:r>
          </a:p>
        </p:txBody>
      </p:sp>
      <p:sp>
        <p:nvSpPr>
          <p:cNvPr id="469" name="TITAN_0492_text"/>
          <p:cNvSpPr txBox="1"/>
          <p:nvPr/>
        </p:nvSpPr>
        <p:spPr>
          <a:xfrm>
            <a:off x="8258175" y="601662"/>
            <a:ext cx="1339850" cy="2651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1010"/>
                </a:solidFill>
                <a:latin typeface="DejaVu Serif"/>
              </a:rPr>
              <a:t>Parameter</a:t>
            </a:r>
          </a:p>
        </p:txBody>
      </p:sp>
      <p:sp>
        <p:nvSpPr>
          <p:cNvPr id="470" name="TITAN_0493_text"/>
          <p:cNvSpPr txBox="1"/>
          <p:nvPr/>
        </p:nvSpPr>
        <p:spPr>
          <a:xfrm>
            <a:off x="8258175" y="792162"/>
            <a:ext cx="1339850" cy="2651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1010"/>
                </a:solidFill>
                <a:latin typeface="DejaVu Serif"/>
              </a:rPr>
              <a:t>Selection</a:t>
            </a:r>
          </a:p>
        </p:txBody>
      </p:sp>
      <p:cxnSp>
        <p:nvCxnSpPr>
          <p:cNvPr id="471" name="threshold_arrow"/>
          <p:cNvCxnSpPr/>
          <p:nvPr/>
        </p:nvCxnSpPr>
        <p:spPr>
          <a:xfrm>
            <a:off x="8547100" y="1143000"/>
            <a:ext cx="704850" cy="0"/>
          </a:xfrm>
          <a:prstGeom prst="line">
            <a:avLst/>
          </a:prstGeom>
          <a:ln w="31750">
            <a:solidFill>
              <a:srgbClr val="101010"/>
            </a:solidFill>
          </a:ln>
          <a:effectLst/>
        </p:spPr>
      </p:cxnSp>
      <p:sp>
        <p:nvSpPr>
          <p:cNvPr id="472" name="TITAN_0495_polygon"/>
          <p:cNvSpPr/>
          <p:nvPr/>
        </p:nvSpPr>
        <p:spPr>
          <a:xfrm rot="5400000">
            <a:off x="9147464" y="1082675"/>
            <a:ext cx="104485" cy="120650"/>
          </a:xfrm>
          <a:prstGeom prst="triangle">
            <a:avLst/>
          </a:pr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3" name="TITAN_0496_text"/>
          <p:cNvSpPr txBox="1"/>
          <p:nvPr/>
        </p:nvSpPr>
        <p:spPr>
          <a:xfrm>
            <a:off x="8135366" y="1282382"/>
            <a:ext cx="1483868" cy="23082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1050" b="1" i="1">
                <a:solidFill>
                  <a:srgbClr val="101010"/>
                </a:solidFill>
                <a:latin typeface="DejaVu Serif"/>
              </a:rPr>
              <a:t>Threshold: τ</a:t>
            </a:r>
          </a:p>
        </p:txBody>
      </p:sp>
      <p:sp>
        <p:nvSpPr>
          <p:cNvPr id="474" name="label_large_back_card"/>
          <p:cNvSpPr/>
          <p:nvPr/>
        </p:nvSpPr>
        <p:spPr>
          <a:xfrm>
            <a:off x="9429750" y="292100"/>
            <a:ext cx="2533650" cy="1225550"/>
          </a:xfrm>
          <a:prstGeom prst="rect">
            <a:avLst/>
          </a:prstGeom>
          <a:solidFill>
            <a:srgbClr val="F8D7F2"/>
          </a:solidFill>
          <a:ln w="1587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5" name="ket0"/>
          <p:cNvSpPr txBox="1"/>
          <p:nvPr/>
        </p:nvSpPr>
        <p:spPr>
          <a:xfrm>
            <a:off x="9493250" y="34988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476" name="quantum_wire"/>
          <p:cNvCxnSpPr/>
          <p:nvPr/>
        </p:nvCxnSpPr>
        <p:spPr>
          <a:xfrm>
            <a:off x="9677400" y="431800"/>
            <a:ext cx="200025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477" name="rotation_x"/>
          <p:cNvSpPr/>
          <p:nvPr/>
        </p:nvSpPr>
        <p:spPr>
          <a:xfrm>
            <a:off x="9757304" y="354810"/>
            <a:ext cx="177800" cy="153979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8" name="rotation_y"/>
          <p:cNvSpPr/>
          <p:nvPr/>
        </p:nvSpPr>
        <p:spPr>
          <a:xfrm>
            <a:off x="10044112" y="342900"/>
            <a:ext cx="177800" cy="177800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9" name="rotation_z"/>
          <p:cNvSpPr/>
          <p:nvPr/>
        </p:nvSpPr>
        <p:spPr>
          <a:xfrm>
            <a:off x="10330920" y="342900"/>
            <a:ext cx="177800" cy="177800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0" name="rotation_x"/>
          <p:cNvSpPr/>
          <p:nvPr/>
        </p:nvSpPr>
        <p:spPr>
          <a:xfrm>
            <a:off x="10617729" y="354810"/>
            <a:ext cx="177800" cy="153979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1" name="rotation_y"/>
          <p:cNvSpPr/>
          <p:nvPr/>
        </p:nvSpPr>
        <p:spPr>
          <a:xfrm>
            <a:off x="10904537" y="342900"/>
            <a:ext cx="177800" cy="177800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2" name="rotation_z"/>
          <p:cNvSpPr/>
          <p:nvPr/>
        </p:nvSpPr>
        <p:spPr>
          <a:xfrm>
            <a:off x="11191345" y="342900"/>
            <a:ext cx="177800" cy="177800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3" name="ket0"/>
          <p:cNvSpPr txBox="1"/>
          <p:nvPr/>
        </p:nvSpPr>
        <p:spPr>
          <a:xfrm>
            <a:off x="9493250" y="81343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484" name="quantum_wire"/>
          <p:cNvCxnSpPr/>
          <p:nvPr/>
        </p:nvCxnSpPr>
        <p:spPr>
          <a:xfrm>
            <a:off x="9677400" y="895350"/>
            <a:ext cx="200025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485" name="rotation_x"/>
          <p:cNvSpPr/>
          <p:nvPr/>
        </p:nvSpPr>
        <p:spPr>
          <a:xfrm>
            <a:off x="9757304" y="818360"/>
            <a:ext cx="177800" cy="153979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6" name="rotation_y"/>
          <p:cNvSpPr/>
          <p:nvPr/>
        </p:nvSpPr>
        <p:spPr>
          <a:xfrm>
            <a:off x="10044112" y="806450"/>
            <a:ext cx="177800" cy="177800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7" name="rotation_z"/>
          <p:cNvSpPr/>
          <p:nvPr/>
        </p:nvSpPr>
        <p:spPr>
          <a:xfrm>
            <a:off x="10330920" y="806450"/>
            <a:ext cx="177800" cy="177800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8" name="rotation_x"/>
          <p:cNvSpPr/>
          <p:nvPr/>
        </p:nvSpPr>
        <p:spPr>
          <a:xfrm>
            <a:off x="10617729" y="818360"/>
            <a:ext cx="177800" cy="153979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9" name="rotation_y"/>
          <p:cNvSpPr/>
          <p:nvPr/>
        </p:nvSpPr>
        <p:spPr>
          <a:xfrm>
            <a:off x="10904537" y="806450"/>
            <a:ext cx="177800" cy="177800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0" name="rotation_z"/>
          <p:cNvSpPr/>
          <p:nvPr/>
        </p:nvSpPr>
        <p:spPr>
          <a:xfrm>
            <a:off x="11191345" y="806450"/>
            <a:ext cx="177800" cy="177800"/>
          </a:xfrm>
          <a:prstGeom prst="ellipse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1" name="ket0"/>
          <p:cNvSpPr txBox="1"/>
          <p:nvPr/>
        </p:nvSpPr>
        <p:spPr>
          <a:xfrm>
            <a:off x="9493250" y="127698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492" name="quantum_wire"/>
          <p:cNvCxnSpPr/>
          <p:nvPr/>
        </p:nvCxnSpPr>
        <p:spPr>
          <a:xfrm>
            <a:off x="9677400" y="1358900"/>
            <a:ext cx="200025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493" name="rotation_x"/>
          <p:cNvSpPr/>
          <p:nvPr/>
        </p:nvSpPr>
        <p:spPr>
          <a:xfrm>
            <a:off x="9757304" y="1281910"/>
            <a:ext cx="177800" cy="153979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4" name="rotation_y"/>
          <p:cNvSpPr/>
          <p:nvPr/>
        </p:nvSpPr>
        <p:spPr>
          <a:xfrm>
            <a:off x="10044112" y="1270000"/>
            <a:ext cx="177800" cy="177800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5" name="rotation_z"/>
          <p:cNvSpPr/>
          <p:nvPr/>
        </p:nvSpPr>
        <p:spPr>
          <a:xfrm>
            <a:off x="10330920" y="1270000"/>
            <a:ext cx="177800" cy="177800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6" name="rotation_x"/>
          <p:cNvSpPr/>
          <p:nvPr/>
        </p:nvSpPr>
        <p:spPr>
          <a:xfrm>
            <a:off x="10617729" y="1281910"/>
            <a:ext cx="177800" cy="153979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7" name="rotation_y"/>
          <p:cNvSpPr/>
          <p:nvPr/>
        </p:nvSpPr>
        <p:spPr>
          <a:xfrm>
            <a:off x="10904537" y="1270000"/>
            <a:ext cx="177800" cy="177800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8" name="rotation_z"/>
          <p:cNvSpPr/>
          <p:nvPr/>
        </p:nvSpPr>
        <p:spPr>
          <a:xfrm>
            <a:off x="11191345" y="1270000"/>
            <a:ext cx="177800" cy="177800"/>
          </a:xfrm>
          <a:prstGeom prst="ellipse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9" name="cnot"/>
          <p:cNvSpPr/>
          <p:nvPr/>
        </p:nvSpPr>
        <p:spPr>
          <a:xfrm>
            <a:off x="11506200" y="355600"/>
            <a:ext cx="76200" cy="615950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0" name="cnot"/>
          <p:cNvSpPr/>
          <p:nvPr/>
        </p:nvSpPr>
        <p:spPr>
          <a:xfrm>
            <a:off x="11601450" y="819150"/>
            <a:ext cx="76200" cy="615950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1" name="measurement_box"/>
          <p:cNvSpPr/>
          <p:nvPr/>
        </p:nvSpPr>
        <p:spPr>
          <a:xfrm>
            <a:off x="11722100" y="36195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2" name="measurement_glyph"/>
          <p:cNvSpPr txBox="1"/>
          <p:nvPr/>
        </p:nvSpPr>
        <p:spPr>
          <a:xfrm>
            <a:off x="11687302" y="34423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503" name="measurement_box"/>
          <p:cNvSpPr/>
          <p:nvPr/>
        </p:nvSpPr>
        <p:spPr>
          <a:xfrm>
            <a:off x="11722100" y="82550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4" name="measurement_glyph"/>
          <p:cNvSpPr txBox="1"/>
          <p:nvPr/>
        </p:nvSpPr>
        <p:spPr>
          <a:xfrm>
            <a:off x="11687302" y="80778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505" name="measurement_box"/>
          <p:cNvSpPr/>
          <p:nvPr/>
        </p:nvSpPr>
        <p:spPr>
          <a:xfrm>
            <a:off x="11722100" y="128905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6" name="measurement_glyph"/>
          <p:cNvSpPr txBox="1"/>
          <p:nvPr/>
        </p:nvSpPr>
        <p:spPr>
          <a:xfrm>
            <a:off x="11687302" y="127133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507" name="label_large_front_card"/>
          <p:cNvSpPr/>
          <p:nvPr/>
        </p:nvSpPr>
        <p:spPr>
          <a:xfrm>
            <a:off x="9512300" y="374650"/>
            <a:ext cx="2533650" cy="1225550"/>
          </a:xfrm>
          <a:prstGeom prst="rect">
            <a:avLst/>
          </a:prstGeom>
          <a:solidFill>
            <a:srgbClr val="F8D7F2"/>
          </a:solidFill>
          <a:ln w="1587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8" name="ket0"/>
          <p:cNvSpPr txBox="1"/>
          <p:nvPr/>
        </p:nvSpPr>
        <p:spPr>
          <a:xfrm>
            <a:off x="9575800" y="43243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509" name="quantum_wire"/>
          <p:cNvCxnSpPr/>
          <p:nvPr/>
        </p:nvCxnSpPr>
        <p:spPr>
          <a:xfrm>
            <a:off x="9759950" y="514350"/>
            <a:ext cx="200025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510" name="rotation_x"/>
          <p:cNvSpPr/>
          <p:nvPr/>
        </p:nvSpPr>
        <p:spPr>
          <a:xfrm>
            <a:off x="9863391" y="457744"/>
            <a:ext cx="130725" cy="113211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1" name="rotation_y"/>
          <p:cNvSpPr/>
          <p:nvPr/>
        </p:nvSpPr>
        <p:spPr>
          <a:xfrm>
            <a:off x="10150199" y="448987"/>
            <a:ext cx="130725" cy="13072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2" name="rotation_z"/>
          <p:cNvSpPr/>
          <p:nvPr/>
        </p:nvSpPr>
        <p:spPr>
          <a:xfrm>
            <a:off x="10437008" y="448987"/>
            <a:ext cx="130725" cy="130725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3" name="rotation_x"/>
          <p:cNvSpPr/>
          <p:nvPr/>
        </p:nvSpPr>
        <p:spPr>
          <a:xfrm>
            <a:off x="10723816" y="457744"/>
            <a:ext cx="130725" cy="113211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4" name="rotation_y"/>
          <p:cNvSpPr/>
          <p:nvPr/>
        </p:nvSpPr>
        <p:spPr>
          <a:xfrm>
            <a:off x="11010624" y="448987"/>
            <a:ext cx="130725" cy="13072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5" name="rotation_z"/>
          <p:cNvSpPr/>
          <p:nvPr/>
        </p:nvSpPr>
        <p:spPr>
          <a:xfrm>
            <a:off x="11297433" y="448987"/>
            <a:ext cx="130725" cy="130725"/>
          </a:xfrm>
          <a:prstGeom prst="ellipse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6" name="ket0"/>
          <p:cNvSpPr txBox="1"/>
          <p:nvPr/>
        </p:nvSpPr>
        <p:spPr>
          <a:xfrm>
            <a:off x="9575800" y="664210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517" name="quantum_wire"/>
          <p:cNvCxnSpPr/>
          <p:nvPr/>
        </p:nvCxnSpPr>
        <p:spPr>
          <a:xfrm>
            <a:off x="9759950" y="746125"/>
            <a:ext cx="200025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518" name="rotation_x"/>
          <p:cNvSpPr/>
          <p:nvPr/>
        </p:nvSpPr>
        <p:spPr>
          <a:xfrm>
            <a:off x="9863391" y="689519"/>
            <a:ext cx="130725" cy="113211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9" name="rotation_y"/>
          <p:cNvSpPr/>
          <p:nvPr/>
        </p:nvSpPr>
        <p:spPr>
          <a:xfrm>
            <a:off x="10150199" y="680762"/>
            <a:ext cx="130725" cy="13072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0" name="rotation_z"/>
          <p:cNvSpPr/>
          <p:nvPr/>
        </p:nvSpPr>
        <p:spPr>
          <a:xfrm>
            <a:off x="10437008" y="680762"/>
            <a:ext cx="130725" cy="130725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1" name="rotation_x"/>
          <p:cNvSpPr/>
          <p:nvPr/>
        </p:nvSpPr>
        <p:spPr>
          <a:xfrm>
            <a:off x="10723816" y="689519"/>
            <a:ext cx="130725" cy="113211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2" name="rotation_y"/>
          <p:cNvSpPr/>
          <p:nvPr/>
        </p:nvSpPr>
        <p:spPr>
          <a:xfrm>
            <a:off x="11010624" y="680762"/>
            <a:ext cx="130725" cy="13072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3" name="rotation_z"/>
          <p:cNvSpPr/>
          <p:nvPr/>
        </p:nvSpPr>
        <p:spPr>
          <a:xfrm>
            <a:off x="11297433" y="680762"/>
            <a:ext cx="130725" cy="130725"/>
          </a:xfrm>
          <a:prstGeom prst="ellipse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4" name="ket0"/>
          <p:cNvSpPr txBox="1"/>
          <p:nvPr/>
        </p:nvSpPr>
        <p:spPr>
          <a:xfrm>
            <a:off x="9575800" y="89598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525" name="quantum_wire"/>
          <p:cNvCxnSpPr/>
          <p:nvPr/>
        </p:nvCxnSpPr>
        <p:spPr>
          <a:xfrm>
            <a:off x="9759950" y="977900"/>
            <a:ext cx="200025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526" name="rotation_x"/>
          <p:cNvSpPr/>
          <p:nvPr/>
        </p:nvSpPr>
        <p:spPr>
          <a:xfrm>
            <a:off x="9863391" y="921294"/>
            <a:ext cx="130725" cy="113211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7" name="rotation_y"/>
          <p:cNvSpPr/>
          <p:nvPr/>
        </p:nvSpPr>
        <p:spPr>
          <a:xfrm>
            <a:off x="10150199" y="912537"/>
            <a:ext cx="130725" cy="13072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8" name="rotation_z"/>
          <p:cNvSpPr/>
          <p:nvPr/>
        </p:nvSpPr>
        <p:spPr>
          <a:xfrm>
            <a:off x="10437008" y="912537"/>
            <a:ext cx="130725" cy="130725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9" name="rotation_x"/>
          <p:cNvSpPr/>
          <p:nvPr/>
        </p:nvSpPr>
        <p:spPr>
          <a:xfrm>
            <a:off x="10723816" y="921294"/>
            <a:ext cx="130725" cy="113211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0" name="rotation_y"/>
          <p:cNvSpPr/>
          <p:nvPr/>
        </p:nvSpPr>
        <p:spPr>
          <a:xfrm>
            <a:off x="11010624" y="912537"/>
            <a:ext cx="130725" cy="13072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1" name="rotation_z"/>
          <p:cNvSpPr/>
          <p:nvPr/>
        </p:nvSpPr>
        <p:spPr>
          <a:xfrm>
            <a:off x="11297433" y="912537"/>
            <a:ext cx="130725" cy="130725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2" name="ket0"/>
          <p:cNvSpPr txBox="1"/>
          <p:nvPr/>
        </p:nvSpPr>
        <p:spPr>
          <a:xfrm>
            <a:off x="9575800" y="1127760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533" name="quantum_wire"/>
          <p:cNvCxnSpPr/>
          <p:nvPr/>
        </p:nvCxnSpPr>
        <p:spPr>
          <a:xfrm>
            <a:off x="9759950" y="1209675"/>
            <a:ext cx="200025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534" name="rotation_x"/>
          <p:cNvSpPr/>
          <p:nvPr/>
        </p:nvSpPr>
        <p:spPr>
          <a:xfrm>
            <a:off x="9863391" y="1153069"/>
            <a:ext cx="130725" cy="113211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5" name="rotation_y"/>
          <p:cNvSpPr/>
          <p:nvPr/>
        </p:nvSpPr>
        <p:spPr>
          <a:xfrm>
            <a:off x="10150199" y="1144312"/>
            <a:ext cx="130725" cy="13072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6" name="rotation_z"/>
          <p:cNvSpPr/>
          <p:nvPr/>
        </p:nvSpPr>
        <p:spPr>
          <a:xfrm>
            <a:off x="10437008" y="1144312"/>
            <a:ext cx="130725" cy="130725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7" name="rotation_x"/>
          <p:cNvSpPr/>
          <p:nvPr/>
        </p:nvSpPr>
        <p:spPr>
          <a:xfrm>
            <a:off x="10723816" y="1153069"/>
            <a:ext cx="130725" cy="113211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8" name="rotation_y"/>
          <p:cNvSpPr/>
          <p:nvPr/>
        </p:nvSpPr>
        <p:spPr>
          <a:xfrm>
            <a:off x="11010624" y="1144312"/>
            <a:ext cx="130725" cy="13072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9" name="rotation_z"/>
          <p:cNvSpPr/>
          <p:nvPr/>
        </p:nvSpPr>
        <p:spPr>
          <a:xfrm>
            <a:off x="11297433" y="1144312"/>
            <a:ext cx="130725" cy="130725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0" name="ket0"/>
          <p:cNvSpPr txBox="1"/>
          <p:nvPr/>
        </p:nvSpPr>
        <p:spPr>
          <a:xfrm>
            <a:off x="9575800" y="135953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541" name="quantum_wire"/>
          <p:cNvCxnSpPr/>
          <p:nvPr/>
        </p:nvCxnSpPr>
        <p:spPr>
          <a:xfrm>
            <a:off x="9759950" y="1441450"/>
            <a:ext cx="200025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542" name="rotation_x"/>
          <p:cNvSpPr/>
          <p:nvPr/>
        </p:nvSpPr>
        <p:spPr>
          <a:xfrm>
            <a:off x="9863391" y="1384844"/>
            <a:ext cx="130725" cy="113211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3" name="rotation_y"/>
          <p:cNvSpPr/>
          <p:nvPr/>
        </p:nvSpPr>
        <p:spPr>
          <a:xfrm>
            <a:off x="10150199" y="1376087"/>
            <a:ext cx="130725" cy="13072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4" name="rotation_z"/>
          <p:cNvSpPr/>
          <p:nvPr/>
        </p:nvSpPr>
        <p:spPr>
          <a:xfrm>
            <a:off x="10437008" y="1376087"/>
            <a:ext cx="130725" cy="130725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5" name="rotation_x"/>
          <p:cNvSpPr/>
          <p:nvPr/>
        </p:nvSpPr>
        <p:spPr>
          <a:xfrm>
            <a:off x="10723816" y="1384844"/>
            <a:ext cx="130725" cy="113211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6" name="rotation_y"/>
          <p:cNvSpPr/>
          <p:nvPr/>
        </p:nvSpPr>
        <p:spPr>
          <a:xfrm>
            <a:off x="11010624" y="1376087"/>
            <a:ext cx="130725" cy="13072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7" name="rotation_z"/>
          <p:cNvSpPr/>
          <p:nvPr/>
        </p:nvSpPr>
        <p:spPr>
          <a:xfrm>
            <a:off x="11297433" y="1376087"/>
            <a:ext cx="130725" cy="130725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8" name="row_ellipsis"/>
          <p:cNvSpPr txBox="1"/>
          <p:nvPr/>
        </p:nvSpPr>
        <p:spPr>
          <a:xfrm>
            <a:off x="9523476" y="862965"/>
            <a:ext cx="257048" cy="23939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01010"/>
                </a:solidFill>
                <a:latin typeface="DejaVu Serif"/>
              </a:rPr>
              <a:t>⋮</a:t>
            </a:r>
          </a:p>
        </p:txBody>
      </p:sp>
      <p:sp>
        <p:nvSpPr>
          <p:cNvPr id="549" name="row_ellipsis"/>
          <p:cNvSpPr txBox="1"/>
          <p:nvPr/>
        </p:nvSpPr>
        <p:spPr>
          <a:xfrm>
            <a:off x="11720576" y="862965"/>
            <a:ext cx="257048" cy="23939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01010"/>
                </a:solidFill>
                <a:latin typeface="DejaVu Serif"/>
              </a:rPr>
              <a:t>⋮</a:t>
            </a:r>
          </a:p>
        </p:txBody>
      </p:sp>
      <p:sp>
        <p:nvSpPr>
          <p:cNvPr id="550" name="cnot"/>
          <p:cNvSpPr/>
          <p:nvPr/>
        </p:nvSpPr>
        <p:spPr>
          <a:xfrm>
            <a:off x="11588750" y="438150"/>
            <a:ext cx="76200" cy="384175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1" name="cnot"/>
          <p:cNvSpPr/>
          <p:nvPr/>
        </p:nvSpPr>
        <p:spPr>
          <a:xfrm>
            <a:off x="11684000" y="1133475"/>
            <a:ext cx="76200" cy="384175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2" name="measurement_box"/>
          <p:cNvSpPr/>
          <p:nvPr/>
        </p:nvSpPr>
        <p:spPr>
          <a:xfrm>
            <a:off x="11804650" y="44450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3" name="measurement_glyph"/>
          <p:cNvSpPr txBox="1"/>
          <p:nvPr/>
        </p:nvSpPr>
        <p:spPr>
          <a:xfrm>
            <a:off x="11769852" y="42678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554" name="measurement_box"/>
          <p:cNvSpPr/>
          <p:nvPr/>
        </p:nvSpPr>
        <p:spPr>
          <a:xfrm>
            <a:off x="11804650" y="676275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5" name="measurement_glyph"/>
          <p:cNvSpPr txBox="1"/>
          <p:nvPr/>
        </p:nvSpPr>
        <p:spPr>
          <a:xfrm>
            <a:off x="11769852" y="658558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556" name="measurement_box"/>
          <p:cNvSpPr/>
          <p:nvPr/>
        </p:nvSpPr>
        <p:spPr>
          <a:xfrm>
            <a:off x="11804650" y="90805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7" name="measurement_glyph"/>
          <p:cNvSpPr txBox="1"/>
          <p:nvPr/>
        </p:nvSpPr>
        <p:spPr>
          <a:xfrm>
            <a:off x="11769852" y="89033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558" name="measurement_box"/>
          <p:cNvSpPr/>
          <p:nvPr/>
        </p:nvSpPr>
        <p:spPr>
          <a:xfrm>
            <a:off x="11804650" y="1139825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9" name="measurement_glyph"/>
          <p:cNvSpPr txBox="1"/>
          <p:nvPr/>
        </p:nvSpPr>
        <p:spPr>
          <a:xfrm>
            <a:off x="11769852" y="1122108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560" name="measurement_box"/>
          <p:cNvSpPr/>
          <p:nvPr/>
        </p:nvSpPr>
        <p:spPr>
          <a:xfrm>
            <a:off x="11804650" y="137160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1" name="measurement_glyph"/>
          <p:cNvSpPr txBox="1"/>
          <p:nvPr/>
        </p:nvSpPr>
        <p:spPr>
          <a:xfrm>
            <a:off x="11769852" y="135388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562" name="label_middle_back_card"/>
          <p:cNvSpPr/>
          <p:nvPr/>
        </p:nvSpPr>
        <p:spPr>
          <a:xfrm>
            <a:off x="9709150" y="596900"/>
            <a:ext cx="2349500" cy="1022350"/>
          </a:xfrm>
          <a:prstGeom prst="rect">
            <a:avLst/>
          </a:prstGeom>
          <a:solidFill>
            <a:srgbClr val="D7EFC5"/>
          </a:solidFill>
          <a:ln w="1587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3" name="ket0"/>
          <p:cNvSpPr txBox="1"/>
          <p:nvPr/>
        </p:nvSpPr>
        <p:spPr>
          <a:xfrm>
            <a:off x="9772650" y="65468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564" name="quantum_wire"/>
          <p:cNvCxnSpPr/>
          <p:nvPr/>
        </p:nvCxnSpPr>
        <p:spPr>
          <a:xfrm>
            <a:off x="9956800" y="736600"/>
            <a:ext cx="18161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565" name="rotation_x"/>
          <p:cNvSpPr/>
          <p:nvPr/>
        </p:nvSpPr>
        <p:spPr>
          <a:xfrm>
            <a:off x="10054082" y="665769"/>
            <a:ext cx="163576" cy="141660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6" name="rotation_y"/>
          <p:cNvSpPr/>
          <p:nvPr/>
        </p:nvSpPr>
        <p:spPr>
          <a:xfrm>
            <a:off x="10361422" y="654812"/>
            <a:ext cx="163576" cy="16357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7" name="rotation_z"/>
          <p:cNvSpPr/>
          <p:nvPr/>
        </p:nvSpPr>
        <p:spPr>
          <a:xfrm>
            <a:off x="10668761" y="654812"/>
            <a:ext cx="163576" cy="163576"/>
          </a:xfrm>
          <a:prstGeom prst="ellipse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8" name="rotation_x"/>
          <p:cNvSpPr/>
          <p:nvPr/>
        </p:nvSpPr>
        <p:spPr>
          <a:xfrm>
            <a:off x="10976102" y="665769"/>
            <a:ext cx="163576" cy="141660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9" name="rotation_y"/>
          <p:cNvSpPr/>
          <p:nvPr/>
        </p:nvSpPr>
        <p:spPr>
          <a:xfrm>
            <a:off x="11283441" y="654812"/>
            <a:ext cx="163576" cy="16357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0" name="ket0"/>
          <p:cNvSpPr txBox="1"/>
          <p:nvPr/>
        </p:nvSpPr>
        <p:spPr>
          <a:xfrm>
            <a:off x="9772650" y="1016634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571" name="quantum_wire"/>
          <p:cNvCxnSpPr/>
          <p:nvPr/>
        </p:nvCxnSpPr>
        <p:spPr>
          <a:xfrm>
            <a:off x="9956800" y="1098550"/>
            <a:ext cx="18161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572" name="rotation_x"/>
          <p:cNvSpPr/>
          <p:nvPr/>
        </p:nvSpPr>
        <p:spPr>
          <a:xfrm>
            <a:off x="10054082" y="1027719"/>
            <a:ext cx="163576" cy="141660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3" name="rotation_y"/>
          <p:cNvSpPr/>
          <p:nvPr/>
        </p:nvSpPr>
        <p:spPr>
          <a:xfrm>
            <a:off x="10361422" y="1016762"/>
            <a:ext cx="163576" cy="16357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4" name="rotation_z"/>
          <p:cNvSpPr/>
          <p:nvPr/>
        </p:nvSpPr>
        <p:spPr>
          <a:xfrm>
            <a:off x="10668761" y="1016762"/>
            <a:ext cx="163576" cy="163576"/>
          </a:xfrm>
          <a:prstGeom prst="ellipse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5" name="rotation_x"/>
          <p:cNvSpPr/>
          <p:nvPr/>
        </p:nvSpPr>
        <p:spPr>
          <a:xfrm>
            <a:off x="10976102" y="1027719"/>
            <a:ext cx="163576" cy="141660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6" name="rotation_y"/>
          <p:cNvSpPr/>
          <p:nvPr/>
        </p:nvSpPr>
        <p:spPr>
          <a:xfrm>
            <a:off x="11283441" y="1016762"/>
            <a:ext cx="163576" cy="16357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7" name="ket0"/>
          <p:cNvSpPr txBox="1"/>
          <p:nvPr/>
        </p:nvSpPr>
        <p:spPr>
          <a:xfrm>
            <a:off x="9772650" y="1378584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578" name="quantum_wire"/>
          <p:cNvCxnSpPr/>
          <p:nvPr/>
        </p:nvCxnSpPr>
        <p:spPr>
          <a:xfrm>
            <a:off x="9956800" y="1460500"/>
            <a:ext cx="18161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579" name="rotation_x"/>
          <p:cNvSpPr/>
          <p:nvPr/>
        </p:nvSpPr>
        <p:spPr>
          <a:xfrm>
            <a:off x="10054082" y="1389669"/>
            <a:ext cx="163576" cy="141660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0" name="rotation_y"/>
          <p:cNvSpPr/>
          <p:nvPr/>
        </p:nvSpPr>
        <p:spPr>
          <a:xfrm>
            <a:off x="10361422" y="1378712"/>
            <a:ext cx="163576" cy="16357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1" name="rotation_z"/>
          <p:cNvSpPr/>
          <p:nvPr/>
        </p:nvSpPr>
        <p:spPr>
          <a:xfrm>
            <a:off x="10668761" y="1378712"/>
            <a:ext cx="163576" cy="163576"/>
          </a:xfrm>
          <a:prstGeom prst="ellipse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2" name="rotation_x"/>
          <p:cNvSpPr/>
          <p:nvPr/>
        </p:nvSpPr>
        <p:spPr>
          <a:xfrm>
            <a:off x="10976102" y="1389669"/>
            <a:ext cx="163576" cy="141660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3" name="rotation_y"/>
          <p:cNvSpPr/>
          <p:nvPr/>
        </p:nvSpPr>
        <p:spPr>
          <a:xfrm>
            <a:off x="11283441" y="1378712"/>
            <a:ext cx="163576" cy="16357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4" name="cnot"/>
          <p:cNvSpPr/>
          <p:nvPr/>
        </p:nvSpPr>
        <p:spPr>
          <a:xfrm>
            <a:off x="11601450" y="660400"/>
            <a:ext cx="76200" cy="514350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5" name="cnot"/>
          <p:cNvSpPr/>
          <p:nvPr/>
        </p:nvSpPr>
        <p:spPr>
          <a:xfrm>
            <a:off x="11696700" y="1022350"/>
            <a:ext cx="76200" cy="514350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6" name="measurement_box"/>
          <p:cNvSpPr/>
          <p:nvPr/>
        </p:nvSpPr>
        <p:spPr>
          <a:xfrm>
            <a:off x="11817350" y="66675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7" name="measurement_glyph"/>
          <p:cNvSpPr txBox="1"/>
          <p:nvPr/>
        </p:nvSpPr>
        <p:spPr>
          <a:xfrm>
            <a:off x="11782552" y="64903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588" name="measurement_box"/>
          <p:cNvSpPr/>
          <p:nvPr/>
        </p:nvSpPr>
        <p:spPr>
          <a:xfrm>
            <a:off x="11817350" y="102870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9" name="measurement_glyph"/>
          <p:cNvSpPr txBox="1"/>
          <p:nvPr/>
        </p:nvSpPr>
        <p:spPr>
          <a:xfrm>
            <a:off x="11782552" y="101098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590" name="measurement_box"/>
          <p:cNvSpPr/>
          <p:nvPr/>
        </p:nvSpPr>
        <p:spPr>
          <a:xfrm>
            <a:off x="11817350" y="139065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1" name="measurement_glyph"/>
          <p:cNvSpPr txBox="1"/>
          <p:nvPr/>
        </p:nvSpPr>
        <p:spPr>
          <a:xfrm>
            <a:off x="11782552" y="137293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592" name="label_middle_front_card"/>
          <p:cNvSpPr/>
          <p:nvPr/>
        </p:nvSpPr>
        <p:spPr>
          <a:xfrm>
            <a:off x="9791700" y="679450"/>
            <a:ext cx="2349500" cy="1022350"/>
          </a:xfrm>
          <a:prstGeom prst="rect">
            <a:avLst/>
          </a:prstGeom>
          <a:solidFill>
            <a:srgbClr val="D7EFC5"/>
          </a:solidFill>
          <a:ln w="1587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3" name="ket0"/>
          <p:cNvSpPr txBox="1"/>
          <p:nvPr/>
        </p:nvSpPr>
        <p:spPr>
          <a:xfrm>
            <a:off x="9855200" y="737234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594" name="quantum_wire"/>
          <p:cNvCxnSpPr/>
          <p:nvPr/>
        </p:nvCxnSpPr>
        <p:spPr>
          <a:xfrm>
            <a:off x="10039350" y="819150"/>
            <a:ext cx="18161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595" name="rotation_x"/>
          <p:cNvSpPr/>
          <p:nvPr/>
        </p:nvSpPr>
        <p:spPr>
          <a:xfrm>
            <a:off x="10136632" y="748319"/>
            <a:ext cx="163576" cy="141660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6" name="rotation_y"/>
          <p:cNvSpPr/>
          <p:nvPr/>
        </p:nvSpPr>
        <p:spPr>
          <a:xfrm>
            <a:off x="10443971" y="737362"/>
            <a:ext cx="163576" cy="16357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7" name="rotation_z"/>
          <p:cNvSpPr/>
          <p:nvPr/>
        </p:nvSpPr>
        <p:spPr>
          <a:xfrm>
            <a:off x="10751312" y="737362"/>
            <a:ext cx="163576" cy="163576"/>
          </a:xfrm>
          <a:prstGeom prst="ellipse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8" name="rotation_x"/>
          <p:cNvSpPr/>
          <p:nvPr/>
        </p:nvSpPr>
        <p:spPr>
          <a:xfrm>
            <a:off x="11058652" y="748319"/>
            <a:ext cx="163576" cy="141660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9" name="rotation_y"/>
          <p:cNvSpPr/>
          <p:nvPr/>
        </p:nvSpPr>
        <p:spPr>
          <a:xfrm>
            <a:off x="11365992" y="737362"/>
            <a:ext cx="163576" cy="16357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0" name="ket0"/>
          <p:cNvSpPr txBox="1"/>
          <p:nvPr/>
        </p:nvSpPr>
        <p:spPr>
          <a:xfrm>
            <a:off x="9855200" y="109918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601" name="quantum_wire"/>
          <p:cNvCxnSpPr/>
          <p:nvPr/>
        </p:nvCxnSpPr>
        <p:spPr>
          <a:xfrm>
            <a:off x="10039350" y="1181100"/>
            <a:ext cx="18161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602" name="rotation_x"/>
          <p:cNvSpPr/>
          <p:nvPr/>
        </p:nvSpPr>
        <p:spPr>
          <a:xfrm>
            <a:off x="10136632" y="1110269"/>
            <a:ext cx="163576" cy="141660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3" name="rotation_y"/>
          <p:cNvSpPr/>
          <p:nvPr/>
        </p:nvSpPr>
        <p:spPr>
          <a:xfrm>
            <a:off x="10443971" y="1099312"/>
            <a:ext cx="163576" cy="16357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4" name="rotation_z"/>
          <p:cNvSpPr/>
          <p:nvPr/>
        </p:nvSpPr>
        <p:spPr>
          <a:xfrm>
            <a:off x="10751312" y="1099312"/>
            <a:ext cx="163576" cy="163576"/>
          </a:xfrm>
          <a:prstGeom prst="ellipse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5" name="rotation_x"/>
          <p:cNvSpPr/>
          <p:nvPr/>
        </p:nvSpPr>
        <p:spPr>
          <a:xfrm>
            <a:off x="11058652" y="1110269"/>
            <a:ext cx="163576" cy="141660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6" name="rotation_y"/>
          <p:cNvSpPr/>
          <p:nvPr/>
        </p:nvSpPr>
        <p:spPr>
          <a:xfrm>
            <a:off x="11365992" y="1099312"/>
            <a:ext cx="163576" cy="16357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7" name="ket0"/>
          <p:cNvSpPr txBox="1"/>
          <p:nvPr/>
        </p:nvSpPr>
        <p:spPr>
          <a:xfrm>
            <a:off x="9855200" y="146113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608" name="quantum_wire"/>
          <p:cNvCxnSpPr/>
          <p:nvPr/>
        </p:nvCxnSpPr>
        <p:spPr>
          <a:xfrm>
            <a:off x="10039350" y="1543050"/>
            <a:ext cx="18161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609" name="rotation_x"/>
          <p:cNvSpPr/>
          <p:nvPr/>
        </p:nvSpPr>
        <p:spPr>
          <a:xfrm>
            <a:off x="10136632" y="1472219"/>
            <a:ext cx="163576" cy="141660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0" name="rotation_y"/>
          <p:cNvSpPr/>
          <p:nvPr/>
        </p:nvSpPr>
        <p:spPr>
          <a:xfrm>
            <a:off x="10443971" y="1461262"/>
            <a:ext cx="163576" cy="16357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1" name="rotation_z"/>
          <p:cNvSpPr/>
          <p:nvPr/>
        </p:nvSpPr>
        <p:spPr>
          <a:xfrm>
            <a:off x="10751312" y="1461262"/>
            <a:ext cx="163576" cy="163576"/>
          </a:xfrm>
          <a:prstGeom prst="ellipse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2" name="rotation_x"/>
          <p:cNvSpPr/>
          <p:nvPr/>
        </p:nvSpPr>
        <p:spPr>
          <a:xfrm>
            <a:off x="11058652" y="1472219"/>
            <a:ext cx="163576" cy="141660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3" name="rotation_y"/>
          <p:cNvSpPr/>
          <p:nvPr/>
        </p:nvSpPr>
        <p:spPr>
          <a:xfrm>
            <a:off x="11365992" y="1461262"/>
            <a:ext cx="163576" cy="16357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4" name="cnot"/>
          <p:cNvSpPr/>
          <p:nvPr/>
        </p:nvSpPr>
        <p:spPr>
          <a:xfrm>
            <a:off x="11684000" y="742950"/>
            <a:ext cx="76200" cy="514350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5" name="cnot"/>
          <p:cNvSpPr/>
          <p:nvPr/>
        </p:nvSpPr>
        <p:spPr>
          <a:xfrm>
            <a:off x="11779250" y="1104900"/>
            <a:ext cx="76200" cy="514350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6" name="measurement_box"/>
          <p:cNvSpPr/>
          <p:nvPr/>
        </p:nvSpPr>
        <p:spPr>
          <a:xfrm>
            <a:off x="11899900" y="74930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7" name="measurement_glyph"/>
          <p:cNvSpPr txBox="1"/>
          <p:nvPr/>
        </p:nvSpPr>
        <p:spPr>
          <a:xfrm>
            <a:off x="11891962" y="731583"/>
            <a:ext cx="187325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618" name="measurement_box"/>
          <p:cNvSpPr/>
          <p:nvPr/>
        </p:nvSpPr>
        <p:spPr>
          <a:xfrm>
            <a:off x="11899900" y="111125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9" name="measurement_glyph"/>
          <p:cNvSpPr txBox="1"/>
          <p:nvPr/>
        </p:nvSpPr>
        <p:spPr>
          <a:xfrm>
            <a:off x="11891962" y="1093533"/>
            <a:ext cx="187325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620" name="measurement_box"/>
          <p:cNvSpPr/>
          <p:nvPr/>
        </p:nvSpPr>
        <p:spPr>
          <a:xfrm>
            <a:off x="11899900" y="147320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1" name="measurement_glyph"/>
          <p:cNvSpPr txBox="1"/>
          <p:nvPr/>
        </p:nvSpPr>
        <p:spPr>
          <a:xfrm>
            <a:off x="11891962" y="1455483"/>
            <a:ext cx="187325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622" name="label_small_back_card"/>
          <p:cNvSpPr/>
          <p:nvPr/>
        </p:nvSpPr>
        <p:spPr>
          <a:xfrm>
            <a:off x="10287000" y="882650"/>
            <a:ext cx="1778000" cy="774700"/>
          </a:xfrm>
          <a:prstGeom prst="rect">
            <a:avLst/>
          </a:prstGeom>
          <a:solidFill>
            <a:srgbClr val="FFF1C8"/>
          </a:solidFill>
          <a:ln w="1587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3" name="ket0"/>
          <p:cNvSpPr txBox="1"/>
          <p:nvPr/>
        </p:nvSpPr>
        <p:spPr>
          <a:xfrm>
            <a:off x="10350500" y="94043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624" name="quantum_wire"/>
          <p:cNvCxnSpPr/>
          <p:nvPr/>
        </p:nvCxnSpPr>
        <p:spPr>
          <a:xfrm>
            <a:off x="10534650" y="1022350"/>
            <a:ext cx="12446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625" name="rotation_x"/>
          <p:cNvSpPr/>
          <p:nvPr/>
        </p:nvSpPr>
        <p:spPr>
          <a:xfrm>
            <a:off x="10618724" y="968677"/>
            <a:ext cx="123951" cy="107345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6" name="rotation_y"/>
          <p:cNvSpPr/>
          <p:nvPr/>
        </p:nvSpPr>
        <p:spPr>
          <a:xfrm>
            <a:off x="10860024" y="960374"/>
            <a:ext cx="123951" cy="123951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7" name="rotation_z"/>
          <p:cNvSpPr/>
          <p:nvPr/>
        </p:nvSpPr>
        <p:spPr>
          <a:xfrm>
            <a:off x="11101324" y="960374"/>
            <a:ext cx="123951" cy="123951"/>
          </a:xfrm>
          <a:prstGeom prst="ellipse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8" name="rotation_x"/>
          <p:cNvSpPr/>
          <p:nvPr/>
        </p:nvSpPr>
        <p:spPr>
          <a:xfrm>
            <a:off x="11342624" y="968677"/>
            <a:ext cx="123951" cy="107345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9" name="ket0"/>
          <p:cNvSpPr txBox="1"/>
          <p:nvPr/>
        </p:nvSpPr>
        <p:spPr>
          <a:xfrm>
            <a:off x="10350500" y="1178559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630" name="quantum_wire"/>
          <p:cNvCxnSpPr/>
          <p:nvPr/>
        </p:nvCxnSpPr>
        <p:spPr>
          <a:xfrm>
            <a:off x="10534650" y="1260475"/>
            <a:ext cx="12446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631" name="rotation_x"/>
          <p:cNvSpPr/>
          <p:nvPr/>
        </p:nvSpPr>
        <p:spPr>
          <a:xfrm>
            <a:off x="10618724" y="1206802"/>
            <a:ext cx="123951" cy="107345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2" name="rotation_y"/>
          <p:cNvSpPr/>
          <p:nvPr/>
        </p:nvSpPr>
        <p:spPr>
          <a:xfrm>
            <a:off x="10860024" y="1198499"/>
            <a:ext cx="123951" cy="123951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3" name="rotation_z"/>
          <p:cNvSpPr/>
          <p:nvPr/>
        </p:nvSpPr>
        <p:spPr>
          <a:xfrm>
            <a:off x="11101324" y="1198499"/>
            <a:ext cx="123951" cy="123951"/>
          </a:xfrm>
          <a:prstGeom prst="ellipse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4" name="rotation_x"/>
          <p:cNvSpPr/>
          <p:nvPr/>
        </p:nvSpPr>
        <p:spPr>
          <a:xfrm>
            <a:off x="11342624" y="1206802"/>
            <a:ext cx="123951" cy="107345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5" name="ket0"/>
          <p:cNvSpPr txBox="1"/>
          <p:nvPr/>
        </p:nvSpPr>
        <p:spPr>
          <a:xfrm>
            <a:off x="10350500" y="141668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636" name="quantum_wire"/>
          <p:cNvCxnSpPr/>
          <p:nvPr/>
        </p:nvCxnSpPr>
        <p:spPr>
          <a:xfrm>
            <a:off x="10534650" y="1498600"/>
            <a:ext cx="12446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637" name="rotation_x"/>
          <p:cNvSpPr/>
          <p:nvPr/>
        </p:nvSpPr>
        <p:spPr>
          <a:xfrm>
            <a:off x="10618724" y="1444927"/>
            <a:ext cx="123951" cy="107345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8" name="rotation_y"/>
          <p:cNvSpPr/>
          <p:nvPr/>
        </p:nvSpPr>
        <p:spPr>
          <a:xfrm>
            <a:off x="10860024" y="1436624"/>
            <a:ext cx="123951" cy="123951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9" name="rotation_z"/>
          <p:cNvSpPr/>
          <p:nvPr/>
        </p:nvSpPr>
        <p:spPr>
          <a:xfrm>
            <a:off x="11101324" y="1436624"/>
            <a:ext cx="123951" cy="123951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0" name="rotation_x"/>
          <p:cNvSpPr/>
          <p:nvPr/>
        </p:nvSpPr>
        <p:spPr>
          <a:xfrm>
            <a:off x="11342624" y="1444927"/>
            <a:ext cx="123951" cy="107345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1" name="cnot"/>
          <p:cNvSpPr/>
          <p:nvPr/>
        </p:nvSpPr>
        <p:spPr>
          <a:xfrm>
            <a:off x="11607800" y="946150"/>
            <a:ext cx="76200" cy="390525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2" name="cnot"/>
          <p:cNvSpPr/>
          <p:nvPr/>
        </p:nvSpPr>
        <p:spPr>
          <a:xfrm>
            <a:off x="11703050" y="1184275"/>
            <a:ext cx="76200" cy="390525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3" name="measurement_box"/>
          <p:cNvSpPr/>
          <p:nvPr/>
        </p:nvSpPr>
        <p:spPr>
          <a:xfrm>
            <a:off x="11823700" y="95250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4" name="measurement_glyph"/>
          <p:cNvSpPr txBox="1"/>
          <p:nvPr/>
        </p:nvSpPr>
        <p:spPr>
          <a:xfrm>
            <a:off x="11788902" y="93478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645" name="measurement_box"/>
          <p:cNvSpPr/>
          <p:nvPr/>
        </p:nvSpPr>
        <p:spPr>
          <a:xfrm>
            <a:off x="11823700" y="1190625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6" name="measurement_glyph"/>
          <p:cNvSpPr txBox="1"/>
          <p:nvPr/>
        </p:nvSpPr>
        <p:spPr>
          <a:xfrm>
            <a:off x="11788902" y="1172908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647" name="measurement_box"/>
          <p:cNvSpPr/>
          <p:nvPr/>
        </p:nvSpPr>
        <p:spPr>
          <a:xfrm>
            <a:off x="11823700" y="142875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8" name="measurement_glyph"/>
          <p:cNvSpPr txBox="1"/>
          <p:nvPr/>
        </p:nvSpPr>
        <p:spPr>
          <a:xfrm>
            <a:off x="11788902" y="141103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649" name="label_small_front_card"/>
          <p:cNvSpPr/>
          <p:nvPr/>
        </p:nvSpPr>
        <p:spPr>
          <a:xfrm>
            <a:off x="10369550" y="958850"/>
            <a:ext cx="1778000" cy="774700"/>
          </a:xfrm>
          <a:prstGeom prst="rect">
            <a:avLst/>
          </a:prstGeom>
          <a:solidFill>
            <a:srgbClr val="FFF1C8"/>
          </a:solidFill>
          <a:ln w="1587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0" name="ket0"/>
          <p:cNvSpPr txBox="1"/>
          <p:nvPr/>
        </p:nvSpPr>
        <p:spPr>
          <a:xfrm>
            <a:off x="10433050" y="1016634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651" name="quantum_wire"/>
          <p:cNvCxnSpPr/>
          <p:nvPr/>
        </p:nvCxnSpPr>
        <p:spPr>
          <a:xfrm>
            <a:off x="10617200" y="1098550"/>
            <a:ext cx="12446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652" name="rotation_x"/>
          <p:cNvSpPr/>
          <p:nvPr/>
        </p:nvSpPr>
        <p:spPr>
          <a:xfrm>
            <a:off x="10701274" y="1044877"/>
            <a:ext cx="123951" cy="107345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3" name="rotation_y"/>
          <p:cNvSpPr/>
          <p:nvPr/>
        </p:nvSpPr>
        <p:spPr>
          <a:xfrm>
            <a:off x="10942574" y="1036574"/>
            <a:ext cx="123951" cy="123951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4" name="rotation_z"/>
          <p:cNvSpPr/>
          <p:nvPr/>
        </p:nvSpPr>
        <p:spPr>
          <a:xfrm>
            <a:off x="11183874" y="1036574"/>
            <a:ext cx="123951" cy="123951"/>
          </a:xfrm>
          <a:prstGeom prst="ellipse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5" name="rotation_x"/>
          <p:cNvSpPr/>
          <p:nvPr/>
        </p:nvSpPr>
        <p:spPr>
          <a:xfrm>
            <a:off x="11425174" y="1044877"/>
            <a:ext cx="123951" cy="107345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6" name="ket0"/>
          <p:cNvSpPr txBox="1"/>
          <p:nvPr/>
        </p:nvSpPr>
        <p:spPr>
          <a:xfrm>
            <a:off x="10433050" y="1254760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657" name="quantum_wire"/>
          <p:cNvCxnSpPr/>
          <p:nvPr/>
        </p:nvCxnSpPr>
        <p:spPr>
          <a:xfrm>
            <a:off x="10617200" y="1336675"/>
            <a:ext cx="12446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658" name="rotation_x"/>
          <p:cNvSpPr/>
          <p:nvPr/>
        </p:nvSpPr>
        <p:spPr>
          <a:xfrm>
            <a:off x="10701274" y="1283002"/>
            <a:ext cx="123951" cy="107345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9" name="rotation_y"/>
          <p:cNvSpPr/>
          <p:nvPr/>
        </p:nvSpPr>
        <p:spPr>
          <a:xfrm>
            <a:off x="10942574" y="1274699"/>
            <a:ext cx="123951" cy="123951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0" name="rotation_z"/>
          <p:cNvSpPr/>
          <p:nvPr/>
        </p:nvSpPr>
        <p:spPr>
          <a:xfrm>
            <a:off x="11183874" y="1274699"/>
            <a:ext cx="123951" cy="123951"/>
          </a:xfrm>
          <a:prstGeom prst="ellipse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1" name="rotation_x"/>
          <p:cNvSpPr/>
          <p:nvPr/>
        </p:nvSpPr>
        <p:spPr>
          <a:xfrm>
            <a:off x="11425174" y="1283002"/>
            <a:ext cx="123951" cy="107345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2" name="ket0"/>
          <p:cNvSpPr txBox="1"/>
          <p:nvPr/>
        </p:nvSpPr>
        <p:spPr>
          <a:xfrm>
            <a:off x="10433050" y="1492884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663" name="quantum_wire"/>
          <p:cNvCxnSpPr/>
          <p:nvPr/>
        </p:nvCxnSpPr>
        <p:spPr>
          <a:xfrm>
            <a:off x="10617200" y="1574800"/>
            <a:ext cx="12446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664" name="rotation_x"/>
          <p:cNvSpPr/>
          <p:nvPr/>
        </p:nvSpPr>
        <p:spPr>
          <a:xfrm>
            <a:off x="10701274" y="1521127"/>
            <a:ext cx="123951" cy="107345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5" name="rotation_y"/>
          <p:cNvSpPr/>
          <p:nvPr/>
        </p:nvSpPr>
        <p:spPr>
          <a:xfrm>
            <a:off x="10942574" y="1512824"/>
            <a:ext cx="123951" cy="123951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6" name="rotation_z"/>
          <p:cNvSpPr/>
          <p:nvPr/>
        </p:nvSpPr>
        <p:spPr>
          <a:xfrm>
            <a:off x="11183874" y="1512824"/>
            <a:ext cx="123951" cy="123951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7" name="rotation_x"/>
          <p:cNvSpPr/>
          <p:nvPr/>
        </p:nvSpPr>
        <p:spPr>
          <a:xfrm>
            <a:off x="11425174" y="1521127"/>
            <a:ext cx="123951" cy="107345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8" name="cnot"/>
          <p:cNvSpPr/>
          <p:nvPr/>
        </p:nvSpPr>
        <p:spPr>
          <a:xfrm>
            <a:off x="11690350" y="1022350"/>
            <a:ext cx="76200" cy="390525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9" name="cnot"/>
          <p:cNvSpPr/>
          <p:nvPr/>
        </p:nvSpPr>
        <p:spPr>
          <a:xfrm>
            <a:off x="11785600" y="1260475"/>
            <a:ext cx="76200" cy="390525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0" name="measurement_box"/>
          <p:cNvSpPr/>
          <p:nvPr/>
        </p:nvSpPr>
        <p:spPr>
          <a:xfrm>
            <a:off x="11906250" y="102870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1" name="measurement_glyph"/>
          <p:cNvSpPr txBox="1"/>
          <p:nvPr/>
        </p:nvSpPr>
        <p:spPr>
          <a:xfrm>
            <a:off x="11901487" y="1010983"/>
            <a:ext cx="180975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672" name="measurement_box"/>
          <p:cNvSpPr/>
          <p:nvPr/>
        </p:nvSpPr>
        <p:spPr>
          <a:xfrm>
            <a:off x="11906250" y="1266825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3" name="measurement_glyph"/>
          <p:cNvSpPr txBox="1"/>
          <p:nvPr/>
        </p:nvSpPr>
        <p:spPr>
          <a:xfrm>
            <a:off x="11901487" y="1249108"/>
            <a:ext cx="180975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674" name="measurement_box"/>
          <p:cNvSpPr/>
          <p:nvPr/>
        </p:nvSpPr>
        <p:spPr>
          <a:xfrm>
            <a:off x="11906250" y="150495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5" name="measurement_glyph"/>
          <p:cNvSpPr txBox="1"/>
          <p:nvPr/>
        </p:nvSpPr>
        <p:spPr>
          <a:xfrm>
            <a:off x="11901487" y="1487233"/>
            <a:ext cx="180975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676" name="training_label_title"/>
          <p:cNvSpPr txBox="1"/>
          <p:nvPr/>
        </p:nvSpPr>
        <p:spPr>
          <a:xfrm>
            <a:off x="10096500" y="1648142"/>
            <a:ext cx="1384300" cy="29940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01010"/>
                </a:solidFill>
                <a:latin typeface="DejaVu Serif"/>
              </a:rPr>
              <a:t>Training Dataset: Label</a:t>
            </a:r>
          </a:p>
        </p:txBody>
      </p:sp>
      <p:sp>
        <p:nvSpPr>
          <p:cNvPr id="677" name="panel_b_boundary"/>
          <p:cNvSpPr/>
          <p:nvPr/>
        </p:nvSpPr>
        <p:spPr>
          <a:xfrm>
            <a:off x="82550" y="1955800"/>
            <a:ext cx="4883150" cy="368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0101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8" name="training_label_large_back_card"/>
          <p:cNvSpPr/>
          <p:nvPr/>
        </p:nvSpPr>
        <p:spPr>
          <a:xfrm>
            <a:off x="254000" y="2057400"/>
            <a:ext cx="2552700" cy="1225550"/>
          </a:xfrm>
          <a:prstGeom prst="rect">
            <a:avLst/>
          </a:prstGeom>
          <a:solidFill>
            <a:srgbClr val="F8D7F2"/>
          </a:solidFill>
          <a:ln w="1587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9" name="ket0"/>
          <p:cNvSpPr txBox="1"/>
          <p:nvPr/>
        </p:nvSpPr>
        <p:spPr>
          <a:xfrm>
            <a:off x="317500" y="211518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680" name="quantum_wire"/>
          <p:cNvCxnSpPr/>
          <p:nvPr/>
        </p:nvCxnSpPr>
        <p:spPr>
          <a:xfrm>
            <a:off x="501650" y="2197100"/>
            <a:ext cx="20193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681" name="rotation_x"/>
          <p:cNvSpPr/>
          <p:nvPr/>
        </p:nvSpPr>
        <p:spPr>
          <a:xfrm>
            <a:off x="606678" y="2140494"/>
            <a:ext cx="130725" cy="113211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2" name="rotation_y"/>
          <p:cNvSpPr/>
          <p:nvPr/>
        </p:nvSpPr>
        <p:spPr>
          <a:xfrm>
            <a:off x="896662" y="2131737"/>
            <a:ext cx="130725" cy="13072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3" name="rotation_z"/>
          <p:cNvSpPr/>
          <p:nvPr/>
        </p:nvSpPr>
        <p:spPr>
          <a:xfrm>
            <a:off x="1186645" y="2131737"/>
            <a:ext cx="130725" cy="130725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4" name="rotation_x"/>
          <p:cNvSpPr/>
          <p:nvPr/>
        </p:nvSpPr>
        <p:spPr>
          <a:xfrm>
            <a:off x="1476629" y="2140494"/>
            <a:ext cx="130725" cy="113211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5" name="rotation_y"/>
          <p:cNvSpPr/>
          <p:nvPr/>
        </p:nvSpPr>
        <p:spPr>
          <a:xfrm>
            <a:off x="1766612" y="2131737"/>
            <a:ext cx="130725" cy="13072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6" name="rotation_z"/>
          <p:cNvSpPr/>
          <p:nvPr/>
        </p:nvSpPr>
        <p:spPr>
          <a:xfrm>
            <a:off x="2056595" y="2131737"/>
            <a:ext cx="130725" cy="130725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7" name="ket0"/>
          <p:cNvSpPr txBox="1"/>
          <p:nvPr/>
        </p:nvSpPr>
        <p:spPr>
          <a:xfrm>
            <a:off x="317500" y="2346960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688" name="quantum_wire"/>
          <p:cNvCxnSpPr/>
          <p:nvPr/>
        </p:nvCxnSpPr>
        <p:spPr>
          <a:xfrm>
            <a:off x="501650" y="2428875"/>
            <a:ext cx="20193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689" name="rotation_x"/>
          <p:cNvSpPr/>
          <p:nvPr/>
        </p:nvSpPr>
        <p:spPr>
          <a:xfrm>
            <a:off x="606678" y="2372269"/>
            <a:ext cx="130725" cy="113211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0" name="rotation_y"/>
          <p:cNvSpPr/>
          <p:nvPr/>
        </p:nvSpPr>
        <p:spPr>
          <a:xfrm>
            <a:off x="896662" y="2363512"/>
            <a:ext cx="130725" cy="130725"/>
          </a:xfrm>
          <a:prstGeom prst="diamond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1" name="rotation_z"/>
          <p:cNvSpPr/>
          <p:nvPr/>
        </p:nvSpPr>
        <p:spPr>
          <a:xfrm>
            <a:off x="1186645" y="2363512"/>
            <a:ext cx="130725" cy="130725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2" name="rotation_x"/>
          <p:cNvSpPr/>
          <p:nvPr/>
        </p:nvSpPr>
        <p:spPr>
          <a:xfrm>
            <a:off x="1476629" y="2372269"/>
            <a:ext cx="130725" cy="113211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3" name="rotation_y"/>
          <p:cNvSpPr/>
          <p:nvPr/>
        </p:nvSpPr>
        <p:spPr>
          <a:xfrm>
            <a:off x="1766612" y="2363512"/>
            <a:ext cx="130725" cy="13072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4" name="rotation_z"/>
          <p:cNvSpPr/>
          <p:nvPr/>
        </p:nvSpPr>
        <p:spPr>
          <a:xfrm>
            <a:off x="2056595" y="2363512"/>
            <a:ext cx="130725" cy="130725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5" name="ket0"/>
          <p:cNvSpPr txBox="1"/>
          <p:nvPr/>
        </p:nvSpPr>
        <p:spPr>
          <a:xfrm>
            <a:off x="317500" y="257873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696" name="quantum_wire"/>
          <p:cNvCxnSpPr/>
          <p:nvPr/>
        </p:nvCxnSpPr>
        <p:spPr>
          <a:xfrm>
            <a:off x="501650" y="2660650"/>
            <a:ext cx="20193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697" name="rotation_x"/>
          <p:cNvSpPr/>
          <p:nvPr/>
        </p:nvSpPr>
        <p:spPr>
          <a:xfrm>
            <a:off x="606678" y="2604044"/>
            <a:ext cx="130725" cy="113211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8" name="rotation_y"/>
          <p:cNvSpPr/>
          <p:nvPr/>
        </p:nvSpPr>
        <p:spPr>
          <a:xfrm>
            <a:off x="896662" y="2595287"/>
            <a:ext cx="130725" cy="130725"/>
          </a:xfrm>
          <a:prstGeom prst="diamond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9" name="rotation_z"/>
          <p:cNvSpPr/>
          <p:nvPr/>
        </p:nvSpPr>
        <p:spPr>
          <a:xfrm>
            <a:off x="1186645" y="2595287"/>
            <a:ext cx="130725" cy="130725"/>
          </a:xfrm>
          <a:prstGeom prst="ellipse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0" name="rotation_x"/>
          <p:cNvSpPr/>
          <p:nvPr/>
        </p:nvSpPr>
        <p:spPr>
          <a:xfrm>
            <a:off x="1476629" y="2604044"/>
            <a:ext cx="130725" cy="113211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1" name="rotation_y"/>
          <p:cNvSpPr/>
          <p:nvPr/>
        </p:nvSpPr>
        <p:spPr>
          <a:xfrm>
            <a:off x="1766612" y="2595287"/>
            <a:ext cx="130725" cy="13072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2" name="rotation_z"/>
          <p:cNvSpPr/>
          <p:nvPr/>
        </p:nvSpPr>
        <p:spPr>
          <a:xfrm>
            <a:off x="2056595" y="2595287"/>
            <a:ext cx="130725" cy="130725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3" name="ket0"/>
          <p:cNvSpPr txBox="1"/>
          <p:nvPr/>
        </p:nvSpPr>
        <p:spPr>
          <a:xfrm>
            <a:off x="317500" y="2810510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704" name="quantum_wire"/>
          <p:cNvCxnSpPr/>
          <p:nvPr/>
        </p:nvCxnSpPr>
        <p:spPr>
          <a:xfrm>
            <a:off x="501650" y="2892425"/>
            <a:ext cx="20193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705" name="rotation_x"/>
          <p:cNvSpPr/>
          <p:nvPr/>
        </p:nvSpPr>
        <p:spPr>
          <a:xfrm>
            <a:off x="606678" y="2835819"/>
            <a:ext cx="130725" cy="113211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6" name="rotation_y"/>
          <p:cNvSpPr/>
          <p:nvPr/>
        </p:nvSpPr>
        <p:spPr>
          <a:xfrm>
            <a:off x="896662" y="2827062"/>
            <a:ext cx="130725" cy="13072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7" name="rotation_z"/>
          <p:cNvSpPr/>
          <p:nvPr/>
        </p:nvSpPr>
        <p:spPr>
          <a:xfrm>
            <a:off x="1186645" y="2827062"/>
            <a:ext cx="130725" cy="130725"/>
          </a:xfrm>
          <a:prstGeom prst="ellipse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8" name="rotation_x"/>
          <p:cNvSpPr/>
          <p:nvPr/>
        </p:nvSpPr>
        <p:spPr>
          <a:xfrm>
            <a:off x="1476629" y="2835819"/>
            <a:ext cx="130725" cy="113211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9" name="rotation_y"/>
          <p:cNvSpPr/>
          <p:nvPr/>
        </p:nvSpPr>
        <p:spPr>
          <a:xfrm>
            <a:off x="1766612" y="2827062"/>
            <a:ext cx="130725" cy="13072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0" name="rotation_z"/>
          <p:cNvSpPr/>
          <p:nvPr/>
        </p:nvSpPr>
        <p:spPr>
          <a:xfrm>
            <a:off x="2056595" y="2827062"/>
            <a:ext cx="130725" cy="130725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1" name="ket0"/>
          <p:cNvSpPr txBox="1"/>
          <p:nvPr/>
        </p:nvSpPr>
        <p:spPr>
          <a:xfrm>
            <a:off x="317500" y="304228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712" name="quantum_wire"/>
          <p:cNvCxnSpPr/>
          <p:nvPr/>
        </p:nvCxnSpPr>
        <p:spPr>
          <a:xfrm>
            <a:off x="501650" y="3124200"/>
            <a:ext cx="20193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713" name="rotation_x"/>
          <p:cNvSpPr/>
          <p:nvPr/>
        </p:nvSpPr>
        <p:spPr>
          <a:xfrm>
            <a:off x="606678" y="3067594"/>
            <a:ext cx="130725" cy="113211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4" name="rotation_y"/>
          <p:cNvSpPr/>
          <p:nvPr/>
        </p:nvSpPr>
        <p:spPr>
          <a:xfrm>
            <a:off x="896662" y="3058837"/>
            <a:ext cx="130725" cy="130725"/>
          </a:xfrm>
          <a:prstGeom prst="diamond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5" name="rotation_z"/>
          <p:cNvSpPr/>
          <p:nvPr/>
        </p:nvSpPr>
        <p:spPr>
          <a:xfrm>
            <a:off x="1186645" y="3058837"/>
            <a:ext cx="130725" cy="130725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6" name="rotation_x"/>
          <p:cNvSpPr/>
          <p:nvPr/>
        </p:nvSpPr>
        <p:spPr>
          <a:xfrm>
            <a:off x="1476629" y="3067594"/>
            <a:ext cx="130725" cy="113211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7" name="rotation_y"/>
          <p:cNvSpPr/>
          <p:nvPr/>
        </p:nvSpPr>
        <p:spPr>
          <a:xfrm>
            <a:off x="1766612" y="3058837"/>
            <a:ext cx="130725" cy="13072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8" name="rotation_z"/>
          <p:cNvSpPr/>
          <p:nvPr/>
        </p:nvSpPr>
        <p:spPr>
          <a:xfrm>
            <a:off x="2056595" y="3058837"/>
            <a:ext cx="130725" cy="130725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9" name="row_ellipsis"/>
          <p:cNvSpPr txBox="1"/>
          <p:nvPr/>
        </p:nvSpPr>
        <p:spPr>
          <a:xfrm>
            <a:off x="265176" y="2545715"/>
            <a:ext cx="257048" cy="23939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01010"/>
                </a:solidFill>
                <a:latin typeface="DejaVu Serif"/>
              </a:rPr>
              <a:t>⋮</a:t>
            </a:r>
          </a:p>
        </p:txBody>
      </p:sp>
      <p:sp>
        <p:nvSpPr>
          <p:cNvPr id="720" name="row_ellipsis"/>
          <p:cNvSpPr txBox="1"/>
          <p:nvPr/>
        </p:nvSpPr>
        <p:spPr>
          <a:xfrm>
            <a:off x="2481326" y="2545715"/>
            <a:ext cx="257048" cy="23939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01010"/>
                </a:solidFill>
                <a:latin typeface="DejaVu Serif"/>
              </a:rPr>
              <a:t>⋮</a:t>
            </a:r>
          </a:p>
        </p:txBody>
      </p:sp>
      <p:sp>
        <p:nvSpPr>
          <p:cNvPr id="721" name="cnot"/>
          <p:cNvSpPr/>
          <p:nvPr/>
        </p:nvSpPr>
        <p:spPr>
          <a:xfrm>
            <a:off x="2349500" y="2120900"/>
            <a:ext cx="76200" cy="384175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2" name="cnot"/>
          <p:cNvSpPr/>
          <p:nvPr/>
        </p:nvSpPr>
        <p:spPr>
          <a:xfrm>
            <a:off x="2444750" y="2816225"/>
            <a:ext cx="76200" cy="384175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3" name="measurement_box"/>
          <p:cNvSpPr/>
          <p:nvPr/>
        </p:nvSpPr>
        <p:spPr>
          <a:xfrm>
            <a:off x="2565400" y="212725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4" name="measurement_glyph"/>
          <p:cNvSpPr txBox="1"/>
          <p:nvPr/>
        </p:nvSpPr>
        <p:spPr>
          <a:xfrm>
            <a:off x="2530602" y="210953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725" name="measurement_box"/>
          <p:cNvSpPr/>
          <p:nvPr/>
        </p:nvSpPr>
        <p:spPr>
          <a:xfrm>
            <a:off x="2565400" y="2359025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6" name="measurement_glyph"/>
          <p:cNvSpPr txBox="1"/>
          <p:nvPr/>
        </p:nvSpPr>
        <p:spPr>
          <a:xfrm>
            <a:off x="2530602" y="2341308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727" name="measurement_box"/>
          <p:cNvSpPr/>
          <p:nvPr/>
        </p:nvSpPr>
        <p:spPr>
          <a:xfrm>
            <a:off x="2565400" y="259080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8" name="measurement_glyph"/>
          <p:cNvSpPr txBox="1"/>
          <p:nvPr/>
        </p:nvSpPr>
        <p:spPr>
          <a:xfrm>
            <a:off x="2530602" y="257308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729" name="measurement_box"/>
          <p:cNvSpPr/>
          <p:nvPr/>
        </p:nvSpPr>
        <p:spPr>
          <a:xfrm>
            <a:off x="2565400" y="2822575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0" name="measurement_glyph"/>
          <p:cNvSpPr txBox="1"/>
          <p:nvPr/>
        </p:nvSpPr>
        <p:spPr>
          <a:xfrm>
            <a:off x="2530602" y="2804858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731" name="measurement_box"/>
          <p:cNvSpPr/>
          <p:nvPr/>
        </p:nvSpPr>
        <p:spPr>
          <a:xfrm>
            <a:off x="2565400" y="305435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2" name="measurement_glyph"/>
          <p:cNvSpPr txBox="1"/>
          <p:nvPr/>
        </p:nvSpPr>
        <p:spPr>
          <a:xfrm>
            <a:off x="2530602" y="303663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733" name="training_label_large_front_card"/>
          <p:cNvSpPr/>
          <p:nvPr/>
        </p:nvSpPr>
        <p:spPr>
          <a:xfrm>
            <a:off x="336550" y="2139950"/>
            <a:ext cx="2552700" cy="1225550"/>
          </a:xfrm>
          <a:prstGeom prst="rect">
            <a:avLst/>
          </a:prstGeom>
          <a:solidFill>
            <a:srgbClr val="F8D7F2"/>
          </a:solidFill>
          <a:ln w="1587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4" name="ket0"/>
          <p:cNvSpPr txBox="1"/>
          <p:nvPr/>
        </p:nvSpPr>
        <p:spPr>
          <a:xfrm>
            <a:off x="400050" y="219773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735" name="quantum_wire"/>
          <p:cNvCxnSpPr/>
          <p:nvPr/>
        </p:nvCxnSpPr>
        <p:spPr>
          <a:xfrm>
            <a:off x="584200" y="2279650"/>
            <a:ext cx="20193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736" name="rotation_x"/>
          <p:cNvSpPr/>
          <p:nvPr/>
        </p:nvSpPr>
        <p:spPr>
          <a:xfrm>
            <a:off x="689228" y="2223044"/>
            <a:ext cx="130725" cy="113211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7" name="rotation_y"/>
          <p:cNvSpPr/>
          <p:nvPr/>
        </p:nvSpPr>
        <p:spPr>
          <a:xfrm>
            <a:off x="979212" y="2214287"/>
            <a:ext cx="130725" cy="13072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8" name="rotation_z"/>
          <p:cNvSpPr/>
          <p:nvPr/>
        </p:nvSpPr>
        <p:spPr>
          <a:xfrm>
            <a:off x="1269195" y="2214287"/>
            <a:ext cx="130725" cy="130725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9" name="rotation_x"/>
          <p:cNvSpPr/>
          <p:nvPr/>
        </p:nvSpPr>
        <p:spPr>
          <a:xfrm>
            <a:off x="1559179" y="2223044"/>
            <a:ext cx="130725" cy="113211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0" name="rotation_y"/>
          <p:cNvSpPr/>
          <p:nvPr/>
        </p:nvSpPr>
        <p:spPr>
          <a:xfrm>
            <a:off x="1849162" y="2214287"/>
            <a:ext cx="130725" cy="13072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1" name="rotation_z"/>
          <p:cNvSpPr/>
          <p:nvPr/>
        </p:nvSpPr>
        <p:spPr>
          <a:xfrm>
            <a:off x="2139145" y="2214287"/>
            <a:ext cx="130725" cy="130725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2" name="ket0"/>
          <p:cNvSpPr txBox="1"/>
          <p:nvPr/>
        </p:nvSpPr>
        <p:spPr>
          <a:xfrm>
            <a:off x="400050" y="2429510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743" name="quantum_wire"/>
          <p:cNvCxnSpPr/>
          <p:nvPr/>
        </p:nvCxnSpPr>
        <p:spPr>
          <a:xfrm>
            <a:off x="584200" y="2511425"/>
            <a:ext cx="20193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744" name="rotation_x"/>
          <p:cNvSpPr/>
          <p:nvPr/>
        </p:nvSpPr>
        <p:spPr>
          <a:xfrm>
            <a:off x="689228" y="2454819"/>
            <a:ext cx="130725" cy="113211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5" name="rotation_y"/>
          <p:cNvSpPr/>
          <p:nvPr/>
        </p:nvSpPr>
        <p:spPr>
          <a:xfrm>
            <a:off x="979212" y="2446062"/>
            <a:ext cx="130725" cy="130725"/>
          </a:xfrm>
          <a:prstGeom prst="diamond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6" name="rotation_z"/>
          <p:cNvSpPr/>
          <p:nvPr/>
        </p:nvSpPr>
        <p:spPr>
          <a:xfrm>
            <a:off x="1269195" y="2446062"/>
            <a:ext cx="130725" cy="130725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7" name="rotation_x"/>
          <p:cNvSpPr/>
          <p:nvPr/>
        </p:nvSpPr>
        <p:spPr>
          <a:xfrm>
            <a:off x="1559179" y="2454819"/>
            <a:ext cx="130725" cy="113211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8" name="rotation_y"/>
          <p:cNvSpPr/>
          <p:nvPr/>
        </p:nvSpPr>
        <p:spPr>
          <a:xfrm>
            <a:off x="1849162" y="2446062"/>
            <a:ext cx="130725" cy="13072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9" name="rotation_z"/>
          <p:cNvSpPr/>
          <p:nvPr/>
        </p:nvSpPr>
        <p:spPr>
          <a:xfrm>
            <a:off x="2139145" y="2446062"/>
            <a:ext cx="130725" cy="130725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0" name="ket0"/>
          <p:cNvSpPr txBox="1"/>
          <p:nvPr/>
        </p:nvSpPr>
        <p:spPr>
          <a:xfrm>
            <a:off x="400050" y="266128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751" name="quantum_wire"/>
          <p:cNvCxnSpPr/>
          <p:nvPr/>
        </p:nvCxnSpPr>
        <p:spPr>
          <a:xfrm>
            <a:off x="584200" y="2743200"/>
            <a:ext cx="20193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752" name="rotation_x"/>
          <p:cNvSpPr/>
          <p:nvPr/>
        </p:nvSpPr>
        <p:spPr>
          <a:xfrm>
            <a:off x="689228" y="2686594"/>
            <a:ext cx="130725" cy="113211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3" name="rotation_y"/>
          <p:cNvSpPr/>
          <p:nvPr/>
        </p:nvSpPr>
        <p:spPr>
          <a:xfrm>
            <a:off x="979212" y="2677837"/>
            <a:ext cx="130725" cy="130725"/>
          </a:xfrm>
          <a:prstGeom prst="diamond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4" name="rotation_z"/>
          <p:cNvSpPr/>
          <p:nvPr/>
        </p:nvSpPr>
        <p:spPr>
          <a:xfrm>
            <a:off x="1269195" y="2677837"/>
            <a:ext cx="130725" cy="130725"/>
          </a:xfrm>
          <a:prstGeom prst="ellipse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5" name="rotation_x"/>
          <p:cNvSpPr/>
          <p:nvPr/>
        </p:nvSpPr>
        <p:spPr>
          <a:xfrm>
            <a:off x="1559179" y="2686594"/>
            <a:ext cx="130725" cy="113211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6" name="rotation_y"/>
          <p:cNvSpPr/>
          <p:nvPr/>
        </p:nvSpPr>
        <p:spPr>
          <a:xfrm>
            <a:off x="1849162" y="2677837"/>
            <a:ext cx="130725" cy="13072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7" name="rotation_z"/>
          <p:cNvSpPr/>
          <p:nvPr/>
        </p:nvSpPr>
        <p:spPr>
          <a:xfrm>
            <a:off x="2139145" y="2677837"/>
            <a:ext cx="130725" cy="130725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8" name="ket0"/>
          <p:cNvSpPr txBox="1"/>
          <p:nvPr/>
        </p:nvSpPr>
        <p:spPr>
          <a:xfrm>
            <a:off x="400050" y="2893060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759" name="quantum_wire"/>
          <p:cNvCxnSpPr/>
          <p:nvPr/>
        </p:nvCxnSpPr>
        <p:spPr>
          <a:xfrm>
            <a:off x="584200" y="2974975"/>
            <a:ext cx="20193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760" name="rotation_x"/>
          <p:cNvSpPr/>
          <p:nvPr/>
        </p:nvSpPr>
        <p:spPr>
          <a:xfrm>
            <a:off x="689228" y="2918369"/>
            <a:ext cx="130725" cy="113211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1" name="rotation_y"/>
          <p:cNvSpPr/>
          <p:nvPr/>
        </p:nvSpPr>
        <p:spPr>
          <a:xfrm>
            <a:off x="979212" y="2909612"/>
            <a:ext cx="130725" cy="13072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2" name="rotation_z"/>
          <p:cNvSpPr/>
          <p:nvPr/>
        </p:nvSpPr>
        <p:spPr>
          <a:xfrm>
            <a:off x="1269195" y="2909612"/>
            <a:ext cx="130725" cy="130725"/>
          </a:xfrm>
          <a:prstGeom prst="ellipse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3" name="rotation_x"/>
          <p:cNvSpPr/>
          <p:nvPr/>
        </p:nvSpPr>
        <p:spPr>
          <a:xfrm>
            <a:off x="1559179" y="2918369"/>
            <a:ext cx="130725" cy="113211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4" name="rotation_y"/>
          <p:cNvSpPr/>
          <p:nvPr/>
        </p:nvSpPr>
        <p:spPr>
          <a:xfrm>
            <a:off x="1849162" y="2909612"/>
            <a:ext cx="130725" cy="13072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5" name="rotation_z"/>
          <p:cNvSpPr/>
          <p:nvPr/>
        </p:nvSpPr>
        <p:spPr>
          <a:xfrm>
            <a:off x="2139145" y="2909612"/>
            <a:ext cx="130725" cy="130725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6" name="ket0"/>
          <p:cNvSpPr txBox="1"/>
          <p:nvPr/>
        </p:nvSpPr>
        <p:spPr>
          <a:xfrm>
            <a:off x="400050" y="312483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767" name="quantum_wire"/>
          <p:cNvCxnSpPr/>
          <p:nvPr/>
        </p:nvCxnSpPr>
        <p:spPr>
          <a:xfrm>
            <a:off x="584200" y="3206750"/>
            <a:ext cx="20193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768" name="rotation_x"/>
          <p:cNvSpPr/>
          <p:nvPr/>
        </p:nvSpPr>
        <p:spPr>
          <a:xfrm>
            <a:off x="689228" y="3150144"/>
            <a:ext cx="130725" cy="113211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9" name="rotation_y"/>
          <p:cNvSpPr/>
          <p:nvPr/>
        </p:nvSpPr>
        <p:spPr>
          <a:xfrm>
            <a:off x="979212" y="3141387"/>
            <a:ext cx="130725" cy="130725"/>
          </a:xfrm>
          <a:prstGeom prst="diamond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0" name="rotation_z"/>
          <p:cNvSpPr/>
          <p:nvPr/>
        </p:nvSpPr>
        <p:spPr>
          <a:xfrm>
            <a:off x="1269195" y="3141387"/>
            <a:ext cx="130725" cy="130725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1" name="rotation_x"/>
          <p:cNvSpPr/>
          <p:nvPr/>
        </p:nvSpPr>
        <p:spPr>
          <a:xfrm>
            <a:off x="1559179" y="3150144"/>
            <a:ext cx="130725" cy="113211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2" name="rotation_y"/>
          <p:cNvSpPr/>
          <p:nvPr/>
        </p:nvSpPr>
        <p:spPr>
          <a:xfrm>
            <a:off x="1849162" y="3141387"/>
            <a:ext cx="130725" cy="13072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3" name="rotation_z"/>
          <p:cNvSpPr/>
          <p:nvPr/>
        </p:nvSpPr>
        <p:spPr>
          <a:xfrm>
            <a:off x="2139145" y="3141387"/>
            <a:ext cx="130725" cy="130725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4" name="row_ellipsis"/>
          <p:cNvSpPr txBox="1"/>
          <p:nvPr/>
        </p:nvSpPr>
        <p:spPr>
          <a:xfrm>
            <a:off x="347726" y="2628265"/>
            <a:ext cx="257048" cy="23939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01010"/>
                </a:solidFill>
                <a:latin typeface="DejaVu Serif"/>
              </a:rPr>
              <a:t>⋮</a:t>
            </a:r>
          </a:p>
        </p:txBody>
      </p:sp>
      <p:sp>
        <p:nvSpPr>
          <p:cNvPr id="775" name="row_ellipsis"/>
          <p:cNvSpPr txBox="1"/>
          <p:nvPr/>
        </p:nvSpPr>
        <p:spPr>
          <a:xfrm>
            <a:off x="2563876" y="2628265"/>
            <a:ext cx="257048" cy="23939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01010"/>
                </a:solidFill>
                <a:latin typeface="DejaVu Serif"/>
              </a:rPr>
              <a:t>⋮</a:t>
            </a:r>
          </a:p>
        </p:txBody>
      </p:sp>
      <p:sp>
        <p:nvSpPr>
          <p:cNvPr id="776" name="cnot"/>
          <p:cNvSpPr/>
          <p:nvPr/>
        </p:nvSpPr>
        <p:spPr>
          <a:xfrm>
            <a:off x="2432050" y="2203450"/>
            <a:ext cx="76200" cy="384175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7" name="cnot"/>
          <p:cNvSpPr/>
          <p:nvPr/>
        </p:nvSpPr>
        <p:spPr>
          <a:xfrm>
            <a:off x="2527300" y="2898775"/>
            <a:ext cx="76200" cy="384175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8" name="measurement_box"/>
          <p:cNvSpPr/>
          <p:nvPr/>
        </p:nvSpPr>
        <p:spPr>
          <a:xfrm>
            <a:off x="2647950" y="220980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9" name="measurement_glyph"/>
          <p:cNvSpPr txBox="1"/>
          <p:nvPr/>
        </p:nvSpPr>
        <p:spPr>
          <a:xfrm>
            <a:off x="2613152" y="219208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780" name="measurement_box"/>
          <p:cNvSpPr/>
          <p:nvPr/>
        </p:nvSpPr>
        <p:spPr>
          <a:xfrm>
            <a:off x="2647950" y="2441575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1" name="measurement_glyph"/>
          <p:cNvSpPr txBox="1"/>
          <p:nvPr/>
        </p:nvSpPr>
        <p:spPr>
          <a:xfrm>
            <a:off x="2613152" y="2423858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782" name="measurement_box"/>
          <p:cNvSpPr/>
          <p:nvPr/>
        </p:nvSpPr>
        <p:spPr>
          <a:xfrm>
            <a:off x="2647950" y="267335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3" name="measurement_glyph"/>
          <p:cNvSpPr txBox="1"/>
          <p:nvPr/>
        </p:nvSpPr>
        <p:spPr>
          <a:xfrm>
            <a:off x="2613152" y="265563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784" name="measurement_box"/>
          <p:cNvSpPr/>
          <p:nvPr/>
        </p:nvSpPr>
        <p:spPr>
          <a:xfrm>
            <a:off x="2647950" y="2905125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5" name="measurement_glyph"/>
          <p:cNvSpPr txBox="1"/>
          <p:nvPr/>
        </p:nvSpPr>
        <p:spPr>
          <a:xfrm>
            <a:off x="2613152" y="2887408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786" name="measurement_box"/>
          <p:cNvSpPr/>
          <p:nvPr/>
        </p:nvSpPr>
        <p:spPr>
          <a:xfrm>
            <a:off x="2647950" y="313690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7" name="measurement_glyph"/>
          <p:cNvSpPr txBox="1"/>
          <p:nvPr/>
        </p:nvSpPr>
        <p:spPr>
          <a:xfrm>
            <a:off x="2613152" y="311918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788" name="training_label_middle_back_card"/>
          <p:cNvSpPr/>
          <p:nvPr/>
        </p:nvSpPr>
        <p:spPr>
          <a:xfrm>
            <a:off x="1301750" y="2095499"/>
            <a:ext cx="2349500" cy="1035050"/>
          </a:xfrm>
          <a:prstGeom prst="rect">
            <a:avLst/>
          </a:prstGeom>
          <a:solidFill>
            <a:srgbClr val="D7EFC5"/>
          </a:solidFill>
          <a:ln w="1587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9" name="ket0"/>
          <p:cNvSpPr txBox="1"/>
          <p:nvPr/>
        </p:nvSpPr>
        <p:spPr>
          <a:xfrm>
            <a:off x="1365250" y="215328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790" name="quantum_wire"/>
          <p:cNvCxnSpPr/>
          <p:nvPr/>
        </p:nvCxnSpPr>
        <p:spPr>
          <a:xfrm>
            <a:off x="1549400" y="2235200"/>
            <a:ext cx="18161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791" name="rotation_x"/>
          <p:cNvSpPr/>
          <p:nvPr/>
        </p:nvSpPr>
        <p:spPr>
          <a:xfrm>
            <a:off x="1636615" y="2177831"/>
            <a:ext cx="132486" cy="114736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2" name="rotation_y"/>
          <p:cNvSpPr/>
          <p:nvPr/>
        </p:nvSpPr>
        <p:spPr>
          <a:xfrm>
            <a:off x="1892731" y="2168956"/>
            <a:ext cx="132486" cy="132486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3" name="rotation_z"/>
          <p:cNvSpPr/>
          <p:nvPr/>
        </p:nvSpPr>
        <p:spPr>
          <a:xfrm>
            <a:off x="2148848" y="2168956"/>
            <a:ext cx="132486" cy="132486"/>
          </a:xfrm>
          <a:prstGeom prst="ellipse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4" name="rotation_x"/>
          <p:cNvSpPr/>
          <p:nvPr/>
        </p:nvSpPr>
        <p:spPr>
          <a:xfrm>
            <a:off x="2404965" y="2177831"/>
            <a:ext cx="132486" cy="114736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5" name="rotation_y"/>
          <p:cNvSpPr/>
          <p:nvPr/>
        </p:nvSpPr>
        <p:spPr>
          <a:xfrm>
            <a:off x="2661081" y="2168956"/>
            <a:ext cx="132486" cy="132486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6" name="rotation_z"/>
          <p:cNvSpPr/>
          <p:nvPr/>
        </p:nvSpPr>
        <p:spPr>
          <a:xfrm>
            <a:off x="2917198" y="2168956"/>
            <a:ext cx="132486" cy="13248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7" name="ket0"/>
          <p:cNvSpPr txBox="1"/>
          <p:nvPr/>
        </p:nvSpPr>
        <p:spPr>
          <a:xfrm>
            <a:off x="1365250" y="2398818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798" name="quantum_wire"/>
          <p:cNvCxnSpPr/>
          <p:nvPr/>
        </p:nvCxnSpPr>
        <p:spPr>
          <a:xfrm>
            <a:off x="1549400" y="2480733"/>
            <a:ext cx="18161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799" name="rotation_x"/>
          <p:cNvSpPr/>
          <p:nvPr/>
        </p:nvSpPr>
        <p:spPr>
          <a:xfrm>
            <a:off x="1636615" y="2423365"/>
            <a:ext cx="132486" cy="114736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0" name="rotation_y"/>
          <p:cNvSpPr/>
          <p:nvPr/>
        </p:nvSpPr>
        <p:spPr>
          <a:xfrm>
            <a:off x="1892731" y="2414490"/>
            <a:ext cx="132486" cy="132486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1" name="rotation_z"/>
          <p:cNvSpPr/>
          <p:nvPr/>
        </p:nvSpPr>
        <p:spPr>
          <a:xfrm>
            <a:off x="2148848" y="2414490"/>
            <a:ext cx="132486" cy="13248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2" name="rotation_x"/>
          <p:cNvSpPr/>
          <p:nvPr/>
        </p:nvSpPr>
        <p:spPr>
          <a:xfrm>
            <a:off x="2404965" y="2423365"/>
            <a:ext cx="132486" cy="114736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3" name="rotation_y"/>
          <p:cNvSpPr/>
          <p:nvPr/>
        </p:nvSpPr>
        <p:spPr>
          <a:xfrm>
            <a:off x="2661081" y="2414490"/>
            <a:ext cx="132486" cy="132486"/>
          </a:xfrm>
          <a:prstGeom prst="diamond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4" name="rotation_z"/>
          <p:cNvSpPr/>
          <p:nvPr/>
        </p:nvSpPr>
        <p:spPr>
          <a:xfrm>
            <a:off x="2917198" y="2414490"/>
            <a:ext cx="132486" cy="13248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5" name="ket0"/>
          <p:cNvSpPr txBox="1"/>
          <p:nvPr/>
        </p:nvSpPr>
        <p:spPr>
          <a:xfrm>
            <a:off x="1365250" y="2644351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806" name="quantum_wire"/>
          <p:cNvCxnSpPr/>
          <p:nvPr/>
        </p:nvCxnSpPr>
        <p:spPr>
          <a:xfrm>
            <a:off x="1549400" y="2726266"/>
            <a:ext cx="18161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807" name="rotation_x"/>
          <p:cNvSpPr/>
          <p:nvPr/>
        </p:nvSpPr>
        <p:spPr>
          <a:xfrm>
            <a:off x="1636615" y="2668898"/>
            <a:ext cx="132486" cy="114736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8" name="rotation_y"/>
          <p:cNvSpPr/>
          <p:nvPr/>
        </p:nvSpPr>
        <p:spPr>
          <a:xfrm>
            <a:off x="1892731" y="2660023"/>
            <a:ext cx="132486" cy="132486"/>
          </a:xfrm>
          <a:prstGeom prst="diamond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9" name="rotation_z"/>
          <p:cNvSpPr/>
          <p:nvPr/>
        </p:nvSpPr>
        <p:spPr>
          <a:xfrm>
            <a:off x="2148848" y="2660023"/>
            <a:ext cx="132486" cy="13248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0" name="rotation_x"/>
          <p:cNvSpPr/>
          <p:nvPr/>
        </p:nvSpPr>
        <p:spPr>
          <a:xfrm>
            <a:off x="2404965" y="2668898"/>
            <a:ext cx="132486" cy="114736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1" name="rotation_y"/>
          <p:cNvSpPr/>
          <p:nvPr/>
        </p:nvSpPr>
        <p:spPr>
          <a:xfrm>
            <a:off x="2661081" y="2660023"/>
            <a:ext cx="132486" cy="132486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2" name="rotation_z"/>
          <p:cNvSpPr/>
          <p:nvPr/>
        </p:nvSpPr>
        <p:spPr>
          <a:xfrm>
            <a:off x="2917198" y="2660023"/>
            <a:ext cx="132486" cy="13248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3" name="ket0"/>
          <p:cNvSpPr txBox="1"/>
          <p:nvPr/>
        </p:nvSpPr>
        <p:spPr>
          <a:xfrm>
            <a:off x="1365250" y="288988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814" name="quantum_wire"/>
          <p:cNvCxnSpPr/>
          <p:nvPr/>
        </p:nvCxnSpPr>
        <p:spPr>
          <a:xfrm>
            <a:off x="1549400" y="2971800"/>
            <a:ext cx="18161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815" name="rotation_x"/>
          <p:cNvSpPr/>
          <p:nvPr/>
        </p:nvSpPr>
        <p:spPr>
          <a:xfrm>
            <a:off x="1636615" y="2914431"/>
            <a:ext cx="132486" cy="114736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6" name="rotation_y"/>
          <p:cNvSpPr/>
          <p:nvPr/>
        </p:nvSpPr>
        <p:spPr>
          <a:xfrm>
            <a:off x="1892731" y="2905556"/>
            <a:ext cx="132486" cy="132486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7" name="rotation_z"/>
          <p:cNvSpPr/>
          <p:nvPr/>
        </p:nvSpPr>
        <p:spPr>
          <a:xfrm>
            <a:off x="2148848" y="2905556"/>
            <a:ext cx="132486" cy="132486"/>
          </a:xfrm>
          <a:prstGeom prst="ellipse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8" name="rotation_x"/>
          <p:cNvSpPr/>
          <p:nvPr/>
        </p:nvSpPr>
        <p:spPr>
          <a:xfrm>
            <a:off x="2404965" y="2914431"/>
            <a:ext cx="132486" cy="114736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9" name="rotation_y"/>
          <p:cNvSpPr/>
          <p:nvPr/>
        </p:nvSpPr>
        <p:spPr>
          <a:xfrm>
            <a:off x="2661081" y="2905556"/>
            <a:ext cx="132486" cy="132486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0" name="rotation_z"/>
          <p:cNvSpPr/>
          <p:nvPr/>
        </p:nvSpPr>
        <p:spPr>
          <a:xfrm>
            <a:off x="2917198" y="2905556"/>
            <a:ext cx="132486" cy="132486"/>
          </a:xfrm>
          <a:prstGeom prst="ellipse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1" name="cnot"/>
          <p:cNvSpPr/>
          <p:nvPr/>
        </p:nvSpPr>
        <p:spPr>
          <a:xfrm>
            <a:off x="3194050" y="2159000"/>
            <a:ext cx="76200" cy="397933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2" name="cnot"/>
          <p:cNvSpPr/>
          <p:nvPr/>
        </p:nvSpPr>
        <p:spPr>
          <a:xfrm>
            <a:off x="3289300" y="2650066"/>
            <a:ext cx="76200" cy="397933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3" name="measurement_box"/>
          <p:cNvSpPr/>
          <p:nvPr/>
        </p:nvSpPr>
        <p:spPr>
          <a:xfrm>
            <a:off x="3409950" y="216535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4" name="measurement_glyph"/>
          <p:cNvSpPr txBox="1"/>
          <p:nvPr/>
        </p:nvSpPr>
        <p:spPr>
          <a:xfrm>
            <a:off x="3375151" y="214763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825" name="measurement_box"/>
          <p:cNvSpPr/>
          <p:nvPr/>
        </p:nvSpPr>
        <p:spPr>
          <a:xfrm>
            <a:off x="3409950" y="2410883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6" name="measurement_glyph"/>
          <p:cNvSpPr txBox="1"/>
          <p:nvPr/>
        </p:nvSpPr>
        <p:spPr>
          <a:xfrm>
            <a:off x="3375151" y="2393166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827" name="measurement_box"/>
          <p:cNvSpPr/>
          <p:nvPr/>
        </p:nvSpPr>
        <p:spPr>
          <a:xfrm>
            <a:off x="3409950" y="2656416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8" name="measurement_glyph"/>
          <p:cNvSpPr txBox="1"/>
          <p:nvPr/>
        </p:nvSpPr>
        <p:spPr>
          <a:xfrm>
            <a:off x="3375151" y="2638700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829" name="measurement_box"/>
          <p:cNvSpPr/>
          <p:nvPr/>
        </p:nvSpPr>
        <p:spPr>
          <a:xfrm>
            <a:off x="3409950" y="290195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0" name="measurement_glyph"/>
          <p:cNvSpPr txBox="1"/>
          <p:nvPr/>
        </p:nvSpPr>
        <p:spPr>
          <a:xfrm>
            <a:off x="3375151" y="288423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831" name="training_label_middle_front_card"/>
          <p:cNvSpPr/>
          <p:nvPr/>
        </p:nvSpPr>
        <p:spPr>
          <a:xfrm>
            <a:off x="1377950" y="2171700"/>
            <a:ext cx="2349500" cy="1035050"/>
          </a:xfrm>
          <a:prstGeom prst="rect">
            <a:avLst/>
          </a:prstGeom>
          <a:solidFill>
            <a:srgbClr val="D7EFC5"/>
          </a:solidFill>
          <a:ln w="1587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2" name="ket0"/>
          <p:cNvSpPr txBox="1"/>
          <p:nvPr/>
        </p:nvSpPr>
        <p:spPr>
          <a:xfrm>
            <a:off x="1441450" y="222948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833" name="quantum_wire"/>
          <p:cNvCxnSpPr/>
          <p:nvPr/>
        </p:nvCxnSpPr>
        <p:spPr>
          <a:xfrm>
            <a:off x="1625600" y="2311400"/>
            <a:ext cx="18161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834" name="rotation_x"/>
          <p:cNvSpPr/>
          <p:nvPr/>
        </p:nvSpPr>
        <p:spPr>
          <a:xfrm>
            <a:off x="1712815" y="2254031"/>
            <a:ext cx="132486" cy="114736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5" name="rotation_y"/>
          <p:cNvSpPr/>
          <p:nvPr/>
        </p:nvSpPr>
        <p:spPr>
          <a:xfrm>
            <a:off x="1968931" y="2245156"/>
            <a:ext cx="132486" cy="132486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6" name="rotation_z"/>
          <p:cNvSpPr/>
          <p:nvPr/>
        </p:nvSpPr>
        <p:spPr>
          <a:xfrm>
            <a:off x="2225048" y="2245156"/>
            <a:ext cx="132486" cy="132486"/>
          </a:xfrm>
          <a:prstGeom prst="ellipse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7" name="rotation_x"/>
          <p:cNvSpPr/>
          <p:nvPr/>
        </p:nvSpPr>
        <p:spPr>
          <a:xfrm>
            <a:off x="2481165" y="2254031"/>
            <a:ext cx="132486" cy="114736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8" name="rotation_y"/>
          <p:cNvSpPr/>
          <p:nvPr/>
        </p:nvSpPr>
        <p:spPr>
          <a:xfrm>
            <a:off x="2737281" y="2245156"/>
            <a:ext cx="132486" cy="132486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9" name="rotation_z"/>
          <p:cNvSpPr/>
          <p:nvPr/>
        </p:nvSpPr>
        <p:spPr>
          <a:xfrm>
            <a:off x="2993398" y="2245156"/>
            <a:ext cx="132486" cy="13248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0" name="ket0"/>
          <p:cNvSpPr txBox="1"/>
          <p:nvPr/>
        </p:nvSpPr>
        <p:spPr>
          <a:xfrm>
            <a:off x="1441450" y="2475018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841" name="quantum_wire"/>
          <p:cNvCxnSpPr/>
          <p:nvPr/>
        </p:nvCxnSpPr>
        <p:spPr>
          <a:xfrm>
            <a:off x="1625600" y="2556933"/>
            <a:ext cx="18161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842" name="rotation_x"/>
          <p:cNvSpPr/>
          <p:nvPr/>
        </p:nvSpPr>
        <p:spPr>
          <a:xfrm>
            <a:off x="1712815" y="2499565"/>
            <a:ext cx="132486" cy="114736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3" name="rotation_y"/>
          <p:cNvSpPr/>
          <p:nvPr/>
        </p:nvSpPr>
        <p:spPr>
          <a:xfrm>
            <a:off x="1968931" y="2490690"/>
            <a:ext cx="132486" cy="132486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4" name="rotation_z"/>
          <p:cNvSpPr/>
          <p:nvPr/>
        </p:nvSpPr>
        <p:spPr>
          <a:xfrm>
            <a:off x="2225048" y="2490690"/>
            <a:ext cx="132486" cy="13248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5" name="rotation_x"/>
          <p:cNvSpPr/>
          <p:nvPr/>
        </p:nvSpPr>
        <p:spPr>
          <a:xfrm>
            <a:off x="2481165" y="2499565"/>
            <a:ext cx="132486" cy="114736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6" name="rotation_y"/>
          <p:cNvSpPr/>
          <p:nvPr/>
        </p:nvSpPr>
        <p:spPr>
          <a:xfrm>
            <a:off x="2737281" y="2490690"/>
            <a:ext cx="132486" cy="132486"/>
          </a:xfrm>
          <a:prstGeom prst="diamond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7" name="rotation_z"/>
          <p:cNvSpPr/>
          <p:nvPr/>
        </p:nvSpPr>
        <p:spPr>
          <a:xfrm>
            <a:off x="2993398" y="2490690"/>
            <a:ext cx="132486" cy="13248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8" name="ket0"/>
          <p:cNvSpPr txBox="1"/>
          <p:nvPr/>
        </p:nvSpPr>
        <p:spPr>
          <a:xfrm>
            <a:off x="1441450" y="2720551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849" name="quantum_wire"/>
          <p:cNvCxnSpPr/>
          <p:nvPr/>
        </p:nvCxnSpPr>
        <p:spPr>
          <a:xfrm>
            <a:off x="1625600" y="2802466"/>
            <a:ext cx="18161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850" name="rotation_x"/>
          <p:cNvSpPr/>
          <p:nvPr/>
        </p:nvSpPr>
        <p:spPr>
          <a:xfrm>
            <a:off x="1712815" y="2745098"/>
            <a:ext cx="132486" cy="114736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1" name="rotation_y"/>
          <p:cNvSpPr/>
          <p:nvPr/>
        </p:nvSpPr>
        <p:spPr>
          <a:xfrm>
            <a:off x="1968931" y="2736223"/>
            <a:ext cx="132486" cy="132486"/>
          </a:xfrm>
          <a:prstGeom prst="diamond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2" name="rotation_z"/>
          <p:cNvSpPr/>
          <p:nvPr/>
        </p:nvSpPr>
        <p:spPr>
          <a:xfrm>
            <a:off x="2225048" y="2736223"/>
            <a:ext cx="132486" cy="13248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3" name="rotation_x"/>
          <p:cNvSpPr/>
          <p:nvPr/>
        </p:nvSpPr>
        <p:spPr>
          <a:xfrm>
            <a:off x="2481165" y="2745098"/>
            <a:ext cx="132486" cy="114736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4" name="rotation_y"/>
          <p:cNvSpPr/>
          <p:nvPr/>
        </p:nvSpPr>
        <p:spPr>
          <a:xfrm>
            <a:off x="2737281" y="2736223"/>
            <a:ext cx="132486" cy="132486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5" name="rotation_z"/>
          <p:cNvSpPr/>
          <p:nvPr/>
        </p:nvSpPr>
        <p:spPr>
          <a:xfrm>
            <a:off x="2993398" y="2736223"/>
            <a:ext cx="132486" cy="13248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6" name="ket0"/>
          <p:cNvSpPr txBox="1"/>
          <p:nvPr/>
        </p:nvSpPr>
        <p:spPr>
          <a:xfrm>
            <a:off x="1441450" y="296608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857" name="quantum_wire"/>
          <p:cNvCxnSpPr/>
          <p:nvPr/>
        </p:nvCxnSpPr>
        <p:spPr>
          <a:xfrm>
            <a:off x="1625600" y="3048000"/>
            <a:ext cx="18161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858" name="rotation_x"/>
          <p:cNvSpPr/>
          <p:nvPr/>
        </p:nvSpPr>
        <p:spPr>
          <a:xfrm>
            <a:off x="1712815" y="2990631"/>
            <a:ext cx="132486" cy="114736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9" name="rotation_y"/>
          <p:cNvSpPr/>
          <p:nvPr/>
        </p:nvSpPr>
        <p:spPr>
          <a:xfrm>
            <a:off x="1968931" y="2981756"/>
            <a:ext cx="132486" cy="132486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0" name="rotation_z"/>
          <p:cNvSpPr/>
          <p:nvPr/>
        </p:nvSpPr>
        <p:spPr>
          <a:xfrm>
            <a:off x="2225048" y="2981756"/>
            <a:ext cx="132486" cy="132486"/>
          </a:xfrm>
          <a:prstGeom prst="ellipse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1" name="rotation_x"/>
          <p:cNvSpPr/>
          <p:nvPr/>
        </p:nvSpPr>
        <p:spPr>
          <a:xfrm>
            <a:off x="2481165" y="2990631"/>
            <a:ext cx="132486" cy="114736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2" name="rotation_y"/>
          <p:cNvSpPr/>
          <p:nvPr/>
        </p:nvSpPr>
        <p:spPr>
          <a:xfrm>
            <a:off x="2737281" y="2981756"/>
            <a:ext cx="132486" cy="132486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3" name="rotation_z"/>
          <p:cNvSpPr/>
          <p:nvPr/>
        </p:nvSpPr>
        <p:spPr>
          <a:xfrm>
            <a:off x="2993398" y="2981756"/>
            <a:ext cx="132486" cy="132486"/>
          </a:xfrm>
          <a:prstGeom prst="ellipse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4" name="cnot"/>
          <p:cNvSpPr/>
          <p:nvPr/>
        </p:nvSpPr>
        <p:spPr>
          <a:xfrm>
            <a:off x="3270250" y="2235200"/>
            <a:ext cx="76200" cy="397933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5" name="cnot"/>
          <p:cNvSpPr/>
          <p:nvPr/>
        </p:nvSpPr>
        <p:spPr>
          <a:xfrm>
            <a:off x="3365500" y="2726266"/>
            <a:ext cx="76200" cy="397933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6" name="measurement_box"/>
          <p:cNvSpPr/>
          <p:nvPr/>
        </p:nvSpPr>
        <p:spPr>
          <a:xfrm>
            <a:off x="3486150" y="224155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7" name="measurement_glyph"/>
          <p:cNvSpPr txBox="1"/>
          <p:nvPr/>
        </p:nvSpPr>
        <p:spPr>
          <a:xfrm>
            <a:off x="3451352" y="222383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868" name="measurement_box"/>
          <p:cNvSpPr/>
          <p:nvPr/>
        </p:nvSpPr>
        <p:spPr>
          <a:xfrm>
            <a:off x="3486150" y="2487083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9" name="measurement_glyph"/>
          <p:cNvSpPr txBox="1"/>
          <p:nvPr/>
        </p:nvSpPr>
        <p:spPr>
          <a:xfrm>
            <a:off x="3451352" y="2469366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870" name="measurement_box"/>
          <p:cNvSpPr/>
          <p:nvPr/>
        </p:nvSpPr>
        <p:spPr>
          <a:xfrm>
            <a:off x="3486150" y="2732616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1" name="measurement_glyph"/>
          <p:cNvSpPr txBox="1"/>
          <p:nvPr/>
        </p:nvSpPr>
        <p:spPr>
          <a:xfrm>
            <a:off x="3451352" y="2714900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872" name="measurement_box"/>
          <p:cNvSpPr/>
          <p:nvPr/>
        </p:nvSpPr>
        <p:spPr>
          <a:xfrm>
            <a:off x="3486150" y="297815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3" name="measurement_glyph"/>
          <p:cNvSpPr txBox="1"/>
          <p:nvPr/>
        </p:nvSpPr>
        <p:spPr>
          <a:xfrm>
            <a:off x="3451352" y="296043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874" name="training_label_small_back_card"/>
          <p:cNvSpPr/>
          <p:nvPr/>
        </p:nvSpPr>
        <p:spPr>
          <a:xfrm>
            <a:off x="2940050" y="2019300"/>
            <a:ext cx="1771650" cy="768350"/>
          </a:xfrm>
          <a:prstGeom prst="rect">
            <a:avLst/>
          </a:prstGeom>
          <a:solidFill>
            <a:srgbClr val="FFF1C8"/>
          </a:solidFill>
          <a:ln w="1587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5" name="ket0"/>
          <p:cNvSpPr txBox="1"/>
          <p:nvPr/>
        </p:nvSpPr>
        <p:spPr>
          <a:xfrm>
            <a:off x="3003550" y="207708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876" name="quantum_wire"/>
          <p:cNvCxnSpPr/>
          <p:nvPr/>
        </p:nvCxnSpPr>
        <p:spPr>
          <a:xfrm>
            <a:off x="3187700" y="2159000"/>
            <a:ext cx="123825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877" name="rotation_x"/>
          <p:cNvSpPr/>
          <p:nvPr/>
        </p:nvSpPr>
        <p:spPr>
          <a:xfrm>
            <a:off x="3271488" y="2105767"/>
            <a:ext cx="122935" cy="106465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8" name="rotation_y"/>
          <p:cNvSpPr/>
          <p:nvPr/>
        </p:nvSpPr>
        <p:spPr>
          <a:xfrm>
            <a:off x="3511200" y="2097532"/>
            <a:ext cx="122935" cy="122936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9" name="rotation_z"/>
          <p:cNvSpPr/>
          <p:nvPr/>
        </p:nvSpPr>
        <p:spPr>
          <a:xfrm>
            <a:off x="3750913" y="2097532"/>
            <a:ext cx="122936" cy="122936"/>
          </a:xfrm>
          <a:prstGeom prst="ellipse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0" name="rotation_x"/>
          <p:cNvSpPr/>
          <p:nvPr/>
        </p:nvSpPr>
        <p:spPr>
          <a:xfrm>
            <a:off x="3990625" y="2105767"/>
            <a:ext cx="122935" cy="106465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1" name="ket0"/>
          <p:cNvSpPr txBox="1"/>
          <p:nvPr/>
        </p:nvSpPr>
        <p:spPr>
          <a:xfrm>
            <a:off x="3003550" y="231203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882" name="quantum_wire"/>
          <p:cNvCxnSpPr/>
          <p:nvPr/>
        </p:nvCxnSpPr>
        <p:spPr>
          <a:xfrm>
            <a:off x="3187700" y="2393950"/>
            <a:ext cx="123825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883" name="rotation_x"/>
          <p:cNvSpPr/>
          <p:nvPr/>
        </p:nvSpPr>
        <p:spPr>
          <a:xfrm>
            <a:off x="3271488" y="2340717"/>
            <a:ext cx="122935" cy="106465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4" name="rotation_y"/>
          <p:cNvSpPr/>
          <p:nvPr/>
        </p:nvSpPr>
        <p:spPr>
          <a:xfrm>
            <a:off x="3511200" y="2332482"/>
            <a:ext cx="122935" cy="122936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5" name="rotation_z"/>
          <p:cNvSpPr/>
          <p:nvPr/>
        </p:nvSpPr>
        <p:spPr>
          <a:xfrm>
            <a:off x="3750913" y="2332482"/>
            <a:ext cx="122936" cy="122936"/>
          </a:xfrm>
          <a:prstGeom prst="ellipse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6" name="rotation_x"/>
          <p:cNvSpPr/>
          <p:nvPr/>
        </p:nvSpPr>
        <p:spPr>
          <a:xfrm>
            <a:off x="3990625" y="2340717"/>
            <a:ext cx="122935" cy="106465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7" name="ket0"/>
          <p:cNvSpPr txBox="1"/>
          <p:nvPr/>
        </p:nvSpPr>
        <p:spPr>
          <a:xfrm>
            <a:off x="3003550" y="254698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888" name="quantum_wire"/>
          <p:cNvCxnSpPr/>
          <p:nvPr/>
        </p:nvCxnSpPr>
        <p:spPr>
          <a:xfrm>
            <a:off x="3187700" y="2628900"/>
            <a:ext cx="123825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889" name="rotation_x"/>
          <p:cNvSpPr/>
          <p:nvPr/>
        </p:nvSpPr>
        <p:spPr>
          <a:xfrm>
            <a:off x="3271488" y="2575667"/>
            <a:ext cx="122935" cy="106465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0" name="rotation_y"/>
          <p:cNvSpPr/>
          <p:nvPr/>
        </p:nvSpPr>
        <p:spPr>
          <a:xfrm>
            <a:off x="3511200" y="2567432"/>
            <a:ext cx="122935" cy="122936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1" name="rotation_z"/>
          <p:cNvSpPr/>
          <p:nvPr/>
        </p:nvSpPr>
        <p:spPr>
          <a:xfrm>
            <a:off x="3750913" y="2567432"/>
            <a:ext cx="122936" cy="12293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2" name="rotation_x"/>
          <p:cNvSpPr/>
          <p:nvPr/>
        </p:nvSpPr>
        <p:spPr>
          <a:xfrm>
            <a:off x="3990625" y="2575667"/>
            <a:ext cx="122935" cy="106465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3" name="cnot"/>
          <p:cNvSpPr/>
          <p:nvPr/>
        </p:nvSpPr>
        <p:spPr>
          <a:xfrm>
            <a:off x="4254500" y="2082800"/>
            <a:ext cx="76200" cy="387350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4" name="cnot"/>
          <p:cNvSpPr/>
          <p:nvPr/>
        </p:nvSpPr>
        <p:spPr>
          <a:xfrm>
            <a:off x="4349750" y="2317750"/>
            <a:ext cx="76200" cy="387350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5" name="measurement_box"/>
          <p:cNvSpPr/>
          <p:nvPr/>
        </p:nvSpPr>
        <p:spPr>
          <a:xfrm>
            <a:off x="4470400" y="208915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6" name="measurement_glyph"/>
          <p:cNvSpPr txBox="1"/>
          <p:nvPr/>
        </p:nvSpPr>
        <p:spPr>
          <a:xfrm>
            <a:off x="4435602" y="207143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897" name="measurement_box"/>
          <p:cNvSpPr/>
          <p:nvPr/>
        </p:nvSpPr>
        <p:spPr>
          <a:xfrm>
            <a:off x="4470400" y="232410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8" name="measurement_glyph"/>
          <p:cNvSpPr txBox="1"/>
          <p:nvPr/>
        </p:nvSpPr>
        <p:spPr>
          <a:xfrm>
            <a:off x="4435602" y="230638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899" name="measurement_box"/>
          <p:cNvSpPr/>
          <p:nvPr/>
        </p:nvSpPr>
        <p:spPr>
          <a:xfrm>
            <a:off x="4470400" y="255905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0" name="measurement_glyph"/>
          <p:cNvSpPr txBox="1"/>
          <p:nvPr/>
        </p:nvSpPr>
        <p:spPr>
          <a:xfrm>
            <a:off x="4435602" y="254133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901" name="training_label_small_front_card"/>
          <p:cNvSpPr/>
          <p:nvPr/>
        </p:nvSpPr>
        <p:spPr>
          <a:xfrm>
            <a:off x="3016250" y="2095499"/>
            <a:ext cx="1771650" cy="768350"/>
          </a:xfrm>
          <a:prstGeom prst="rect">
            <a:avLst/>
          </a:prstGeom>
          <a:solidFill>
            <a:srgbClr val="FFF1C8"/>
          </a:solidFill>
          <a:ln w="1587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2" name="ket0"/>
          <p:cNvSpPr txBox="1"/>
          <p:nvPr/>
        </p:nvSpPr>
        <p:spPr>
          <a:xfrm>
            <a:off x="3079750" y="215328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903" name="quantum_wire"/>
          <p:cNvCxnSpPr/>
          <p:nvPr/>
        </p:nvCxnSpPr>
        <p:spPr>
          <a:xfrm>
            <a:off x="3263900" y="2235200"/>
            <a:ext cx="123825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904" name="rotation_x"/>
          <p:cNvSpPr/>
          <p:nvPr/>
        </p:nvSpPr>
        <p:spPr>
          <a:xfrm>
            <a:off x="3347688" y="2181967"/>
            <a:ext cx="122935" cy="106465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5" name="rotation_y"/>
          <p:cNvSpPr/>
          <p:nvPr/>
        </p:nvSpPr>
        <p:spPr>
          <a:xfrm>
            <a:off x="3587400" y="2173732"/>
            <a:ext cx="122935" cy="122936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6" name="rotation_z"/>
          <p:cNvSpPr/>
          <p:nvPr/>
        </p:nvSpPr>
        <p:spPr>
          <a:xfrm>
            <a:off x="3827113" y="2173732"/>
            <a:ext cx="122936" cy="122936"/>
          </a:xfrm>
          <a:prstGeom prst="ellipse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7" name="rotation_x"/>
          <p:cNvSpPr/>
          <p:nvPr/>
        </p:nvSpPr>
        <p:spPr>
          <a:xfrm>
            <a:off x="4066825" y="2181967"/>
            <a:ext cx="122935" cy="106465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8" name="ket0"/>
          <p:cNvSpPr txBox="1"/>
          <p:nvPr/>
        </p:nvSpPr>
        <p:spPr>
          <a:xfrm>
            <a:off x="3079750" y="238823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909" name="quantum_wire"/>
          <p:cNvCxnSpPr/>
          <p:nvPr/>
        </p:nvCxnSpPr>
        <p:spPr>
          <a:xfrm>
            <a:off x="3263900" y="2470150"/>
            <a:ext cx="123825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910" name="rotation_x"/>
          <p:cNvSpPr/>
          <p:nvPr/>
        </p:nvSpPr>
        <p:spPr>
          <a:xfrm>
            <a:off x="3347688" y="2416917"/>
            <a:ext cx="122935" cy="106465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1" name="rotation_y"/>
          <p:cNvSpPr/>
          <p:nvPr/>
        </p:nvSpPr>
        <p:spPr>
          <a:xfrm>
            <a:off x="3587400" y="2408682"/>
            <a:ext cx="122935" cy="122936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2" name="rotation_z"/>
          <p:cNvSpPr/>
          <p:nvPr/>
        </p:nvSpPr>
        <p:spPr>
          <a:xfrm>
            <a:off x="3827113" y="2408682"/>
            <a:ext cx="122936" cy="122936"/>
          </a:xfrm>
          <a:prstGeom prst="ellipse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3" name="rotation_x"/>
          <p:cNvSpPr/>
          <p:nvPr/>
        </p:nvSpPr>
        <p:spPr>
          <a:xfrm>
            <a:off x="4066825" y="2416917"/>
            <a:ext cx="122935" cy="106465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4" name="ket0"/>
          <p:cNvSpPr txBox="1"/>
          <p:nvPr/>
        </p:nvSpPr>
        <p:spPr>
          <a:xfrm>
            <a:off x="3079750" y="262318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915" name="quantum_wire"/>
          <p:cNvCxnSpPr/>
          <p:nvPr/>
        </p:nvCxnSpPr>
        <p:spPr>
          <a:xfrm>
            <a:off x="3263900" y="2705100"/>
            <a:ext cx="123825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916" name="rotation_x"/>
          <p:cNvSpPr/>
          <p:nvPr/>
        </p:nvSpPr>
        <p:spPr>
          <a:xfrm>
            <a:off x="3347688" y="2651867"/>
            <a:ext cx="122935" cy="106465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7" name="rotation_y"/>
          <p:cNvSpPr/>
          <p:nvPr/>
        </p:nvSpPr>
        <p:spPr>
          <a:xfrm>
            <a:off x="3587400" y="2643632"/>
            <a:ext cx="122935" cy="122936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8" name="rotation_z"/>
          <p:cNvSpPr/>
          <p:nvPr/>
        </p:nvSpPr>
        <p:spPr>
          <a:xfrm>
            <a:off x="3827113" y="2643632"/>
            <a:ext cx="122936" cy="12293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9" name="rotation_x"/>
          <p:cNvSpPr/>
          <p:nvPr/>
        </p:nvSpPr>
        <p:spPr>
          <a:xfrm>
            <a:off x="4066825" y="2651867"/>
            <a:ext cx="122935" cy="106465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0" name="cnot"/>
          <p:cNvSpPr/>
          <p:nvPr/>
        </p:nvSpPr>
        <p:spPr>
          <a:xfrm>
            <a:off x="4330700" y="2159000"/>
            <a:ext cx="76200" cy="387350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1" name="cnot"/>
          <p:cNvSpPr/>
          <p:nvPr/>
        </p:nvSpPr>
        <p:spPr>
          <a:xfrm>
            <a:off x="4425950" y="2393950"/>
            <a:ext cx="76200" cy="387350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2" name="measurement_box"/>
          <p:cNvSpPr/>
          <p:nvPr/>
        </p:nvSpPr>
        <p:spPr>
          <a:xfrm>
            <a:off x="4546600" y="216535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3" name="measurement_glyph"/>
          <p:cNvSpPr txBox="1"/>
          <p:nvPr/>
        </p:nvSpPr>
        <p:spPr>
          <a:xfrm>
            <a:off x="4511801" y="214763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924" name="measurement_box"/>
          <p:cNvSpPr/>
          <p:nvPr/>
        </p:nvSpPr>
        <p:spPr>
          <a:xfrm>
            <a:off x="4546600" y="240030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5" name="measurement_glyph"/>
          <p:cNvSpPr txBox="1"/>
          <p:nvPr/>
        </p:nvSpPr>
        <p:spPr>
          <a:xfrm>
            <a:off x="4511801" y="238258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926" name="measurement_box"/>
          <p:cNvSpPr/>
          <p:nvPr/>
        </p:nvSpPr>
        <p:spPr>
          <a:xfrm>
            <a:off x="4546600" y="263525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7" name="measurement_glyph"/>
          <p:cNvSpPr txBox="1"/>
          <p:nvPr/>
        </p:nvSpPr>
        <p:spPr>
          <a:xfrm>
            <a:off x="4511801" y="261753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928" name="TITAN_0977_text"/>
          <p:cNvSpPr txBox="1"/>
          <p:nvPr/>
        </p:nvSpPr>
        <p:spPr>
          <a:xfrm>
            <a:off x="285750" y="3426777"/>
            <a:ext cx="3452114" cy="28225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01010"/>
                </a:solidFill>
                <a:latin typeface="DejaVu Serif"/>
              </a:rPr>
              <a:t>Training Dataset: Label</a:t>
            </a:r>
          </a:p>
        </p:txBody>
      </p:sp>
      <p:sp>
        <p:nvSpPr>
          <p:cNvPr id="929" name="TITAN_0978_text"/>
          <p:cNvSpPr txBox="1"/>
          <p:nvPr/>
        </p:nvSpPr>
        <p:spPr>
          <a:xfrm>
            <a:off x="3663950" y="2971165"/>
            <a:ext cx="1665224" cy="23939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010"/>
                </a:solidFill>
                <a:latin typeface="DejaVu Serif"/>
              </a:rPr>
              <a:t>Loss Function</a:t>
            </a:r>
          </a:p>
        </p:txBody>
      </p:sp>
      <p:sp>
        <p:nvSpPr>
          <p:cNvPr id="930" name="loss_box"/>
          <p:cNvSpPr/>
          <p:nvPr/>
        </p:nvSpPr>
        <p:spPr>
          <a:xfrm>
            <a:off x="3143250" y="3200400"/>
            <a:ext cx="1422400" cy="419100"/>
          </a:xfrm>
          <a:prstGeom prst="rect">
            <a:avLst/>
          </a:prstGeom>
          <a:solidFill>
            <a:srgbClr val="FFF7F7"/>
          </a:solidFill>
          <a:ln w="15875">
            <a:solidFill>
              <a:srgbClr val="E83D57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1" name="loss_formula"/>
          <p:cNvSpPr txBox="1"/>
          <p:nvPr/>
        </p:nvSpPr>
        <p:spPr>
          <a:xfrm>
            <a:off x="2440432" y="3339782"/>
            <a:ext cx="2828036" cy="23082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01010"/>
                </a:solidFill>
                <a:latin typeface="DejaVu Serif"/>
              </a:rPr>
              <a:t>min   1/N  Σ ‖Ĉᵢ − Cᵢ‖²F</a:t>
            </a:r>
          </a:p>
        </p:txBody>
      </p:sp>
      <p:sp>
        <p:nvSpPr>
          <p:cNvPr id="932" name="TITAN_0981_text"/>
          <p:cNvSpPr txBox="1"/>
          <p:nvPr/>
        </p:nvSpPr>
        <p:spPr>
          <a:xfrm>
            <a:off x="3289300" y="3501390"/>
            <a:ext cx="203708" cy="1536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600" b="0" i="1">
                <a:solidFill>
                  <a:srgbClr val="101010"/>
                </a:solidFill>
                <a:latin typeface="DejaVu Serif"/>
              </a:rPr>
              <a:t>ω</a:t>
            </a:r>
          </a:p>
        </p:txBody>
      </p:sp>
      <p:cxnSp>
        <p:nvCxnSpPr>
          <p:cNvPr id="933" name="loss_input_arrow"/>
          <p:cNvCxnSpPr/>
          <p:nvPr/>
        </p:nvCxnSpPr>
        <p:spPr>
          <a:xfrm>
            <a:off x="1581150" y="3429000"/>
            <a:ext cx="1524000" cy="0"/>
          </a:xfrm>
          <a:prstGeom prst="line">
            <a:avLst/>
          </a:prstGeom>
          <a:ln w="15875">
            <a:solidFill>
              <a:srgbClr val="E83D57"/>
            </a:solidFill>
          </a:ln>
          <a:effectLst/>
        </p:spPr>
      </p:cxnSp>
      <p:sp>
        <p:nvSpPr>
          <p:cNvPr id="934" name="TITAN_0983_polygon"/>
          <p:cNvSpPr/>
          <p:nvPr/>
        </p:nvSpPr>
        <p:spPr>
          <a:xfrm rot="5400000">
            <a:off x="3050157" y="3397250"/>
            <a:ext cx="54992" cy="63500"/>
          </a:xfrm>
          <a:prstGeom prst="triangle">
            <a:avLst/>
          </a:prstGeom>
          <a:solidFill>
            <a:srgbClr val="E83D57"/>
          </a:solidFill>
          <a:ln w="6350">
            <a:solidFill>
              <a:srgbClr val="E83D5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5" name="model_training_box"/>
          <p:cNvSpPr/>
          <p:nvPr/>
        </p:nvSpPr>
        <p:spPr>
          <a:xfrm>
            <a:off x="139700" y="3714750"/>
            <a:ext cx="4578350" cy="1657350"/>
          </a:xfrm>
          <a:prstGeom prst="rect">
            <a:avLst/>
          </a:prstGeom>
          <a:solidFill>
            <a:srgbClr val="FFFFFF"/>
          </a:solidFill>
          <a:ln w="19050">
            <a:solidFill>
              <a:srgbClr val="10101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6" name="titan_model_name"/>
          <p:cNvSpPr txBox="1"/>
          <p:nvPr/>
        </p:nvSpPr>
        <p:spPr>
          <a:xfrm>
            <a:off x="3440429" y="3823970"/>
            <a:ext cx="1099820" cy="35941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1010"/>
                </a:solidFill>
                <a:latin typeface="DejaVu Serif"/>
              </a:rPr>
              <a:t>TITAN</a:t>
            </a:r>
          </a:p>
        </p:txBody>
      </p:sp>
      <p:sp>
        <p:nvSpPr>
          <p:cNvPr id="937" name="weights_update_box"/>
          <p:cNvSpPr/>
          <p:nvPr/>
        </p:nvSpPr>
        <p:spPr>
          <a:xfrm>
            <a:off x="806450" y="3765550"/>
            <a:ext cx="1397000" cy="203200"/>
          </a:xfrm>
          <a:prstGeom prst="rect">
            <a:avLst/>
          </a:prstGeom>
          <a:solidFill>
            <a:srgbClr val="BFD8FF"/>
          </a:solidFill>
          <a:ln w="12700">
            <a:solidFill>
              <a:srgbClr val="4E6EB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8" name="TITAN_0987_text"/>
          <p:cNvSpPr txBox="1"/>
          <p:nvPr/>
        </p:nvSpPr>
        <p:spPr>
          <a:xfrm>
            <a:off x="528320" y="3798252"/>
            <a:ext cx="1953260" cy="1965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01010"/>
                </a:solidFill>
                <a:latin typeface="DejaVu Serif"/>
              </a:rPr>
              <a:t>Model Weights Update</a:t>
            </a:r>
          </a:p>
        </p:txBody>
      </p:sp>
      <p:cxnSp>
        <p:nvCxnSpPr>
          <p:cNvPr id="939" name="TITAN_0988_line"/>
          <p:cNvCxnSpPr/>
          <p:nvPr/>
        </p:nvCxnSpPr>
        <p:spPr>
          <a:xfrm>
            <a:off x="2609850" y="3524250"/>
            <a:ext cx="0" cy="349249"/>
          </a:xfrm>
          <a:prstGeom prst="line">
            <a:avLst/>
          </a:prstGeom>
          <a:ln w="15240">
            <a:solidFill>
              <a:srgbClr val="E83D57"/>
            </a:solidFill>
            <a:prstDash val="dash"/>
          </a:ln>
          <a:effectLst/>
        </p:spPr>
      </p:cxnSp>
      <p:cxnSp>
        <p:nvCxnSpPr>
          <p:cNvPr id="940" name="TITAN_0989_line"/>
          <p:cNvCxnSpPr/>
          <p:nvPr/>
        </p:nvCxnSpPr>
        <p:spPr>
          <a:xfrm flipH="1">
            <a:off x="2222500" y="3873499"/>
            <a:ext cx="387350" cy="0"/>
          </a:xfrm>
          <a:prstGeom prst="line">
            <a:avLst/>
          </a:prstGeom>
          <a:ln w="15240">
            <a:solidFill>
              <a:srgbClr val="E83D57"/>
            </a:solidFill>
          </a:ln>
          <a:effectLst/>
        </p:spPr>
      </p:cxnSp>
      <p:sp>
        <p:nvSpPr>
          <p:cNvPr id="941" name="TITAN_0990_polygon"/>
          <p:cNvSpPr/>
          <p:nvPr/>
        </p:nvSpPr>
        <p:spPr>
          <a:xfrm rot="16200000">
            <a:off x="2222500" y="3841750"/>
            <a:ext cx="54992" cy="63500"/>
          </a:xfrm>
          <a:prstGeom prst="triangle">
            <a:avLst/>
          </a:prstGeom>
          <a:solidFill>
            <a:srgbClr val="E83D57"/>
          </a:solidFill>
          <a:ln w="6350">
            <a:solidFill>
              <a:srgbClr val="E83D5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42" name="TITAN_0991_line"/>
          <p:cNvCxnSpPr/>
          <p:nvPr/>
        </p:nvCxnSpPr>
        <p:spPr>
          <a:xfrm flipV="1">
            <a:off x="4718050" y="3587750"/>
            <a:ext cx="0" cy="241300"/>
          </a:xfrm>
          <a:prstGeom prst="line">
            <a:avLst/>
          </a:prstGeom>
          <a:ln w="15240">
            <a:solidFill>
              <a:srgbClr val="E83D57"/>
            </a:solidFill>
            <a:prstDash val="dash"/>
          </a:ln>
          <a:effectLst/>
        </p:spPr>
      </p:cxnSp>
      <p:cxnSp>
        <p:nvCxnSpPr>
          <p:cNvPr id="943" name="TITAN_0992_line"/>
          <p:cNvCxnSpPr/>
          <p:nvPr/>
        </p:nvCxnSpPr>
        <p:spPr>
          <a:xfrm flipH="1">
            <a:off x="4559300" y="3587750"/>
            <a:ext cx="158750" cy="0"/>
          </a:xfrm>
          <a:prstGeom prst="line">
            <a:avLst/>
          </a:prstGeom>
          <a:ln w="15240">
            <a:solidFill>
              <a:srgbClr val="E83D57"/>
            </a:solidFill>
            <a:prstDash val="dash"/>
          </a:ln>
          <a:effectLst/>
        </p:spPr>
      </p:cxnSp>
      <p:cxnSp>
        <p:nvCxnSpPr>
          <p:cNvPr id="944" name="TITAN_0993_line"/>
          <p:cNvCxnSpPr/>
          <p:nvPr/>
        </p:nvCxnSpPr>
        <p:spPr>
          <a:xfrm flipV="1">
            <a:off x="1574800" y="3371850"/>
            <a:ext cx="0" cy="50800"/>
          </a:xfrm>
          <a:prstGeom prst="line">
            <a:avLst/>
          </a:prstGeom>
          <a:ln w="15240">
            <a:solidFill>
              <a:srgbClr val="E83D57"/>
            </a:solidFill>
            <a:prstDash val="dash"/>
          </a:ln>
          <a:effectLst/>
        </p:spPr>
      </p:cxnSp>
      <p:cxnSp>
        <p:nvCxnSpPr>
          <p:cNvPr id="945" name="TITAN_0994_line"/>
          <p:cNvCxnSpPr/>
          <p:nvPr/>
        </p:nvCxnSpPr>
        <p:spPr>
          <a:xfrm>
            <a:off x="1574800" y="3371850"/>
            <a:ext cx="127000" cy="0"/>
          </a:xfrm>
          <a:prstGeom prst="line">
            <a:avLst/>
          </a:prstGeom>
          <a:ln w="15240">
            <a:solidFill>
              <a:srgbClr val="E83D57"/>
            </a:solidFill>
            <a:prstDash val="dash"/>
          </a:ln>
          <a:effectLst/>
        </p:spPr>
      </p:cxnSp>
      <p:cxnSp>
        <p:nvCxnSpPr>
          <p:cNvPr id="946" name="TITAN_0995_line"/>
          <p:cNvCxnSpPr/>
          <p:nvPr/>
        </p:nvCxnSpPr>
        <p:spPr>
          <a:xfrm>
            <a:off x="133350" y="4356100"/>
            <a:ext cx="203200" cy="0"/>
          </a:xfrm>
          <a:prstGeom prst="line">
            <a:avLst/>
          </a:prstGeom>
          <a:ln w="25400">
            <a:solidFill>
              <a:srgbClr val="101010"/>
            </a:solidFill>
          </a:ln>
          <a:effectLst/>
        </p:spPr>
      </p:cxnSp>
      <p:sp>
        <p:nvSpPr>
          <p:cNvPr id="947" name="TITAN_0996_polygon"/>
          <p:cNvSpPr/>
          <p:nvPr/>
        </p:nvSpPr>
        <p:spPr>
          <a:xfrm rot="5400000">
            <a:off x="276058" y="4321175"/>
            <a:ext cx="60491" cy="69850"/>
          </a:xfrm>
          <a:prstGeom prst="triangle">
            <a:avLst/>
          </a:pr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8" name="input_top"/>
          <p:cNvSpPr/>
          <p:nvPr/>
        </p:nvSpPr>
        <p:spPr>
          <a:xfrm>
            <a:off x="342900" y="3968750"/>
            <a:ext cx="298450" cy="114300"/>
          </a:xfrm>
          <a:prstGeom prst="diamond">
            <a:avLst/>
          </a:prstGeom>
          <a:solidFill>
            <a:srgbClr val="8650D8"/>
          </a:solidFill>
          <a:ln w="1270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9" name="input_tensor"/>
          <p:cNvSpPr/>
          <p:nvPr/>
        </p:nvSpPr>
        <p:spPr>
          <a:xfrm>
            <a:off x="342900" y="4083050"/>
            <a:ext cx="177800" cy="952500"/>
          </a:xfrm>
          <a:prstGeom prst="rect">
            <a:avLst/>
          </a:prstGeom>
          <a:solidFill>
            <a:srgbClr val="8650D8"/>
          </a:solidFill>
          <a:ln w="1270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50" name="TITAN_0999_line"/>
          <p:cNvCxnSpPr/>
          <p:nvPr/>
        </p:nvCxnSpPr>
        <p:spPr>
          <a:xfrm flipV="1">
            <a:off x="520700" y="3968750"/>
            <a:ext cx="120650" cy="114300"/>
          </a:xfrm>
          <a:prstGeom prst="line">
            <a:avLst/>
          </a:prstGeom>
          <a:ln w="12700">
            <a:solidFill>
              <a:srgbClr val="101010"/>
            </a:solidFill>
          </a:ln>
          <a:effectLst/>
        </p:spPr>
      </p:cxnSp>
      <p:cxnSp>
        <p:nvCxnSpPr>
          <p:cNvPr id="951" name="TITAN_1000_line"/>
          <p:cNvCxnSpPr/>
          <p:nvPr/>
        </p:nvCxnSpPr>
        <p:spPr>
          <a:xfrm flipV="1">
            <a:off x="520700" y="4921250"/>
            <a:ext cx="120650" cy="114300"/>
          </a:xfrm>
          <a:prstGeom prst="line">
            <a:avLst/>
          </a:prstGeom>
          <a:ln w="12700">
            <a:solidFill>
              <a:srgbClr val="101010"/>
            </a:solidFill>
          </a:ln>
          <a:effectLst/>
        </p:spPr>
      </p:cxnSp>
      <p:cxnSp>
        <p:nvCxnSpPr>
          <p:cNvPr id="952" name="TITAN_1001_line"/>
          <p:cNvCxnSpPr/>
          <p:nvPr/>
        </p:nvCxnSpPr>
        <p:spPr>
          <a:xfrm>
            <a:off x="641350" y="3968750"/>
            <a:ext cx="0" cy="952500"/>
          </a:xfrm>
          <a:prstGeom prst="line">
            <a:avLst/>
          </a:prstGeom>
          <a:ln w="12700">
            <a:solidFill>
              <a:srgbClr val="101010"/>
            </a:solidFill>
          </a:ln>
          <a:effectLst/>
        </p:spPr>
      </p:cxnSp>
      <p:sp>
        <p:nvSpPr>
          <p:cNvPr id="953" name="TITAN_1002_text"/>
          <p:cNvSpPr txBox="1"/>
          <p:nvPr/>
        </p:nvSpPr>
        <p:spPr>
          <a:xfrm>
            <a:off x="374650" y="5075872"/>
            <a:ext cx="1110488" cy="16224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01010"/>
                </a:solidFill>
                <a:latin typeface="DejaVu Serif"/>
              </a:rPr>
              <a:t>(B, 3+K, H, W)</a:t>
            </a:r>
          </a:p>
        </p:txBody>
      </p:sp>
      <p:sp>
        <p:nvSpPr>
          <p:cNvPr id="954" name="TITAN_1003_text"/>
          <p:cNvSpPr txBox="1"/>
          <p:nvPr/>
        </p:nvSpPr>
        <p:spPr>
          <a:xfrm>
            <a:off x="393700" y="5176520"/>
            <a:ext cx="651764" cy="1879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01010"/>
                </a:solidFill>
                <a:latin typeface="DejaVu Serif"/>
              </a:rPr>
              <a:t>Inputs</a:t>
            </a:r>
          </a:p>
        </p:txBody>
      </p:sp>
      <p:cxnSp>
        <p:nvCxnSpPr>
          <p:cNvPr id="955" name="TITAN_1004_line"/>
          <p:cNvCxnSpPr/>
          <p:nvPr/>
        </p:nvCxnSpPr>
        <p:spPr>
          <a:xfrm>
            <a:off x="717550" y="4527550"/>
            <a:ext cx="196850" cy="0"/>
          </a:xfrm>
          <a:prstGeom prst="line">
            <a:avLst/>
          </a:prstGeom>
          <a:ln w="25400">
            <a:solidFill>
              <a:srgbClr val="101010"/>
            </a:solidFill>
          </a:ln>
          <a:effectLst/>
        </p:spPr>
      </p:cxnSp>
      <p:sp>
        <p:nvSpPr>
          <p:cNvPr id="956" name="TITAN_1005_polygon"/>
          <p:cNvSpPr/>
          <p:nvPr/>
        </p:nvSpPr>
        <p:spPr>
          <a:xfrm rot="5400000">
            <a:off x="853908" y="4492625"/>
            <a:ext cx="60491" cy="69850"/>
          </a:xfrm>
          <a:prstGeom prst="triangle">
            <a:avLst/>
          </a:pr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57" name="TITAN_1006_line"/>
          <p:cNvCxnSpPr/>
          <p:nvPr/>
        </p:nvCxnSpPr>
        <p:spPr>
          <a:xfrm>
            <a:off x="1022350" y="4260850"/>
            <a:ext cx="228600" cy="88900"/>
          </a:xfrm>
          <a:prstGeom prst="line">
            <a:avLst/>
          </a:prstGeom>
          <a:ln w="9525">
            <a:solidFill>
              <a:srgbClr val="101010"/>
            </a:solidFill>
          </a:ln>
          <a:effectLst/>
        </p:spPr>
      </p:cxnSp>
      <p:cxnSp>
        <p:nvCxnSpPr>
          <p:cNvPr id="958" name="TITAN_1007_line"/>
          <p:cNvCxnSpPr/>
          <p:nvPr/>
        </p:nvCxnSpPr>
        <p:spPr>
          <a:xfrm>
            <a:off x="1022350" y="4260850"/>
            <a:ext cx="228600" cy="342900"/>
          </a:xfrm>
          <a:prstGeom prst="line">
            <a:avLst/>
          </a:prstGeom>
          <a:ln w="9525">
            <a:solidFill>
              <a:srgbClr val="101010"/>
            </a:solidFill>
          </a:ln>
          <a:effectLst/>
        </p:spPr>
      </p:cxnSp>
      <p:cxnSp>
        <p:nvCxnSpPr>
          <p:cNvPr id="959" name="TITAN_1008_line"/>
          <p:cNvCxnSpPr/>
          <p:nvPr/>
        </p:nvCxnSpPr>
        <p:spPr>
          <a:xfrm flipV="1">
            <a:off x="1022350" y="4349750"/>
            <a:ext cx="228600" cy="139700"/>
          </a:xfrm>
          <a:prstGeom prst="line">
            <a:avLst/>
          </a:prstGeom>
          <a:ln w="9525">
            <a:solidFill>
              <a:srgbClr val="101010"/>
            </a:solidFill>
          </a:ln>
          <a:effectLst/>
        </p:spPr>
      </p:cxnSp>
      <p:cxnSp>
        <p:nvCxnSpPr>
          <p:cNvPr id="960" name="TITAN_1009_line"/>
          <p:cNvCxnSpPr/>
          <p:nvPr/>
        </p:nvCxnSpPr>
        <p:spPr>
          <a:xfrm>
            <a:off x="1022350" y="4489450"/>
            <a:ext cx="228600" cy="114300"/>
          </a:xfrm>
          <a:prstGeom prst="line">
            <a:avLst/>
          </a:prstGeom>
          <a:ln w="9525">
            <a:solidFill>
              <a:srgbClr val="101010"/>
            </a:solidFill>
          </a:ln>
          <a:effectLst/>
        </p:spPr>
      </p:cxnSp>
      <p:cxnSp>
        <p:nvCxnSpPr>
          <p:cNvPr id="961" name="TITAN_1010_line"/>
          <p:cNvCxnSpPr/>
          <p:nvPr/>
        </p:nvCxnSpPr>
        <p:spPr>
          <a:xfrm flipV="1">
            <a:off x="1022350" y="4349750"/>
            <a:ext cx="228600" cy="381000"/>
          </a:xfrm>
          <a:prstGeom prst="line">
            <a:avLst/>
          </a:prstGeom>
          <a:ln w="9525">
            <a:solidFill>
              <a:srgbClr val="101010"/>
            </a:solidFill>
          </a:ln>
          <a:effectLst/>
        </p:spPr>
      </p:cxnSp>
      <p:cxnSp>
        <p:nvCxnSpPr>
          <p:cNvPr id="962" name="TITAN_1011_line"/>
          <p:cNvCxnSpPr/>
          <p:nvPr/>
        </p:nvCxnSpPr>
        <p:spPr>
          <a:xfrm flipV="1">
            <a:off x="1022350" y="4603750"/>
            <a:ext cx="228600" cy="127000"/>
          </a:xfrm>
          <a:prstGeom prst="line">
            <a:avLst/>
          </a:prstGeom>
          <a:ln w="9525">
            <a:solidFill>
              <a:srgbClr val="101010"/>
            </a:solidFill>
          </a:ln>
          <a:effectLst/>
        </p:spPr>
      </p:cxnSp>
      <p:cxnSp>
        <p:nvCxnSpPr>
          <p:cNvPr id="963" name="TITAN_1012_line"/>
          <p:cNvCxnSpPr/>
          <p:nvPr/>
        </p:nvCxnSpPr>
        <p:spPr>
          <a:xfrm>
            <a:off x="1250950" y="4349750"/>
            <a:ext cx="215900" cy="139700"/>
          </a:xfrm>
          <a:prstGeom prst="line">
            <a:avLst/>
          </a:prstGeom>
          <a:ln w="9525">
            <a:solidFill>
              <a:srgbClr val="101010"/>
            </a:solidFill>
          </a:ln>
          <a:effectLst/>
        </p:spPr>
      </p:cxnSp>
      <p:cxnSp>
        <p:nvCxnSpPr>
          <p:cNvPr id="964" name="TITAN_1013_line"/>
          <p:cNvCxnSpPr/>
          <p:nvPr/>
        </p:nvCxnSpPr>
        <p:spPr>
          <a:xfrm flipV="1">
            <a:off x="1250950" y="4489450"/>
            <a:ext cx="215900" cy="114300"/>
          </a:xfrm>
          <a:prstGeom prst="line">
            <a:avLst/>
          </a:prstGeom>
          <a:ln w="9525">
            <a:solidFill>
              <a:srgbClr val="101010"/>
            </a:solidFill>
          </a:ln>
          <a:effectLst/>
        </p:spPr>
      </p:cxnSp>
      <p:sp>
        <p:nvSpPr>
          <p:cNvPr id="965" name="resnet_node"/>
          <p:cNvSpPr/>
          <p:nvPr/>
        </p:nvSpPr>
        <p:spPr>
          <a:xfrm>
            <a:off x="971550" y="4210050"/>
            <a:ext cx="101600" cy="10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6" name="resnet_node"/>
          <p:cNvSpPr/>
          <p:nvPr/>
        </p:nvSpPr>
        <p:spPr>
          <a:xfrm>
            <a:off x="971550" y="4438650"/>
            <a:ext cx="101600" cy="10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7" name="resnet_node"/>
          <p:cNvSpPr/>
          <p:nvPr/>
        </p:nvSpPr>
        <p:spPr>
          <a:xfrm>
            <a:off x="971550" y="4679950"/>
            <a:ext cx="101600" cy="10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8" name="resnet_node"/>
          <p:cNvSpPr/>
          <p:nvPr/>
        </p:nvSpPr>
        <p:spPr>
          <a:xfrm>
            <a:off x="1200150" y="4298950"/>
            <a:ext cx="101600" cy="10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9" name="resnet_node"/>
          <p:cNvSpPr/>
          <p:nvPr/>
        </p:nvSpPr>
        <p:spPr>
          <a:xfrm>
            <a:off x="1200150" y="4552950"/>
            <a:ext cx="101600" cy="10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0" name="resnet_node"/>
          <p:cNvSpPr/>
          <p:nvPr/>
        </p:nvSpPr>
        <p:spPr>
          <a:xfrm>
            <a:off x="1416050" y="4438650"/>
            <a:ext cx="101600" cy="10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1" name="TITAN_1020_text"/>
          <p:cNvSpPr txBox="1"/>
          <p:nvPr/>
        </p:nvSpPr>
        <p:spPr>
          <a:xfrm>
            <a:off x="952500" y="4819015"/>
            <a:ext cx="1195832" cy="23939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010"/>
                </a:solidFill>
                <a:latin typeface="DejaVu Serif"/>
              </a:rPr>
              <a:t>ResNet-18</a:t>
            </a:r>
          </a:p>
        </p:txBody>
      </p:sp>
      <p:cxnSp>
        <p:nvCxnSpPr>
          <p:cNvPr id="972" name="TITAN_1021_line"/>
          <p:cNvCxnSpPr/>
          <p:nvPr/>
        </p:nvCxnSpPr>
        <p:spPr>
          <a:xfrm>
            <a:off x="1555750" y="4489450"/>
            <a:ext cx="184150" cy="0"/>
          </a:xfrm>
          <a:prstGeom prst="line">
            <a:avLst/>
          </a:prstGeom>
          <a:ln w="25400">
            <a:solidFill>
              <a:srgbClr val="101010"/>
            </a:solidFill>
          </a:ln>
          <a:effectLst/>
        </p:spPr>
      </p:cxnSp>
      <p:sp>
        <p:nvSpPr>
          <p:cNvPr id="973" name="TITAN_1022_polygon"/>
          <p:cNvSpPr/>
          <p:nvPr/>
        </p:nvSpPr>
        <p:spPr>
          <a:xfrm rot="5400000">
            <a:off x="1679408" y="4454525"/>
            <a:ext cx="60491" cy="69850"/>
          </a:xfrm>
          <a:prstGeom prst="triangle">
            <a:avLst/>
          </a:pr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4" name="conv_1x1"/>
          <p:cNvSpPr/>
          <p:nvPr/>
        </p:nvSpPr>
        <p:spPr>
          <a:xfrm>
            <a:off x="1752600" y="4419600"/>
            <a:ext cx="139700" cy="139700"/>
          </a:xfrm>
          <a:prstGeom prst="rect">
            <a:avLst/>
          </a:prstGeom>
          <a:solidFill>
            <a:srgbClr val="68B937"/>
          </a:solidFill>
          <a:ln w="952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5" name="TITAN_1024_text"/>
          <p:cNvSpPr txBox="1"/>
          <p:nvPr/>
        </p:nvSpPr>
        <p:spPr>
          <a:xfrm>
            <a:off x="1727200" y="4225290"/>
            <a:ext cx="651764" cy="1536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101010"/>
                </a:solidFill>
                <a:latin typeface="DejaVu Serif"/>
              </a:rPr>
              <a:t>1×1 Conv</a:t>
            </a:r>
          </a:p>
        </p:txBody>
      </p:sp>
      <p:cxnSp>
        <p:nvCxnSpPr>
          <p:cNvPr id="976" name="TITAN_1025_line"/>
          <p:cNvCxnSpPr/>
          <p:nvPr/>
        </p:nvCxnSpPr>
        <p:spPr>
          <a:xfrm>
            <a:off x="1911350" y="4489450"/>
            <a:ext cx="146050" cy="0"/>
          </a:xfrm>
          <a:prstGeom prst="line">
            <a:avLst/>
          </a:prstGeom>
          <a:ln w="25400">
            <a:solidFill>
              <a:srgbClr val="101010"/>
            </a:solidFill>
          </a:ln>
          <a:effectLst/>
        </p:spPr>
      </p:cxnSp>
      <p:sp>
        <p:nvSpPr>
          <p:cNvPr id="977" name="TITAN_1026_polygon"/>
          <p:cNvSpPr/>
          <p:nvPr/>
        </p:nvSpPr>
        <p:spPr>
          <a:xfrm rot="5400000">
            <a:off x="2002407" y="4457700"/>
            <a:ext cx="54992" cy="63500"/>
          </a:xfrm>
          <a:prstGeom prst="triangle">
            <a:avLst/>
          </a:pr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8" name="feature_strip"/>
          <p:cNvSpPr/>
          <p:nvPr/>
        </p:nvSpPr>
        <p:spPr>
          <a:xfrm>
            <a:off x="2063750" y="4095750"/>
            <a:ext cx="158750" cy="127000"/>
          </a:xfrm>
          <a:prstGeom prst="rect">
            <a:avLst/>
          </a:prstGeom>
          <a:solidFill>
            <a:srgbClr val="F8D7F2"/>
          </a:solidFill>
          <a:ln w="635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9" name="feature_strip"/>
          <p:cNvSpPr/>
          <p:nvPr/>
        </p:nvSpPr>
        <p:spPr>
          <a:xfrm>
            <a:off x="2063750" y="4222750"/>
            <a:ext cx="158750" cy="127000"/>
          </a:xfrm>
          <a:prstGeom prst="rect">
            <a:avLst/>
          </a:prstGeom>
          <a:solidFill>
            <a:srgbClr val="D7EFC5"/>
          </a:solidFill>
          <a:ln w="635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0" name="feature_strip"/>
          <p:cNvSpPr/>
          <p:nvPr/>
        </p:nvSpPr>
        <p:spPr>
          <a:xfrm>
            <a:off x="2063750" y="4349750"/>
            <a:ext cx="158750" cy="127000"/>
          </a:xfrm>
          <a:prstGeom prst="rect">
            <a:avLst/>
          </a:prstGeom>
          <a:solidFill>
            <a:srgbClr val="F8D7F2"/>
          </a:solidFill>
          <a:ln w="635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1" name="feature_strip"/>
          <p:cNvSpPr/>
          <p:nvPr/>
        </p:nvSpPr>
        <p:spPr>
          <a:xfrm>
            <a:off x="2063750" y="4476750"/>
            <a:ext cx="158750" cy="127000"/>
          </a:xfrm>
          <a:prstGeom prst="rect">
            <a:avLst/>
          </a:prstGeom>
          <a:solidFill>
            <a:srgbClr val="D7EFC5"/>
          </a:solidFill>
          <a:ln w="635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2" name="feature_strip"/>
          <p:cNvSpPr/>
          <p:nvPr/>
        </p:nvSpPr>
        <p:spPr>
          <a:xfrm>
            <a:off x="2063750" y="4603750"/>
            <a:ext cx="158750" cy="127000"/>
          </a:xfrm>
          <a:prstGeom prst="rect">
            <a:avLst/>
          </a:prstGeom>
          <a:solidFill>
            <a:srgbClr val="F8D7F2"/>
          </a:solidFill>
          <a:ln w="635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3" name="feature_strip"/>
          <p:cNvSpPr/>
          <p:nvPr/>
        </p:nvSpPr>
        <p:spPr>
          <a:xfrm>
            <a:off x="2063750" y="4730750"/>
            <a:ext cx="158750" cy="127000"/>
          </a:xfrm>
          <a:prstGeom prst="rect">
            <a:avLst/>
          </a:prstGeom>
          <a:solidFill>
            <a:srgbClr val="D7EFC5"/>
          </a:solidFill>
          <a:ln w="635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4" name="feature_strip"/>
          <p:cNvSpPr/>
          <p:nvPr/>
        </p:nvSpPr>
        <p:spPr>
          <a:xfrm>
            <a:off x="2063750" y="4857750"/>
            <a:ext cx="158750" cy="127000"/>
          </a:xfrm>
          <a:prstGeom prst="rect">
            <a:avLst/>
          </a:prstGeom>
          <a:solidFill>
            <a:srgbClr val="F8D7F2"/>
          </a:solidFill>
          <a:ln w="635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5" name="feature_strip"/>
          <p:cNvSpPr/>
          <p:nvPr/>
        </p:nvSpPr>
        <p:spPr>
          <a:xfrm>
            <a:off x="2063750" y="4984750"/>
            <a:ext cx="158750" cy="127000"/>
          </a:xfrm>
          <a:prstGeom prst="rect">
            <a:avLst/>
          </a:prstGeom>
          <a:solidFill>
            <a:srgbClr val="D7EFC5"/>
          </a:solidFill>
          <a:ln w="635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6" name="TITAN_1035_rect"/>
          <p:cNvSpPr/>
          <p:nvPr/>
        </p:nvSpPr>
        <p:spPr>
          <a:xfrm>
            <a:off x="2228850" y="4095750"/>
            <a:ext cx="63500" cy="1016000"/>
          </a:xfrm>
          <a:prstGeom prst="rect">
            <a:avLst/>
          </a:prstGeom>
          <a:solidFill>
            <a:srgbClr val="C8D0E6"/>
          </a:solidFill>
          <a:ln w="952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7" name="TITAN_1036_text"/>
          <p:cNvSpPr txBox="1"/>
          <p:nvPr/>
        </p:nvSpPr>
        <p:spPr>
          <a:xfrm>
            <a:off x="1962150" y="5126672"/>
            <a:ext cx="1249172" cy="16224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01010"/>
                </a:solidFill>
                <a:latin typeface="DejaVu Serif"/>
              </a:rPr>
              <a:t>(B, 512, H′, W′)</a:t>
            </a:r>
          </a:p>
        </p:txBody>
      </p:sp>
      <p:sp>
        <p:nvSpPr>
          <p:cNvPr id="988" name="TITAN_1037_text"/>
          <p:cNvSpPr txBox="1"/>
          <p:nvPr/>
        </p:nvSpPr>
        <p:spPr>
          <a:xfrm>
            <a:off x="1936749" y="5220652"/>
            <a:ext cx="1590548" cy="1965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01010"/>
                </a:solidFill>
                <a:latin typeface="DejaVu Serif"/>
              </a:rPr>
              <a:t>Flatten &amp; Concat</a:t>
            </a:r>
          </a:p>
        </p:txBody>
      </p:sp>
      <p:sp>
        <p:nvSpPr>
          <p:cNvPr id="989" name="titan_transformer"/>
          <p:cNvSpPr/>
          <p:nvPr/>
        </p:nvSpPr>
        <p:spPr>
          <a:xfrm>
            <a:off x="2324100" y="3898900"/>
            <a:ext cx="1473200" cy="1257300"/>
          </a:xfrm>
          <a:prstGeom prst="roundRect">
            <a:avLst/>
          </a:prstGeom>
          <a:solidFill>
            <a:srgbClr val="EAEAEA"/>
          </a:solidFill>
          <a:ln w="1587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0" name="TITAN_1039_text"/>
          <p:cNvSpPr txBox="1"/>
          <p:nvPr/>
        </p:nvSpPr>
        <p:spPr>
          <a:xfrm>
            <a:off x="2809494" y="3995102"/>
            <a:ext cx="502412" cy="1965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01010"/>
                </a:solidFill>
                <a:latin typeface="DejaVu Serif"/>
              </a:rPr>
              <a:t>Head</a:t>
            </a:r>
          </a:p>
        </p:txBody>
      </p:sp>
      <p:sp>
        <p:nvSpPr>
          <p:cNvPr id="991" name="TITAN_1040_text"/>
          <p:cNvSpPr txBox="1"/>
          <p:nvPr/>
        </p:nvSpPr>
        <p:spPr>
          <a:xfrm>
            <a:off x="2823972" y="4158932"/>
            <a:ext cx="587756" cy="23082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1010"/>
                </a:solidFill>
                <a:latin typeface="DejaVu Serif"/>
              </a:rPr>
              <a:t>MHSA</a:t>
            </a:r>
          </a:p>
        </p:txBody>
      </p:sp>
      <p:sp>
        <p:nvSpPr>
          <p:cNvPr id="992" name="attention_cell"/>
          <p:cNvSpPr/>
          <p:nvPr/>
        </p:nvSpPr>
        <p:spPr>
          <a:xfrm>
            <a:off x="2489200" y="4267200"/>
            <a:ext cx="76200" cy="76200"/>
          </a:xfrm>
          <a:prstGeom prst="rect">
            <a:avLst/>
          </a:prstGeom>
          <a:solidFill>
            <a:srgbClr val="C14AA8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3" name="attention_cell"/>
          <p:cNvSpPr/>
          <p:nvPr/>
        </p:nvSpPr>
        <p:spPr>
          <a:xfrm>
            <a:off x="2565400" y="4267200"/>
            <a:ext cx="76200" cy="76200"/>
          </a:xfrm>
          <a:prstGeom prst="rect">
            <a:avLst/>
          </a:prstGeom>
          <a:solidFill>
            <a:srgbClr val="C14AA8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4" name="attention_cell"/>
          <p:cNvSpPr/>
          <p:nvPr/>
        </p:nvSpPr>
        <p:spPr>
          <a:xfrm>
            <a:off x="2641600" y="4267200"/>
            <a:ext cx="76200" cy="76200"/>
          </a:xfrm>
          <a:prstGeom prst="rect">
            <a:avLst/>
          </a:prstGeom>
          <a:solidFill>
            <a:srgbClr val="C14AA8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5" name="attention_cell"/>
          <p:cNvSpPr/>
          <p:nvPr/>
        </p:nvSpPr>
        <p:spPr>
          <a:xfrm>
            <a:off x="2489200" y="4343400"/>
            <a:ext cx="76200" cy="76200"/>
          </a:xfrm>
          <a:prstGeom prst="rect">
            <a:avLst/>
          </a:prstGeom>
          <a:solidFill>
            <a:srgbClr val="C14AA8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6" name="attention_cell"/>
          <p:cNvSpPr/>
          <p:nvPr/>
        </p:nvSpPr>
        <p:spPr>
          <a:xfrm>
            <a:off x="2565400" y="4343400"/>
            <a:ext cx="76200" cy="76200"/>
          </a:xfrm>
          <a:prstGeom prst="rect">
            <a:avLst/>
          </a:prstGeom>
          <a:solidFill>
            <a:srgbClr val="C14AA8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7" name="attention_cell"/>
          <p:cNvSpPr/>
          <p:nvPr/>
        </p:nvSpPr>
        <p:spPr>
          <a:xfrm>
            <a:off x="2641600" y="4343400"/>
            <a:ext cx="76200" cy="76200"/>
          </a:xfrm>
          <a:prstGeom prst="rect">
            <a:avLst/>
          </a:prstGeom>
          <a:solidFill>
            <a:srgbClr val="C14AA8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8" name="attention_cell"/>
          <p:cNvSpPr/>
          <p:nvPr/>
        </p:nvSpPr>
        <p:spPr>
          <a:xfrm>
            <a:off x="2489200" y="4419600"/>
            <a:ext cx="76200" cy="76200"/>
          </a:xfrm>
          <a:prstGeom prst="rect">
            <a:avLst/>
          </a:prstGeom>
          <a:solidFill>
            <a:srgbClr val="C14AA8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9" name="attention_cell"/>
          <p:cNvSpPr/>
          <p:nvPr/>
        </p:nvSpPr>
        <p:spPr>
          <a:xfrm>
            <a:off x="2565400" y="4419600"/>
            <a:ext cx="76200" cy="76200"/>
          </a:xfrm>
          <a:prstGeom prst="rect">
            <a:avLst/>
          </a:prstGeom>
          <a:solidFill>
            <a:srgbClr val="C14AA8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0" name="attention_cell"/>
          <p:cNvSpPr/>
          <p:nvPr/>
        </p:nvSpPr>
        <p:spPr>
          <a:xfrm>
            <a:off x="2641600" y="4419600"/>
            <a:ext cx="76200" cy="76200"/>
          </a:xfrm>
          <a:prstGeom prst="rect">
            <a:avLst/>
          </a:prstGeom>
          <a:solidFill>
            <a:srgbClr val="C14AA8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1" name="TITAN_1050_rect"/>
          <p:cNvSpPr/>
          <p:nvPr/>
        </p:nvSpPr>
        <p:spPr>
          <a:xfrm>
            <a:off x="2819400" y="4330700"/>
            <a:ext cx="76200" cy="76200"/>
          </a:xfrm>
          <a:prstGeom prst="rect">
            <a:avLst/>
          </a:prstGeom>
          <a:solidFill>
            <a:srgbClr val="CDE7B8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2" name="TITAN_1051_rect"/>
          <p:cNvSpPr/>
          <p:nvPr/>
        </p:nvSpPr>
        <p:spPr>
          <a:xfrm>
            <a:off x="2895600" y="4330700"/>
            <a:ext cx="76200" cy="76200"/>
          </a:xfrm>
          <a:prstGeom prst="rect">
            <a:avLst/>
          </a:prstGeom>
          <a:solidFill>
            <a:srgbClr val="CDE7B8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3" name="TITAN_1052_rect"/>
          <p:cNvSpPr/>
          <p:nvPr/>
        </p:nvSpPr>
        <p:spPr>
          <a:xfrm>
            <a:off x="2819400" y="4406900"/>
            <a:ext cx="76200" cy="76200"/>
          </a:xfrm>
          <a:prstGeom prst="rect">
            <a:avLst/>
          </a:prstGeom>
          <a:solidFill>
            <a:srgbClr val="CDE7B8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4" name="TITAN_1053_rect"/>
          <p:cNvSpPr/>
          <p:nvPr/>
        </p:nvSpPr>
        <p:spPr>
          <a:xfrm>
            <a:off x="2895600" y="4406900"/>
            <a:ext cx="76200" cy="76200"/>
          </a:xfrm>
          <a:prstGeom prst="rect">
            <a:avLst/>
          </a:prstGeom>
          <a:solidFill>
            <a:srgbClr val="CDE7B8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05" name="TITAN_1054_line"/>
          <p:cNvCxnSpPr/>
          <p:nvPr/>
        </p:nvCxnSpPr>
        <p:spPr>
          <a:xfrm>
            <a:off x="2724150" y="4394200"/>
            <a:ext cx="88900" cy="0"/>
          </a:xfrm>
          <a:prstGeom prst="line">
            <a:avLst/>
          </a:prstGeom>
          <a:ln w="13970">
            <a:solidFill>
              <a:srgbClr val="101010"/>
            </a:solidFill>
          </a:ln>
          <a:effectLst/>
        </p:spPr>
      </p:cxnSp>
      <p:sp>
        <p:nvSpPr>
          <p:cNvPr id="1006" name="TITAN_1055_polygon"/>
          <p:cNvSpPr/>
          <p:nvPr/>
        </p:nvSpPr>
        <p:spPr>
          <a:xfrm rot="5400000">
            <a:off x="2780054" y="4375150"/>
            <a:ext cx="32995" cy="38100"/>
          </a:xfrm>
          <a:prstGeom prst="triangle">
            <a:avLst/>
          </a:pr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7" name="attention_cell"/>
          <p:cNvSpPr/>
          <p:nvPr/>
        </p:nvSpPr>
        <p:spPr>
          <a:xfrm>
            <a:off x="2489200" y="4572000"/>
            <a:ext cx="76200" cy="76200"/>
          </a:xfrm>
          <a:prstGeom prst="rect">
            <a:avLst/>
          </a:prstGeom>
          <a:solidFill>
            <a:srgbClr val="B97861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8" name="attention_cell"/>
          <p:cNvSpPr/>
          <p:nvPr/>
        </p:nvSpPr>
        <p:spPr>
          <a:xfrm>
            <a:off x="2565400" y="4572000"/>
            <a:ext cx="76200" cy="76200"/>
          </a:xfrm>
          <a:prstGeom prst="rect">
            <a:avLst/>
          </a:prstGeom>
          <a:solidFill>
            <a:srgbClr val="B97861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9" name="attention_cell"/>
          <p:cNvSpPr/>
          <p:nvPr/>
        </p:nvSpPr>
        <p:spPr>
          <a:xfrm>
            <a:off x="2641600" y="4572000"/>
            <a:ext cx="76200" cy="76200"/>
          </a:xfrm>
          <a:prstGeom prst="rect">
            <a:avLst/>
          </a:prstGeom>
          <a:solidFill>
            <a:srgbClr val="B97861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0" name="attention_cell"/>
          <p:cNvSpPr/>
          <p:nvPr/>
        </p:nvSpPr>
        <p:spPr>
          <a:xfrm>
            <a:off x="2489200" y="4648200"/>
            <a:ext cx="76200" cy="76200"/>
          </a:xfrm>
          <a:prstGeom prst="rect">
            <a:avLst/>
          </a:prstGeom>
          <a:solidFill>
            <a:srgbClr val="B97861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1" name="attention_cell"/>
          <p:cNvSpPr/>
          <p:nvPr/>
        </p:nvSpPr>
        <p:spPr>
          <a:xfrm>
            <a:off x="2565400" y="4648200"/>
            <a:ext cx="76200" cy="76200"/>
          </a:xfrm>
          <a:prstGeom prst="rect">
            <a:avLst/>
          </a:prstGeom>
          <a:solidFill>
            <a:srgbClr val="B97861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2" name="attention_cell"/>
          <p:cNvSpPr/>
          <p:nvPr/>
        </p:nvSpPr>
        <p:spPr>
          <a:xfrm>
            <a:off x="2641600" y="4648200"/>
            <a:ext cx="76200" cy="76200"/>
          </a:xfrm>
          <a:prstGeom prst="rect">
            <a:avLst/>
          </a:prstGeom>
          <a:solidFill>
            <a:srgbClr val="B97861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3" name="attention_cell"/>
          <p:cNvSpPr/>
          <p:nvPr/>
        </p:nvSpPr>
        <p:spPr>
          <a:xfrm>
            <a:off x="2489200" y="4724400"/>
            <a:ext cx="76200" cy="76200"/>
          </a:xfrm>
          <a:prstGeom prst="rect">
            <a:avLst/>
          </a:prstGeom>
          <a:solidFill>
            <a:srgbClr val="B97861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4" name="attention_cell"/>
          <p:cNvSpPr/>
          <p:nvPr/>
        </p:nvSpPr>
        <p:spPr>
          <a:xfrm>
            <a:off x="2565400" y="4724400"/>
            <a:ext cx="76200" cy="76200"/>
          </a:xfrm>
          <a:prstGeom prst="rect">
            <a:avLst/>
          </a:prstGeom>
          <a:solidFill>
            <a:srgbClr val="B97861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5" name="attention_cell"/>
          <p:cNvSpPr/>
          <p:nvPr/>
        </p:nvSpPr>
        <p:spPr>
          <a:xfrm>
            <a:off x="2641600" y="4724400"/>
            <a:ext cx="76200" cy="76200"/>
          </a:xfrm>
          <a:prstGeom prst="rect">
            <a:avLst/>
          </a:prstGeom>
          <a:solidFill>
            <a:srgbClr val="B97861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6" name="TITAN_1065_rect"/>
          <p:cNvSpPr/>
          <p:nvPr/>
        </p:nvSpPr>
        <p:spPr>
          <a:xfrm>
            <a:off x="2819400" y="4635500"/>
            <a:ext cx="76200" cy="76200"/>
          </a:xfrm>
          <a:prstGeom prst="rect">
            <a:avLst/>
          </a:prstGeom>
          <a:solidFill>
            <a:srgbClr val="EAD5CD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7" name="TITAN_1066_rect"/>
          <p:cNvSpPr/>
          <p:nvPr/>
        </p:nvSpPr>
        <p:spPr>
          <a:xfrm>
            <a:off x="2895600" y="4635500"/>
            <a:ext cx="76200" cy="76200"/>
          </a:xfrm>
          <a:prstGeom prst="rect">
            <a:avLst/>
          </a:prstGeom>
          <a:solidFill>
            <a:srgbClr val="EAD5CD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8" name="TITAN_1067_rect"/>
          <p:cNvSpPr/>
          <p:nvPr/>
        </p:nvSpPr>
        <p:spPr>
          <a:xfrm>
            <a:off x="2819400" y="4711700"/>
            <a:ext cx="76200" cy="76200"/>
          </a:xfrm>
          <a:prstGeom prst="rect">
            <a:avLst/>
          </a:prstGeom>
          <a:solidFill>
            <a:srgbClr val="EAD5CD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9" name="TITAN_1068_rect"/>
          <p:cNvSpPr/>
          <p:nvPr/>
        </p:nvSpPr>
        <p:spPr>
          <a:xfrm>
            <a:off x="2895600" y="4711700"/>
            <a:ext cx="76200" cy="76200"/>
          </a:xfrm>
          <a:prstGeom prst="rect">
            <a:avLst/>
          </a:prstGeom>
          <a:solidFill>
            <a:srgbClr val="EAD5CD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20" name="TITAN_1069_line"/>
          <p:cNvCxnSpPr/>
          <p:nvPr/>
        </p:nvCxnSpPr>
        <p:spPr>
          <a:xfrm>
            <a:off x="2724150" y="4699000"/>
            <a:ext cx="88900" cy="0"/>
          </a:xfrm>
          <a:prstGeom prst="line">
            <a:avLst/>
          </a:prstGeom>
          <a:ln w="13970">
            <a:solidFill>
              <a:srgbClr val="101010"/>
            </a:solidFill>
          </a:ln>
          <a:effectLst/>
        </p:spPr>
      </p:cxnSp>
      <p:sp>
        <p:nvSpPr>
          <p:cNvPr id="1021" name="TITAN_1070_polygon"/>
          <p:cNvSpPr/>
          <p:nvPr/>
        </p:nvSpPr>
        <p:spPr>
          <a:xfrm rot="5400000">
            <a:off x="2780054" y="4679950"/>
            <a:ext cx="32995" cy="38100"/>
          </a:xfrm>
          <a:prstGeom prst="triangle">
            <a:avLst/>
          </a:pr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2" name="attention_cell"/>
          <p:cNvSpPr/>
          <p:nvPr/>
        </p:nvSpPr>
        <p:spPr>
          <a:xfrm>
            <a:off x="2489200" y="4876800"/>
            <a:ext cx="76200" cy="76200"/>
          </a:xfrm>
          <a:prstGeom prst="rect">
            <a:avLst/>
          </a:prstGeom>
          <a:solidFill>
            <a:srgbClr val="77AA7B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3" name="attention_cell"/>
          <p:cNvSpPr/>
          <p:nvPr/>
        </p:nvSpPr>
        <p:spPr>
          <a:xfrm>
            <a:off x="2565400" y="4876800"/>
            <a:ext cx="76200" cy="76200"/>
          </a:xfrm>
          <a:prstGeom prst="rect">
            <a:avLst/>
          </a:prstGeom>
          <a:solidFill>
            <a:srgbClr val="77AA7B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4" name="attention_cell"/>
          <p:cNvSpPr/>
          <p:nvPr/>
        </p:nvSpPr>
        <p:spPr>
          <a:xfrm>
            <a:off x="2641600" y="4876800"/>
            <a:ext cx="76200" cy="76200"/>
          </a:xfrm>
          <a:prstGeom prst="rect">
            <a:avLst/>
          </a:prstGeom>
          <a:solidFill>
            <a:srgbClr val="77AA7B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5" name="attention_cell"/>
          <p:cNvSpPr/>
          <p:nvPr/>
        </p:nvSpPr>
        <p:spPr>
          <a:xfrm>
            <a:off x="2489200" y="4953000"/>
            <a:ext cx="76200" cy="76200"/>
          </a:xfrm>
          <a:prstGeom prst="rect">
            <a:avLst/>
          </a:prstGeom>
          <a:solidFill>
            <a:srgbClr val="77AA7B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6" name="attention_cell"/>
          <p:cNvSpPr/>
          <p:nvPr/>
        </p:nvSpPr>
        <p:spPr>
          <a:xfrm>
            <a:off x="2565400" y="4953000"/>
            <a:ext cx="76200" cy="76200"/>
          </a:xfrm>
          <a:prstGeom prst="rect">
            <a:avLst/>
          </a:prstGeom>
          <a:solidFill>
            <a:srgbClr val="77AA7B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7" name="attention_cell"/>
          <p:cNvSpPr/>
          <p:nvPr/>
        </p:nvSpPr>
        <p:spPr>
          <a:xfrm>
            <a:off x="2641600" y="4953000"/>
            <a:ext cx="76200" cy="76200"/>
          </a:xfrm>
          <a:prstGeom prst="rect">
            <a:avLst/>
          </a:prstGeom>
          <a:solidFill>
            <a:srgbClr val="77AA7B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8" name="attention_cell"/>
          <p:cNvSpPr/>
          <p:nvPr/>
        </p:nvSpPr>
        <p:spPr>
          <a:xfrm>
            <a:off x="2489200" y="5029200"/>
            <a:ext cx="76200" cy="76200"/>
          </a:xfrm>
          <a:prstGeom prst="rect">
            <a:avLst/>
          </a:prstGeom>
          <a:solidFill>
            <a:srgbClr val="77AA7B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9" name="attention_cell"/>
          <p:cNvSpPr/>
          <p:nvPr/>
        </p:nvSpPr>
        <p:spPr>
          <a:xfrm>
            <a:off x="2565400" y="5029200"/>
            <a:ext cx="76200" cy="76200"/>
          </a:xfrm>
          <a:prstGeom prst="rect">
            <a:avLst/>
          </a:prstGeom>
          <a:solidFill>
            <a:srgbClr val="77AA7B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0" name="attention_cell"/>
          <p:cNvSpPr/>
          <p:nvPr/>
        </p:nvSpPr>
        <p:spPr>
          <a:xfrm>
            <a:off x="2641600" y="5029200"/>
            <a:ext cx="76200" cy="76200"/>
          </a:xfrm>
          <a:prstGeom prst="rect">
            <a:avLst/>
          </a:prstGeom>
          <a:solidFill>
            <a:srgbClr val="77AA7B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1" name="TITAN_1080_rect"/>
          <p:cNvSpPr/>
          <p:nvPr/>
        </p:nvSpPr>
        <p:spPr>
          <a:xfrm>
            <a:off x="2819400" y="4940300"/>
            <a:ext cx="76200" cy="76200"/>
          </a:xfrm>
          <a:prstGeom prst="rect">
            <a:avLst/>
          </a:prstGeom>
          <a:solidFill>
            <a:srgbClr val="F4CAD6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2" name="TITAN_1081_rect"/>
          <p:cNvSpPr/>
          <p:nvPr/>
        </p:nvSpPr>
        <p:spPr>
          <a:xfrm>
            <a:off x="2895600" y="4940300"/>
            <a:ext cx="76200" cy="76200"/>
          </a:xfrm>
          <a:prstGeom prst="rect">
            <a:avLst/>
          </a:prstGeom>
          <a:solidFill>
            <a:srgbClr val="F4CAD6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3" name="TITAN_1082_rect"/>
          <p:cNvSpPr/>
          <p:nvPr/>
        </p:nvSpPr>
        <p:spPr>
          <a:xfrm>
            <a:off x="2819400" y="5016500"/>
            <a:ext cx="76200" cy="76200"/>
          </a:xfrm>
          <a:prstGeom prst="rect">
            <a:avLst/>
          </a:prstGeom>
          <a:solidFill>
            <a:srgbClr val="F4CAD6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4" name="TITAN_1083_rect"/>
          <p:cNvSpPr/>
          <p:nvPr/>
        </p:nvSpPr>
        <p:spPr>
          <a:xfrm>
            <a:off x="2895600" y="5016500"/>
            <a:ext cx="76200" cy="76200"/>
          </a:xfrm>
          <a:prstGeom prst="rect">
            <a:avLst/>
          </a:prstGeom>
          <a:solidFill>
            <a:srgbClr val="F4CAD6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35" name="TITAN_1084_line"/>
          <p:cNvCxnSpPr/>
          <p:nvPr/>
        </p:nvCxnSpPr>
        <p:spPr>
          <a:xfrm>
            <a:off x="2724150" y="5003800"/>
            <a:ext cx="88900" cy="0"/>
          </a:xfrm>
          <a:prstGeom prst="line">
            <a:avLst/>
          </a:prstGeom>
          <a:ln w="13970">
            <a:solidFill>
              <a:srgbClr val="101010"/>
            </a:solidFill>
          </a:ln>
          <a:effectLst/>
        </p:spPr>
      </p:cxnSp>
      <p:sp>
        <p:nvSpPr>
          <p:cNvPr id="1036" name="TITAN_1085_polygon"/>
          <p:cNvSpPr/>
          <p:nvPr/>
        </p:nvSpPr>
        <p:spPr>
          <a:xfrm rot="5400000">
            <a:off x="2780054" y="4984750"/>
            <a:ext cx="32995" cy="38100"/>
          </a:xfrm>
          <a:prstGeom prst="triangle">
            <a:avLst/>
          </a:pr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7" name="attention_result"/>
          <p:cNvSpPr/>
          <p:nvPr/>
        </p:nvSpPr>
        <p:spPr>
          <a:xfrm>
            <a:off x="3124200" y="4457700"/>
            <a:ext cx="82550" cy="82550"/>
          </a:xfrm>
          <a:prstGeom prst="rect">
            <a:avLst/>
          </a:prstGeom>
          <a:solidFill>
            <a:srgbClr val="F2B900"/>
          </a:solidFill>
          <a:ln w="571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8" name="attention_result"/>
          <p:cNvSpPr/>
          <p:nvPr/>
        </p:nvSpPr>
        <p:spPr>
          <a:xfrm>
            <a:off x="3206750" y="4457700"/>
            <a:ext cx="82550" cy="82550"/>
          </a:xfrm>
          <a:prstGeom prst="rect">
            <a:avLst/>
          </a:prstGeom>
          <a:solidFill>
            <a:srgbClr val="F2B900"/>
          </a:solidFill>
          <a:ln w="571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9" name="attention_result"/>
          <p:cNvSpPr/>
          <p:nvPr/>
        </p:nvSpPr>
        <p:spPr>
          <a:xfrm>
            <a:off x="3289300" y="4457700"/>
            <a:ext cx="82550" cy="82550"/>
          </a:xfrm>
          <a:prstGeom prst="rect">
            <a:avLst/>
          </a:prstGeom>
          <a:solidFill>
            <a:srgbClr val="F2B900"/>
          </a:solidFill>
          <a:ln w="571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0" name="attention_result"/>
          <p:cNvSpPr/>
          <p:nvPr/>
        </p:nvSpPr>
        <p:spPr>
          <a:xfrm>
            <a:off x="3124200" y="4540250"/>
            <a:ext cx="82550" cy="82550"/>
          </a:xfrm>
          <a:prstGeom prst="rect">
            <a:avLst/>
          </a:prstGeom>
          <a:solidFill>
            <a:srgbClr val="F2B900"/>
          </a:solidFill>
          <a:ln w="571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1" name="attention_result"/>
          <p:cNvSpPr/>
          <p:nvPr/>
        </p:nvSpPr>
        <p:spPr>
          <a:xfrm>
            <a:off x="3206750" y="4540250"/>
            <a:ext cx="82550" cy="82550"/>
          </a:xfrm>
          <a:prstGeom prst="rect">
            <a:avLst/>
          </a:prstGeom>
          <a:solidFill>
            <a:srgbClr val="F2B900"/>
          </a:solidFill>
          <a:ln w="571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2" name="attention_result"/>
          <p:cNvSpPr/>
          <p:nvPr/>
        </p:nvSpPr>
        <p:spPr>
          <a:xfrm>
            <a:off x="3289300" y="4540250"/>
            <a:ext cx="82550" cy="82550"/>
          </a:xfrm>
          <a:prstGeom prst="rect">
            <a:avLst/>
          </a:prstGeom>
          <a:solidFill>
            <a:srgbClr val="F2B900"/>
          </a:solidFill>
          <a:ln w="571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3" name="attention_result"/>
          <p:cNvSpPr/>
          <p:nvPr/>
        </p:nvSpPr>
        <p:spPr>
          <a:xfrm>
            <a:off x="3124200" y="4622800"/>
            <a:ext cx="82550" cy="82550"/>
          </a:xfrm>
          <a:prstGeom prst="rect">
            <a:avLst/>
          </a:prstGeom>
          <a:solidFill>
            <a:srgbClr val="F2B900"/>
          </a:solidFill>
          <a:ln w="571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4" name="attention_result"/>
          <p:cNvSpPr/>
          <p:nvPr/>
        </p:nvSpPr>
        <p:spPr>
          <a:xfrm>
            <a:off x="3206750" y="4622800"/>
            <a:ext cx="82550" cy="82550"/>
          </a:xfrm>
          <a:prstGeom prst="rect">
            <a:avLst/>
          </a:prstGeom>
          <a:solidFill>
            <a:srgbClr val="F2B900"/>
          </a:solidFill>
          <a:ln w="571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5" name="attention_result"/>
          <p:cNvSpPr/>
          <p:nvPr/>
        </p:nvSpPr>
        <p:spPr>
          <a:xfrm>
            <a:off x="3289300" y="4622800"/>
            <a:ext cx="82550" cy="82550"/>
          </a:xfrm>
          <a:prstGeom prst="rect">
            <a:avLst/>
          </a:prstGeom>
          <a:solidFill>
            <a:srgbClr val="F2B900"/>
          </a:solidFill>
          <a:ln w="571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46" name="TITAN_1095_line"/>
          <p:cNvCxnSpPr/>
          <p:nvPr/>
        </p:nvCxnSpPr>
        <p:spPr>
          <a:xfrm>
            <a:off x="2984500" y="4584700"/>
            <a:ext cx="133350" cy="0"/>
          </a:xfrm>
          <a:prstGeom prst="line">
            <a:avLst/>
          </a:prstGeom>
          <a:ln w="13970">
            <a:solidFill>
              <a:srgbClr val="101010"/>
            </a:solidFill>
          </a:ln>
          <a:effectLst/>
        </p:spPr>
      </p:cxnSp>
      <p:sp>
        <p:nvSpPr>
          <p:cNvPr id="1047" name="TITAN_1096_polygon"/>
          <p:cNvSpPr/>
          <p:nvPr/>
        </p:nvSpPr>
        <p:spPr>
          <a:xfrm rot="5400000">
            <a:off x="3084854" y="4565650"/>
            <a:ext cx="32995" cy="38100"/>
          </a:xfrm>
          <a:prstGeom prst="triangle">
            <a:avLst/>
          </a:pr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8" name="softmax_bar"/>
          <p:cNvSpPr/>
          <p:nvPr/>
        </p:nvSpPr>
        <p:spPr>
          <a:xfrm>
            <a:off x="3511550" y="4178300"/>
            <a:ext cx="114300" cy="742950"/>
          </a:xfrm>
          <a:prstGeom prst="roundRect">
            <a:avLst/>
          </a:prstGeom>
          <a:solidFill>
            <a:srgbClr val="2574B6"/>
          </a:solidFill>
          <a:ln w="952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9" name="TITAN_1098_text"/>
          <p:cNvSpPr txBox="1"/>
          <p:nvPr/>
        </p:nvSpPr>
        <p:spPr>
          <a:xfrm rot="16200000">
            <a:off x="3300222" y="4491990"/>
            <a:ext cx="587756" cy="1536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FFFFFF"/>
                </a:solidFill>
                <a:latin typeface="DejaVu Serif"/>
              </a:rPr>
              <a:t>Softmax</a:t>
            </a:r>
          </a:p>
        </p:txBody>
      </p:sp>
      <p:cxnSp>
        <p:nvCxnSpPr>
          <p:cNvPr id="1050" name="TITAN_1099_line"/>
          <p:cNvCxnSpPr/>
          <p:nvPr/>
        </p:nvCxnSpPr>
        <p:spPr>
          <a:xfrm>
            <a:off x="3371850" y="4584700"/>
            <a:ext cx="139700" cy="0"/>
          </a:xfrm>
          <a:prstGeom prst="line">
            <a:avLst/>
          </a:prstGeom>
          <a:ln w="12700">
            <a:solidFill>
              <a:srgbClr val="101010"/>
            </a:solidFill>
          </a:ln>
          <a:effectLst/>
        </p:spPr>
      </p:cxnSp>
      <p:cxnSp>
        <p:nvCxnSpPr>
          <p:cNvPr id="1051" name="TITAN_1100_line"/>
          <p:cNvCxnSpPr/>
          <p:nvPr/>
        </p:nvCxnSpPr>
        <p:spPr>
          <a:xfrm>
            <a:off x="1949450" y="4489450"/>
            <a:ext cx="374650" cy="0"/>
          </a:xfrm>
          <a:prstGeom prst="line">
            <a:avLst/>
          </a:prstGeom>
          <a:ln w="25400">
            <a:solidFill>
              <a:srgbClr val="101010"/>
            </a:solidFill>
          </a:ln>
          <a:effectLst/>
        </p:spPr>
      </p:cxnSp>
      <p:sp>
        <p:nvSpPr>
          <p:cNvPr id="1052" name="TITAN_1101_polygon"/>
          <p:cNvSpPr/>
          <p:nvPr/>
        </p:nvSpPr>
        <p:spPr>
          <a:xfrm rot="5400000">
            <a:off x="2263608" y="4454525"/>
            <a:ext cx="60491" cy="69850"/>
          </a:xfrm>
          <a:prstGeom prst="triangle">
            <a:avLst/>
          </a:pr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53" name="TITAN_1102_line"/>
          <p:cNvCxnSpPr/>
          <p:nvPr/>
        </p:nvCxnSpPr>
        <p:spPr>
          <a:xfrm>
            <a:off x="3797300" y="4527550"/>
            <a:ext cx="133349" cy="0"/>
          </a:xfrm>
          <a:prstGeom prst="line">
            <a:avLst/>
          </a:prstGeom>
          <a:ln w="22225">
            <a:solidFill>
              <a:srgbClr val="101010"/>
            </a:solidFill>
          </a:ln>
          <a:effectLst/>
        </p:spPr>
      </p:cxnSp>
      <p:sp>
        <p:nvSpPr>
          <p:cNvPr id="1054" name="TITAN_1103_polygon"/>
          <p:cNvSpPr/>
          <p:nvPr/>
        </p:nvSpPr>
        <p:spPr>
          <a:xfrm rot="5400000">
            <a:off x="3875657" y="4495800"/>
            <a:ext cx="54992" cy="63500"/>
          </a:xfrm>
          <a:prstGeom prst="triangle">
            <a:avLst/>
          </a:pr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5" name="TITAN_1104_rect"/>
          <p:cNvSpPr/>
          <p:nvPr/>
        </p:nvSpPr>
        <p:spPr>
          <a:xfrm>
            <a:off x="3924300" y="4311650"/>
            <a:ext cx="146050" cy="139700"/>
          </a:xfrm>
          <a:prstGeom prst="rect">
            <a:avLst/>
          </a:prstGeom>
          <a:solidFill>
            <a:srgbClr val="66B83B"/>
          </a:solidFill>
          <a:ln w="889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6" name="TITAN_1105_text"/>
          <p:cNvSpPr txBox="1"/>
          <p:nvPr/>
        </p:nvSpPr>
        <p:spPr>
          <a:xfrm>
            <a:off x="3674617" y="4187190"/>
            <a:ext cx="651764" cy="1536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101010"/>
                </a:solidFill>
                <a:latin typeface="DejaVu Serif"/>
              </a:rPr>
              <a:t>1×1 Conv</a:t>
            </a:r>
          </a:p>
        </p:txBody>
      </p:sp>
      <p:cxnSp>
        <p:nvCxnSpPr>
          <p:cNvPr id="1057" name="TITAN_1106_line"/>
          <p:cNvCxnSpPr/>
          <p:nvPr/>
        </p:nvCxnSpPr>
        <p:spPr>
          <a:xfrm>
            <a:off x="4076699" y="4387850"/>
            <a:ext cx="171451" cy="0"/>
          </a:xfrm>
          <a:prstGeom prst="line">
            <a:avLst/>
          </a:prstGeom>
          <a:ln w="20320">
            <a:solidFill>
              <a:srgbClr val="101010"/>
            </a:solidFill>
          </a:ln>
          <a:effectLst/>
        </p:spPr>
      </p:cxnSp>
      <p:sp>
        <p:nvSpPr>
          <p:cNvPr id="1058" name="TITAN_1107_polygon"/>
          <p:cNvSpPr/>
          <p:nvPr/>
        </p:nvSpPr>
        <p:spPr>
          <a:xfrm rot="5400000">
            <a:off x="4198656" y="4359275"/>
            <a:ext cx="49493" cy="57150"/>
          </a:xfrm>
          <a:prstGeom prst="triangle">
            <a:avLst/>
          </a:pr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9" name="TITAN_1108_text"/>
          <p:cNvSpPr txBox="1"/>
          <p:nvPr/>
        </p:nvSpPr>
        <p:spPr>
          <a:xfrm>
            <a:off x="3991610" y="4142739"/>
            <a:ext cx="779780" cy="1536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101010"/>
                </a:solidFill>
                <a:latin typeface="DejaVu Serif"/>
              </a:rPr>
              <a:t>Upsampling</a:t>
            </a:r>
          </a:p>
        </p:txBody>
      </p:sp>
      <p:sp>
        <p:nvSpPr>
          <p:cNvPr id="1060" name="upsample_cell"/>
          <p:cNvSpPr/>
          <p:nvPr/>
        </p:nvSpPr>
        <p:spPr>
          <a:xfrm>
            <a:off x="4229100" y="4305300"/>
            <a:ext cx="76200" cy="76200"/>
          </a:xfrm>
          <a:prstGeom prst="rect">
            <a:avLst/>
          </a:prstGeom>
          <a:solidFill>
            <a:srgbClr val="2AD3A5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1" name="upsample_cell"/>
          <p:cNvSpPr/>
          <p:nvPr/>
        </p:nvSpPr>
        <p:spPr>
          <a:xfrm>
            <a:off x="4305300" y="4305300"/>
            <a:ext cx="76200" cy="76200"/>
          </a:xfrm>
          <a:prstGeom prst="rect">
            <a:avLst/>
          </a:prstGeom>
          <a:solidFill>
            <a:srgbClr val="2AD3A5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2" name="upsample_cell"/>
          <p:cNvSpPr/>
          <p:nvPr/>
        </p:nvSpPr>
        <p:spPr>
          <a:xfrm>
            <a:off x="4381500" y="4305300"/>
            <a:ext cx="76200" cy="76200"/>
          </a:xfrm>
          <a:prstGeom prst="rect">
            <a:avLst/>
          </a:prstGeom>
          <a:solidFill>
            <a:srgbClr val="2AD3A5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3" name="upsample_cell"/>
          <p:cNvSpPr/>
          <p:nvPr/>
        </p:nvSpPr>
        <p:spPr>
          <a:xfrm>
            <a:off x="4457700" y="4305300"/>
            <a:ext cx="76200" cy="76200"/>
          </a:xfrm>
          <a:prstGeom prst="rect">
            <a:avLst/>
          </a:prstGeom>
          <a:solidFill>
            <a:srgbClr val="2AD3A5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4" name="upsample_cell"/>
          <p:cNvSpPr/>
          <p:nvPr/>
        </p:nvSpPr>
        <p:spPr>
          <a:xfrm>
            <a:off x="4229100" y="4381500"/>
            <a:ext cx="76200" cy="76200"/>
          </a:xfrm>
          <a:prstGeom prst="rect">
            <a:avLst/>
          </a:prstGeom>
          <a:solidFill>
            <a:srgbClr val="2AD3A5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5" name="upsample_cell"/>
          <p:cNvSpPr/>
          <p:nvPr/>
        </p:nvSpPr>
        <p:spPr>
          <a:xfrm>
            <a:off x="4305300" y="4381500"/>
            <a:ext cx="76200" cy="76200"/>
          </a:xfrm>
          <a:prstGeom prst="rect">
            <a:avLst/>
          </a:prstGeom>
          <a:solidFill>
            <a:srgbClr val="2AD3A5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6" name="upsample_cell"/>
          <p:cNvSpPr/>
          <p:nvPr/>
        </p:nvSpPr>
        <p:spPr>
          <a:xfrm>
            <a:off x="4381500" y="4381500"/>
            <a:ext cx="76200" cy="76200"/>
          </a:xfrm>
          <a:prstGeom prst="rect">
            <a:avLst/>
          </a:prstGeom>
          <a:solidFill>
            <a:srgbClr val="2AD3A5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7" name="upsample_cell"/>
          <p:cNvSpPr/>
          <p:nvPr/>
        </p:nvSpPr>
        <p:spPr>
          <a:xfrm>
            <a:off x="4457700" y="4381500"/>
            <a:ext cx="76200" cy="76200"/>
          </a:xfrm>
          <a:prstGeom prst="rect">
            <a:avLst/>
          </a:prstGeom>
          <a:solidFill>
            <a:srgbClr val="2AD3A5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8" name="upsample_cell"/>
          <p:cNvSpPr/>
          <p:nvPr/>
        </p:nvSpPr>
        <p:spPr>
          <a:xfrm>
            <a:off x="4229100" y="4457700"/>
            <a:ext cx="76200" cy="76200"/>
          </a:xfrm>
          <a:prstGeom prst="rect">
            <a:avLst/>
          </a:prstGeom>
          <a:solidFill>
            <a:srgbClr val="2AD3A5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9" name="upsample_cell"/>
          <p:cNvSpPr/>
          <p:nvPr/>
        </p:nvSpPr>
        <p:spPr>
          <a:xfrm>
            <a:off x="4305300" y="4457700"/>
            <a:ext cx="76200" cy="76200"/>
          </a:xfrm>
          <a:prstGeom prst="rect">
            <a:avLst/>
          </a:prstGeom>
          <a:solidFill>
            <a:srgbClr val="2AD3A5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0" name="upsample_cell"/>
          <p:cNvSpPr/>
          <p:nvPr/>
        </p:nvSpPr>
        <p:spPr>
          <a:xfrm>
            <a:off x="4381500" y="4457700"/>
            <a:ext cx="76200" cy="76200"/>
          </a:xfrm>
          <a:prstGeom prst="rect">
            <a:avLst/>
          </a:prstGeom>
          <a:solidFill>
            <a:srgbClr val="2AD3A5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1" name="upsample_cell"/>
          <p:cNvSpPr/>
          <p:nvPr/>
        </p:nvSpPr>
        <p:spPr>
          <a:xfrm>
            <a:off x="4457700" y="4457700"/>
            <a:ext cx="76200" cy="76200"/>
          </a:xfrm>
          <a:prstGeom prst="rect">
            <a:avLst/>
          </a:prstGeom>
          <a:solidFill>
            <a:srgbClr val="2AD3A5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2" name="upsample_cell"/>
          <p:cNvSpPr/>
          <p:nvPr/>
        </p:nvSpPr>
        <p:spPr>
          <a:xfrm>
            <a:off x="4229100" y="4533900"/>
            <a:ext cx="76200" cy="76200"/>
          </a:xfrm>
          <a:prstGeom prst="rect">
            <a:avLst/>
          </a:prstGeom>
          <a:solidFill>
            <a:srgbClr val="2AD3A5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3" name="upsample_cell"/>
          <p:cNvSpPr/>
          <p:nvPr/>
        </p:nvSpPr>
        <p:spPr>
          <a:xfrm>
            <a:off x="4305300" y="4533900"/>
            <a:ext cx="76200" cy="76200"/>
          </a:xfrm>
          <a:prstGeom prst="rect">
            <a:avLst/>
          </a:prstGeom>
          <a:solidFill>
            <a:srgbClr val="2AD3A5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4" name="upsample_cell"/>
          <p:cNvSpPr/>
          <p:nvPr/>
        </p:nvSpPr>
        <p:spPr>
          <a:xfrm>
            <a:off x="4381500" y="4533900"/>
            <a:ext cx="76200" cy="76200"/>
          </a:xfrm>
          <a:prstGeom prst="rect">
            <a:avLst/>
          </a:prstGeom>
          <a:solidFill>
            <a:srgbClr val="2AD3A5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5" name="upsample_cell"/>
          <p:cNvSpPr/>
          <p:nvPr/>
        </p:nvSpPr>
        <p:spPr>
          <a:xfrm>
            <a:off x="4457700" y="4533900"/>
            <a:ext cx="76200" cy="76200"/>
          </a:xfrm>
          <a:prstGeom prst="rect">
            <a:avLst/>
          </a:prstGeom>
          <a:solidFill>
            <a:srgbClr val="2AD3A5"/>
          </a:solidFill>
          <a:ln w="508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76" name="TITAN_1125_line"/>
          <p:cNvCxnSpPr/>
          <p:nvPr/>
        </p:nvCxnSpPr>
        <p:spPr>
          <a:xfrm>
            <a:off x="4533900" y="4451350"/>
            <a:ext cx="0" cy="457200"/>
          </a:xfrm>
          <a:prstGeom prst="line">
            <a:avLst/>
          </a:prstGeom>
          <a:ln w="19050">
            <a:solidFill>
              <a:srgbClr val="101010"/>
            </a:solidFill>
          </a:ln>
          <a:effectLst/>
        </p:spPr>
      </p:cxnSp>
      <p:cxnSp>
        <p:nvCxnSpPr>
          <p:cNvPr id="1077" name="TITAN_1126_line"/>
          <p:cNvCxnSpPr/>
          <p:nvPr/>
        </p:nvCxnSpPr>
        <p:spPr>
          <a:xfrm>
            <a:off x="4533900" y="4908550"/>
            <a:ext cx="82550" cy="0"/>
          </a:xfrm>
          <a:prstGeom prst="line">
            <a:avLst/>
          </a:prstGeom>
          <a:ln w="19050">
            <a:solidFill>
              <a:srgbClr val="101010"/>
            </a:solidFill>
          </a:ln>
          <a:effectLst/>
        </p:spPr>
      </p:cxnSp>
      <p:sp>
        <p:nvSpPr>
          <p:cNvPr id="1078" name="TITAN_1127_polygon"/>
          <p:cNvSpPr/>
          <p:nvPr/>
        </p:nvSpPr>
        <p:spPr>
          <a:xfrm rot="5400000">
            <a:off x="4572455" y="4883150"/>
            <a:ext cx="43994" cy="50800"/>
          </a:xfrm>
          <a:prstGeom prst="triangle">
            <a:avLst/>
          </a:pr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9" name="outputs_bar"/>
          <p:cNvSpPr/>
          <p:nvPr/>
        </p:nvSpPr>
        <p:spPr>
          <a:xfrm>
            <a:off x="4610100" y="4527550"/>
            <a:ext cx="184150" cy="666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0" name="TITAN_1129_text"/>
          <p:cNvSpPr txBox="1"/>
          <p:nvPr/>
        </p:nvSpPr>
        <p:spPr>
          <a:xfrm rot="16200000">
            <a:off x="4312539" y="4731067"/>
            <a:ext cx="849122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Outputs</a:t>
            </a:r>
          </a:p>
        </p:txBody>
      </p:sp>
      <p:sp>
        <p:nvSpPr>
          <p:cNvPr id="1081" name="TITAN_1130_text"/>
          <p:cNvSpPr txBox="1"/>
          <p:nvPr/>
        </p:nvSpPr>
        <p:spPr>
          <a:xfrm>
            <a:off x="4470400" y="5215572"/>
            <a:ext cx="1249172" cy="16224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01010"/>
                </a:solidFill>
                <a:latin typeface="DejaVu Serif"/>
              </a:rPr>
              <a:t>(B, 512, H′, W′)</a:t>
            </a:r>
          </a:p>
        </p:txBody>
      </p:sp>
      <p:sp>
        <p:nvSpPr>
          <p:cNvPr id="1082" name="panel_b_title"/>
          <p:cNvSpPr txBox="1"/>
          <p:nvPr/>
        </p:nvSpPr>
        <p:spPr>
          <a:xfrm>
            <a:off x="177800" y="5354954"/>
            <a:ext cx="6305804" cy="34226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01010"/>
                </a:solidFill>
                <a:latin typeface="DejaVu Serif"/>
              </a:rPr>
              <a:t>(b) ResNet-18 Based Model Training</a:t>
            </a:r>
          </a:p>
        </p:txBody>
      </p:sp>
      <p:sp>
        <p:nvSpPr>
          <p:cNvPr id="1083" name="panel_c_boundary"/>
          <p:cNvSpPr/>
          <p:nvPr/>
        </p:nvSpPr>
        <p:spPr>
          <a:xfrm>
            <a:off x="5022850" y="1955800"/>
            <a:ext cx="7080250" cy="368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0101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4" name="large_vqe_input_card"/>
          <p:cNvSpPr/>
          <p:nvPr/>
        </p:nvSpPr>
        <p:spPr>
          <a:xfrm>
            <a:off x="5105400" y="2095499"/>
            <a:ext cx="2533650" cy="1295400"/>
          </a:xfrm>
          <a:prstGeom prst="rect">
            <a:avLst/>
          </a:prstGeom>
          <a:solidFill>
            <a:srgbClr val="F8D7F2"/>
          </a:solidFill>
          <a:ln w="1587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5" name="ket0"/>
          <p:cNvSpPr txBox="1"/>
          <p:nvPr/>
        </p:nvSpPr>
        <p:spPr>
          <a:xfrm>
            <a:off x="5168900" y="215328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1086" name="quantum_wire"/>
          <p:cNvCxnSpPr/>
          <p:nvPr/>
        </p:nvCxnSpPr>
        <p:spPr>
          <a:xfrm>
            <a:off x="5353050" y="2235200"/>
            <a:ext cx="2000249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1087" name="rotation_x"/>
          <p:cNvSpPr/>
          <p:nvPr/>
        </p:nvSpPr>
        <p:spPr>
          <a:xfrm>
            <a:off x="5432279" y="2175368"/>
            <a:ext cx="138175" cy="119663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8" name="rotation_y"/>
          <p:cNvSpPr/>
          <p:nvPr/>
        </p:nvSpPr>
        <p:spPr>
          <a:xfrm>
            <a:off x="5678115" y="2166112"/>
            <a:ext cx="138175" cy="13817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9" name="rotation_z"/>
          <p:cNvSpPr/>
          <p:nvPr/>
        </p:nvSpPr>
        <p:spPr>
          <a:xfrm>
            <a:off x="5923951" y="2166112"/>
            <a:ext cx="138176" cy="13817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0" name="rotation_x"/>
          <p:cNvSpPr/>
          <p:nvPr/>
        </p:nvSpPr>
        <p:spPr>
          <a:xfrm>
            <a:off x="6169787" y="2175368"/>
            <a:ext cx="138175" cy="119663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1" name="rotation_y"/>
          <p:cNvSpPr/>
          <p:nvPr/>
        </p:nvSpPr>
        <p:spPr>
          <a:xfrm>
            <a:off x="6415622" y="2166112"/>
            <a:ext cx="138176" cy="13817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2" name="rotation_z"/>
          <p:cNvSpPr/>
          <p:nvPr/>
        </p:nvSpPr>
        <p:spPr>
          <a:xfrm>
            <a:off x="6661458" y="2166112"/>
            <a:ext cx="138176" cy="13817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3" name="rotation_x"/>
          <p:cNvSpPr/>
          <p:nvPr/>
        </p:nvSpPr>
        <p:spPr>
          <a:xfrm>
            <a:off x="6907294" y="2175368"/>
            <a:ext cx="138176" cy="119663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4" name="ket0"/>
          <p:cNvSpPr txBox="1"/>
          <p:nvPr/>
        </p:nvSpPr>
        <p:spPr>
          <a:xfrm>
            <a:off x="5168900" y="2402522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1095" name="quantum_wire"/>
          <p:cNvCxnSpPr/>
          <p:nvPr/>
        </p:nvCxnSpPr>
        <p:spPr>
          <a:xfrm>
            <a:off x="5353050" y="2484437"/>
            <a:ext cx="2000249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1096" name="rotation_x"/>
          <p:cNvSpPr/>
          <p:nvPr/>
        </p:nvSpPr>
        <p:spPr>
          <a:xfrm>
            <a:off x="5432279" y="2424605"/>
            <a:ext cx="138175" cy="119663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7" name="rotation_y"/>
          <p:cNvSpPr/>
          <p:nvPr/>
        </p:nvSpPr>
        <p:spPr>
          <a:xfrm>
            <a:off x="5678115" y="2415349"/>
            <a:ext cx="138175" cy="13817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8" name="rotation_z"/>
          <p:cNvSpPr/>
          <p:nvPr/>
        </p:nvSpPr>
        <p:spPr>
          <a:xfrm>
            <a:off x="5923951" y="2415349"/>
            <a:ext cx="138176" cy="13817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9" name="rotation_x"/>
          <p:cNvSpPr/>
          <p:nvPr/>
        </p:nvSpPr>
        <p:spPr>
          <a:xfrm>
            <a:off x="6169787" y="2424605"/>
            <a:ext cx="138175" cy="119663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0" name="rotation_y"/>
          <p:cNvSpPr/>
          <p:nvPr/>
        </p:nvSpPr>
        <p:spPr>
          <a:xfrm>
            <a:off x="6415622" y="2415349"/>
            <a:ext cx="138176" cy="13817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1" name="rotation_z"/>
          <p:cNvSpPr/>
          <p:nvPr/>
        </p:nvSpPr>
        <p:spPr>
          <a:xfrm>
            <a:off x="6661458" y="2415349"/>
            <a:ext cx="138176" cy="13817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2" name="rotation_x"/>
          <p:cNvSpPr/>
          <p:nvPr/>
        </p:nvSpPr>
        <p:spPr>
          <a:xfrm>
            <a:off x="6907294" y="2424605"/>
            <a:ext cx="138176" cy="119663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3" name="ket0"/>
          <p:cNvSpPr txBox="1"/>
          <p:nvPr/>
        </p:nvSpPr>
        <p:spPr>
          <a:xfrm>
            <a:off x="5168900" y="2651760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1104" name="quantum_wire"/>
          <p:cNvCxnSpPr/>
          <p:nvPr/>
        </p:nvCxnSpPr>
        <p:spPr>
          <a:xfrm>
            <a:off x="5353050" y="2733675"/>
            <a:ext cx="2000249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1105" name="rotation_x"/>
          <p:cNvSpPr/>
          <p:nvPr/>
        </p:nvSpPr>
        <p:spPr>
          <a:xfrm>
            <a:off x="5432279" y="2673843"/>
            <a:ext cx="138175" cy="119663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6" name="rotation_y"/>
          <p:cNvSpPr/>
          <p:nvPr/>
        </p:nvSpPr>
        <p:spPr>
          <a:xfrm>
            <a:off x="5678115" y="2664587"/>
            <a:ext cx="138175" cy="13817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7" name="rotation_z"/>
          <p:cNvSpPr/>
          <p:nvPr/>
        </p:nvSpPr>
        <p:spPr>
          <a:xfrm>
            <a:off x="5923951" y="2664587"/>
            <a:ext cx="138176" cy="13817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8" name="rotation_x"/>
          <p:cNvSpPr/>
          <p:nvPr/>
        </p:nvSpPr>
        <p:spPr>
          <a:xfrm>
            <a:off x="6169787" y="2673843"/>
            <a:ext cx="138175" cy="119663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9" name="rotation_y"/>
          <p:cNvSpPr/>
          <p:nvPr/>
        </p:nvSpPr>
        <p:spPr>
          <a:xfrm>
            <a:off x="6415622" y="2664587"/>
            <a:ext cx="138176" cy="13817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0" name="rotation_z"/>
          <p:cNvSpPr/>
          <p:nvPr/>
        </p:nvSpPr>
        <p:spPr>
          <a:xfrm>
            <a:off x="6661458" y="2664587"/>
            <a:ext cx="138176" cy="13817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1" name="rotation_x"/>
          <p:cNvSpPr/>
          <p:nvPr/>
        </p:nvSpPr>
        <p:spPr>
          <a:xfrm>
            <a:off x="6907294" y="2673843"/>
            <a:ext cx="138176" cy="119663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2" name="ket0"/>
          <p:cNvSpPr txBox="1"/>
          <p:nvPr/>
        </p:nvSpPr>
        <p:spPr>
          <a:xfrm>
            <a:off x="5168900" y="2900997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1113" name="quantum_wire"/>
          <p:cNvCxnSpPr/>
          <p:nvPr/>
        </p:nvCxnSpPr>
        <p:spPr>
          <a:xfrm>
            <a:off x="5353050" y="2982912"/>
            <a:ext cx="2000249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1114" name="rotation_x"/>
          <p:cNvSpPr/>
          <p:nvPr/>
        </p:nvSpPr>
        <p:spPr>
          <a:xfrm>
            <a:off x="5432279" y="2923080"/>
            <a:ext cx="138175" cy="119663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5" name="rotation_y"/>
          <p:cNvSpPr/>
          <p:nvPr/>
        </p:nvSpPr>
        <p:spPr>
          <a:xfrm>
            <a:off x="5678115" y="2913824"/>
            <a:ext cx="138175" cy="13817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6" name="rotation_z"/>
          <p:cNvSpPr/>
          <p:nvPr/>
        </p:nvSpPr>
        <p:spPr>
          <a:xfrm>
            <a:off x="5923951" y="2913824"/>
            <a:ext cx="138176" cy="13817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7" name="rotation_x"/>
          <p:cNvSpPr/>
          <p:nvPr/>
        </p:nvSpPr>
        <p:spPr>
          <a:xfrm>
            <a:off x="6169787" y="2923080"/>
            <a:ext cx="138175" cy="119663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8" name="rotation_y"/>
          <p:cNvSpPr/>
          <p:nvPr/>
        </p:nvSpPr>
        <p:spPr>
          <a:xfrm>
            <a:off x="6415622" y="2913824"/>
            <a:ext cx="138176" cy="13817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9" name="rotation_z"/>
          <p:cNvSpPr/>
          <p:nvPr/>
        </p:nvSpPr>
        <p:spPr>
          <a:xfrm>
            <a:off x="6661458" y="2913824"/>
            <a:ext cx="138176" cy="13817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0" name="rotation_x"/>
          <p:cNvSpPr/>
          <p:nvPr/>
        </p:nvSpPr>
        <p:spPr>
          <a:xfrm>
            <a:off x="6907294" y="2923080"/>
            <a:ext cx="138176" cy="119663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1" name="ket0"/>
          <p:cNvSpPr txBox="1"/>
          <p:nvPr/>
        </p:nvSpPr>
        <p:spPr>
          <a:xfrm>
            <a:off x="5168900" y="315023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1122" name="quantum_wire"/>
          <p:cNvCxnSpPr/>
          <p:nvPr/>
        </p:nvCxnSpPr>
        <p:spPr>
          <a:xfrm>
            <a:off x="5353050" y="3232150"/>
            <a:ext cx="2000249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1123" name="rotation_x"/>
          <p:cNvSpPr/>
          <p:nvPr/>
        </p:nvSpPr>
        <p:spPr>
          <a:xfrm>
            <a:off x="5432279" y="3172318"/>
            <a:ext cx="138175" cy="119663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4" name="rotation_y"/>
          <p:cNvSpPr/>
          <p:nvPr/>
        </p:nvSpPr>
        <p:spPr>
          <a:xfrm>
            <a:off x="5678115" y="3163062"/>
            <a:ext cx="138175" cy="13817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5" name="rotation_z"/>
          <p:cNvSpPr/>
          <p:nvPr/>
        </p:nvSpPr>
        <p:spPr>
          <a:xfrm>
            <a:off x="5923951" y="3163062"/>
            <a:ext cx="138176" cy="13817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6" name="rotation_x"/>
          <p:cNvSpPr/>
          <p:nvPr/>
        </p:nvSpPr>
        <p:spPr>
          <a:xfrm>
            <a:off x="6169787" y="3172318"/>
            <a:ext cx="138175" cy="119663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7" name="rotation_y"/>
          <p:cNvSpPr/>
          <p:nvPr/>
        </p:nvSpPr>
        <p:spPr>
          <a:xfrm>
            <a:off x="6415622" y="3163062"/>
            <a:ext cx="138176" cy="13817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8" name="rotation_z"/>
          <p:cNvSpPr/>
          <p:nvPr/>
        </p:nvSpPr>
        <p:spPr>
          <a:xfrm>
            <a:off x="6661458" y="3163062"/>
            <a:ext cx="138176" cy="13817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9" name="rotation_x"/>
          <p:cNvSpPr/>
          <p:nvPr/>
        </p:nvSpPr>
        <p:spPr>
          <a:xfrm>
            <a:off x="6907294" y="3172318"/>
            <a:ext cx="138176" cy="119663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0" name="row_ellipsis"/>
          <p:cNvSpPr txBox="1"/>
          <p:nvPr/>
        </p:nvSpPr>
        <p:spPr>
          <a:xfrm>
            <a:off x="5116576" y="2618740"/>
            <a:ext cx="257048" cy="23939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01010"/>
                </a:solidFill>
                <a:latin typeface="DejaVu Serif"/>
              </a:rPr>
              <a:t>⋮</a:t>
            </a:r>
          </a:p>
        </p:txBody>
      </p:sp>
      <p:sp>
        <p:nvSpPr>
          <p:cNvPr id="1131" name="row_ellipsis"/>
          <p:cNvSpPr txBox="1"/>
          <p:nvPr/>
        </p:nvSpPr>
        <p:spPr>
          <a:xfrm>
            <a:off x="7313676" y="2618740"/>
            <a:ext cx="257048" cy="23939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01010"/>
                </a:solidFill>
                <a:latin typeface="DejaVu Serif"/>
              </a:rPr>
              <a:t>⋮</a:t>
            </a:r>
          </a:p>
        </p:txBody>
      </p:sp>
      <p:sp>
        <p:nvSpPr>
          <p:cNvPr id="1132" name="cnot"/>
          <p:cNvSpPr/>
          <p:nvPr/>
        </p:nvSpPr>
        <p:spPr>
          <a:xfrm>
            <a:off x="7181850" y="2159000"/>
            <a:ext cx="76200" cy="401637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3" name="cnot"/>
          <p:cNvSpPr/>
          <p:nvPr/>
        </p:nvSpPr>
        <p:spPr>
          <a:xfrm>
            <a:off x="7277100" y="2906712"/>
            <a:ext cx="76200" cy="401637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4" name="measurement_box"/>
          <p:cNvSpPr/>
          <p:nvPr/>
        </p:nvSpPr>
        <p:spPr>
          <a:xfrm>
            <a:off x="7397750" y="216535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5" name="measurement_glyph"/>
          <p:cNvSpPr txBox="1"/>
          <p:nvPr/>
        </p:nvSpPr>
        <p:spPr>
          <a:xfrm>
            <a:off x="7362951" y="214763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1136" name="measurement_box"/>
          <p:cNvSpPr/>
          <p:nvPr/>
        </p:nvSpPr>
        <p:spPr>
          <a:xfrm>
            <a:off x="7397750" y="2414587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7" name="measurement_glyph"/>
          <p:cNvSpPr txBox="1"/>
          <p:nvPr/>
        </p:nvSpPr>
        <p:spPr>
          <a:xfrm>
            <a:off x="7362951" y="2396871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1138" name="measurement_box"/>
          <p:cNvSpPr/>
          <p:nvPr/>
        </p:nvSpPr>
        <p:spPr>
          <a:xfrm>
            <a:off x="7397750" y="2663825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9" name="measurement_glyph"/>
          <p:cNvSpPr txBox="1"/>
          <p:nvPr/>
        </p:nvSpPr>
        <p:spPr>
          <a:xfrm>
            <a:off x="7362951" y="2646108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1140" name="measurement_box"/>
          <p:cNvSpPr/>
          <p:nvPr/>
        </p:nvSpPr>
        <p:spPr>
          <a:xfrm>
            <a:off x="7397750" y="2913062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1" name="measurement_glyph"/>
          <p:cNvSpPr txBox="1"/>
          <p:nvPr/>
        </p:nvSpPr>
        <p:spPr>
          <a:xfrm>
            <a:off x="7362951" y="2895346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1142" name="measurement_box"/>
          <p:cNvSpPr/>
          <p:nvPr/>
        </p:nvSpPr>
        <p:spPr>
          <a:xfrm>
            <a:off x="7397750" y="316230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3" name="measurement_glyph"/>
          <p:cNvSpPr txBox="1"/>
          <p:nvPr/>
        </p:nvSpPr>
        <p:spPr>
          <a:xfrm>
            <a:off x="7362951" y="314458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1144" name="TITAN_1197_text"/>
          <p:cNvSpPr txBox="1"/>
          <p:nvPr/>
        </p:nvSpPr>
        <p:spPr>
          <a:xfrm>
            <a:off x="5099050" y="3496945"/>
            <a:ext cx="1526540" cy="27368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1010"/>
                </a:solidFill>
                <a:latin typeface="DejaVu Serif"/>
              </a:rPr>
              <a:t>Large Size</a:t>
            </a:r>
          </a:p>
        </p:txBody>
      </p:sp>
      <p:sp>
        <p:nvSpPr>
          <p:cNvPr id="1145" name="TITAN_1198_text"/>
          <p:cNvSpPr txBox="1"/>
          <p:nvPr/>
        </p:nvSpPr>
        <p:spPr>
          <a:xfrm>
            <a:off x="6172200" y="3449637"/>
            <a:ext cx="1073150" cy="35083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01010"/>
                </a:solidFill>
                <a:latin typeface="DejaVu Serif"/>
              </a:rPr>
              <a:t>TITAN</a:t>
            </a:r>
          </a:p>
        </p:txBody>
      </p:sp>
      <p:cxnSp>
        <p:nvCxnSpPr>
          <p:cNvPr id="1146" name="TITAN_1199_line"/>
          <p:cNvCxnSpPr/>
          <p:nvPr/>
        </p:nvCxnSpPr>
        <p:spPr>
          <a:xfrm>
            <a:off x="6178550" y="3479800"/>
            <a:ext cx="0" cy="355600"/>
          </a:xfrm>
          <a:prstGeom prst="line">
            <a:avLst/>
          </a:prstGeom>
          <a:ln w="31750">
            <a:solidFill>
              <a:srgbClr val="101010"/>
            </a:solidFill>
          </a:ln>
          <a:effectLst/>
        </p:spPr>
      </p:cxnSp>
      <p:sp>
        <p:nvSpPr>
          <p:cNvPr id="1147" name="TITAN_1200_polygon"/>
          <p:cNvSpPr/>
          <p:nvPr/>
        </p:nvSpPr>
        <p:spPr>
          <a:xfrm rot="10800000">
            <a:off x="6127750" y="3747411"/>
            <a:ext cx="101600" cy="87988"/>
          </a:xfrm>
          <a:prstGeom prst="triangle">
            <a:avLst/>
          </a:pr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8" name="large_vqe_output_card"/>
          <p:cNvSpPr/>
          <p:nvPr/>
        </p:nvSpPr>
        <p:spPr>
          <a:xfrm>
            <a:off x="5105400" y="3860800"/>
            <a:ext cx="2540000" cy="1320800"/>
          </a:xfrm>
          <a:prstGeom prst="rect">
            <a:avLst/>
          </a:prstGeom>
          <a:solidFill>
            <a:srgbClr val="F8D7F2"/>
          </a:solidFill>
          <a:ln w="1587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9" name="ket0"/>
          <p:cNvSpPr txBox="1"/>
          <p:nvPr/>
        </p:nvSpPr>
        <p:spPr>
          <a:xfrm>
            <a:off x="5168900" y="391858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1150" name="quantum_wire"/>
          <p:cNvCxnSpPr/>
          <p:nvPr/>
        </p:nvCxnSpPr>
        <p:spPr>
          <a:xfrm>
            <a:off x="5353050" y="4000500"/>
            <a:ext cx="20066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1151" name="rotation_x"/>
          <p:cNvSpPr/>
          <p:nvPr/>
        </p:nvSpPr>
        <p:spPr>
          <a:xfrm>
            <a:off x="5431378" y="3939494"/>
            <a:ext cx="140885" cy="122010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2" name="rotation_y"/>
          <p:cNvSpPr/>
          <p:nvPr/>
        </p:nvSpPr>
        <p:spPr>
          <a:xfrm>
            <a:off x="5678121" y="3930057"/>
            <a:ext cx="140885" cy="14088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3" name="rotation_z"/>
          <p:cNvSpPr/>
          <p:nvPr/>
        </p:nvSpPr>
        <p:spPr>
          <a:xfrm>
            <a:off x="5924864" y="3930057"/>
            <a:ext cx="140885" cy="140885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4" name="rotation_x"/>
          <p:cNvSpPr/>
          <p:nvPr/>
        </p:nvSpPr>
        <p:spPr>
          <a:xfrm>
            <a:off x="6171607" y="3939494"/>
            <a:ext cx="140885" cy="122010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5" name="rotation_y"/>
          <p:cNvSpPr/>
          <p:nvPr/>
        </p:nvSpPr>
        <p:spPr>
          <a:xfrm>
            <a:off x="6418350" y="3930057"/>
            <a:ext cx="140885" cy="14088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6" name="rotation_z"/>
          <p:cNvSpPr/>
          <p:nvPr/>
        </p:nvSpPr>
        <p:spPr>
          <a:xfrm>
            <a:off x="6665093" y="3930057"/>
            <a:ext cx="140885" cy="140885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7" name="rotation_x"/>
          <p:cNvSpPr/>
          <p:nvPr/>
        </p:nvSpPr>
        <p:spPr>
          <a:xfrm>
            <a:off x="6911835" y="3939494"/>
            <a:ext cx="140885" cy="122010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8" name="ket0"/>
          <p:cNvSpPr txBox="1"/>
          <p:nvPr/>
        </p:nvSpPr>
        <p:spPr>
          <a:xfrm>
            <a:off x="5168900" y="4174172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1159" name="quantum_wire"/>
          <p:cNvCxnSpPr/>
          <p:nvPr/>
        </p:nvCxnSpPr>
        <p:spPr>
          <a:xfrm>
            <a:off x="5353050" y="4256087"/>
            <a:ext cx="20066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1160" name="rotation_x"/>
          <p:cNvSpPr/>
          <p:nvPr/>
        </p:nvSpPr>
        <p:spPr>
          <a:xfrm>
            <a:off x="5431378" y="4195082"/>
            <a:ext cx="140885" cy="122010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1" name="rotation_y"/>
          <p:cNvSpPr/>
          <p:nvPr/>
        </p:nvSpPr>
        <p:spPr>
          <a:xfrm>
            <a:off x="5678121" y="4185644"/>
            <a:ext cx="140885" cy="14088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2" name="rotation_z"/>
          <p:cNvSpPr/>
          <p:nvPr/>
        </p:nvSpPr>
        <p:spPr>
          <a:xfrm>
            <a:off x="5924864" y="4185644"/>
            <a:ext cx="140885" cy="140885"/>
          </a:xfrm>
          <a:prstGeom prst="ellipse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3" name="rotation_x"/>
          <p:cNvSpPr/>
          <p:nvPr/>
        </p:nvSpPr>
        <p:spPr>
          <a:xfrm>
            <a:off x="6171607" y="4195082"/>
            <a:ext cx="140885" cy="122010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4" name="rotation_y"/>
          <p:cNvSpPr/>
          <p:nvPr/>
        </p:nvSpPr>
        <p:spPr>
          <a:xfrm>
            <a:off x="6418350" y="4185644"/>
            <a:ext cx="140885" cy="14088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5" name="rotation_z"/>
          <p:cNvSpPr/>
          <p:nvPr/>
        </p:nvSpPr>
        <p:spPr>
          <a:xfrm>
            <a:off x="6665093" y="4185644"/>
            <a:ext cx="140885" cy="140885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6" name="rotation_x"/>
          <p:cNvSpPr/>
          <p:nvPr/>
        </p:nvSpPr>
        <p:spPr>
          <a:xfrm>
            <a:off x="6911835" y="4195082"/>
            <a:ext cx="140885" cy="122010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7" name="ket0"/>
          <p:cNvSpPr txBox="1"/>
          <p:nvPr/>
        </p:nvSpPr>
        <p:spPr>
          <a:xfrm>
            <a:off x="5168900" y="4429760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1168" name="quantum_wire"/>
          <p:cNvCxnSpPr/>
          <p:nvPr/>
        </p:nvCxnSpPr>
        <p:spPr>
          <a:xfrm>
            <a:off x="5353050" y="4511675"/>
            <a:ext cx="20066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1169" name="rotation_x"/>
          <p:cNvSpPr/>
          <p:nvPr/>
        </p:nvSpPr>
        <p:spPr>
          <a:xfrm>
            <a:off x="5431378" y="4450669"/>
            <a:ext cx="140885" cy="122010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0" name="rotation_y"/>
          <p:cNvSpPr/>
          <p:nvPr/>
        </p:nvSpPr>
        <p:spPr>
          <a:xfrm>
            <a:off x="5678121" y="4441232"/>
            <a:ext cx="140885" cy="140885"/>
          </a:xfrm>
          <a:prstGeom prst="diamond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1" name="rotation_z"/>
          <p:cNvSpPr/>
          <p:nvPr/>
        </p:nvSpPr>
        <p:spPr>
          <a:xfrm>
            <a:off x="5924864" y="4441232"/>
            <a:ext cx="140885" cy="140885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2" name="rotation_x"/>
          <p:cNvSpPr/>
          <p:nvPr/>
        </p:nvSpPr>
        <p:spPr>
          <a:xfrm>
            <a:off x="6171607" y="4450669"/>
            <a:ext cx="140885" cy="122010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3" name="rotation_y"/>
          <p:cNvSpPr/>
          <p:nvPr/>
        </p:nvSpPr>
        <p:spPr>
          <a:xfrm>
            <a:off x="6418350" y="4441232"/>
            <a:ext cx="140885" cy="140885"/>
          </a:xfrm>
          <a:prstGeom prst="diamond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4" name="rotation_z"/>
          <p:cNvSpPr/>
          <p:nvPr/>
        </p:nvSpPr>
        <p:spPr>
          <a:xfrm>
            <a:off x="6665093" y="4441232"/>
            <a:ext cx="140885" cy="140885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5" name="rotation_x"/>
          <p:cNvSpPr/>
          <p:nvPr/>
        </p:nvSpPr>
        <p:spPr>
          <a:xfrm>
            <a:off x="6911835" y="4450669"/>
            <a:ext cx="140885" cy="122010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6" name="ket0"/>
          <p:cNvSpPr txBox="1"/>
          <p:nvPr/>
        </p:nvSpPr>
        <p:spPr>
          <a:xfrm>
            <a:off x="5168900" y="4685347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1177" name="quantum_wire"/>
          <p:cNvCxnSpPr/>
          <p:nvPr/>
        </p:nvCxnSpPr>
        <p:spPr>
          <a:xfrm>
            <a:off x="5353050" y="4767262"/>
            <a:ext cx="20066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1178" name="rotation_x"/>
          <p:cNvSpPr/>
          <p:nvPr/>
        </p:nvSpPr>
        <p:spPr>
          <a:xfrm>
            <a:off x="5431378" y="4706257"/>
            <a:ext cx="140885" cy="122010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9" name="rotation_y"/>
          <p:cNvSpPr/>
          <p:nvPr/>
        </p:nvSpPr>
        <p:spPr>
          <a:xfrm>
            <a:off x="5678121" y="4696819"/>
            <a:ext cx="140885" cy="14088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0" name="rotation_z"/>
          <p:cNvSpPr/>
          <p:nvPr/>
        </p:nvSpPr>
        <p:spPr>
          <a:xfrm>
            <a:off x="5924864" y="4696819"/>
            <a:ext cx="140885" cy="140885"/>
          </a:xfrm>
          <a:prstGeom prst="ellipse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1" name="rotation_x"/>
          <p:cNvSpPr/>
          <p:nvPr/>
        </p:nvSpPr>
        <p:spPr>
          <a:xfrm>
            <a:off x="6171607" y="4706257"/>
            <a:ext cx="140885" cy="122010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2" name="rotation_y"/>
          <p:cNvSpPr/>
          <p:nvPr/>
        </p:nvSpPr>
        <p:spPr>
          <a:xfrm>
            <a:off x="6418350" y="4696819"/>
            <a:ext cx="140885" cy="14088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3" name="rotation_z"/>
          <p:cNvSpPr/>
          <p:nvPr/>
        </p:nvSpPr>
        <p:spPr>
          <a:xfrm>
            <a:off x="6665093" y="4696819"/>
            <a:ext cx="140885" cy="140885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4" name="rotation_x"/>
          <p:cNvSpPr/>
          <p:nvPr/>
        </p:nvSpPr>
        <p:spPr>
          <a:xfrm>
            <a:off x="6911835" y="4706257"/>
            <a:ext cx="140885" cy="122010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5" name="ket0"/>
          <p:cNvSpPr txBox="1"/>
          <p:nvPr/>
        </p:nvSpPr>
        <p:spPr>
          <a:xfrm>
            <a:off x="5168900" y="494093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1186" name="quantum_wire"/>
          <p:cNvCxnSpPr/>
          <p:nvPr/>
        </p:nvCxnSpPr>
        <p:spPr>
          <a:xfrm>
            <a:off x="5353050" y="5022850"/>
            <a:ext cx="20066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1187" name="rotation_x"/>
          <p:cNvSpPr/>
          <p:nvPr/>
        </p:nvSpPr>
        <p:spPr>
          <a:xfrm>
            <a:off x="5431378" y="4961844"/>
            <a:ext cx="140885" cy="122010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8" name="rotation_y"/>
          <p:cNvSpPr/>
          <p:nvPr/>
        </p:nvSpPr>
        <p:spPr>
          <a:xfrm>
            <a:off x="5678121" y="4952407"/>
            <a:ext cx="140885" cy="140885"/>
          </a:xfrm>
          <a:prstGeom prst="diamond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9" name="rotation_z"/>
          <p:cNvSpPr/>
          <p:nvPr/>
        </p:nvSpPr>
        <p:spPr>
          <a:xfrm>
            <a:off x="5924864" y="4952407"/>
            <a:ext cx="140885" cy="140885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0" name="rotation_x"/>
          <p:cNvSpPr/>
          <p:nvPr/>
        </p:nvSpPr>
        <p:spPr>
          <a:xfrm>
            <a:off x="6171607" y="4961844"/>
            <a:ext cx="140885" cy="122010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1" name="rotation_y"/>
          <p:cNvSpPr/>
          <p:nvPr/>
        </p:nvSpPr>
        <p:spPr>
          <a:xfrm>
            <a:off x="6418350" y="4952407"/>
            <a:ext cx="140885" cy="14088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2" name="rotation_z"/>
          <p:cNvSpPr/>
          <p:nvPr/>
        </p:nvSpPr>
        <p:spPr>
          <a:xfrm>
            <a:off x="6665093" y="4952407"/>
            <a:ext cx="140885" cy="140885"/>
          </a:xfrm>
          <a:prstGeom prst="ellipse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3" name="rotation_x"/>
          <p:cNvSpPr/>
          <p:nvPr/>
        </p:nvSpPr>
        <p:spPr>
          <a:xfrm>
            <a:off x="6911835" y="4961844"/>
            <a:ext cx="140885" cy="122010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4" name="row_ellipsis"/>
          <p:cNvSpPr txBox="1"/>
          <p:nvPr/>
        </p:nvSpPr>
        <p:spPr>
          <a:xfrm>
            <a:off x="5116576" y="4396740"/>
            <a:ext cx="257048" cy="23939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01010"/>
                </a:solidFill>
                <a:latin typeface="DejaVu Serif"/>
              </a:rPr>
              <a:t>⋮</a:t>
            </a:r>
          </a:p>
        </p:txBody>
      </p:sp>
      <p:sp>
        <p:nvSpPr>
          <p:cNvPr id="1195" name="row_ellipsis"/>
          <p:cNvSpPr txBox="1"/>
          <p:nvPr/>
        </p:nvSpPr>
        <p:spPr>
          <a:xfrm>
            <a:off x="7320026" y="4396740"/>
            <a:ext cx="257048" cy="23939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01010"/>
                </a:solidFill>
                <a:latin typeface="DejaVu Serif"/>
              </a:rPr>
              <a:t>⋮</a:t>
            </a:r>
          </a:p>
        </p:txBody>
      </p:sp>
      <p:sp>
        <p:nvSpPr>
          <p:cNvPr id="1196" name="cnot"/>
          <p:cNvSpPr/>
          <p:nvPr/>
        </p:nvSpPr>
        <p:spPr>
          <a:xfrm>
            <a:off x="7188200" y="3924300"/>
            <a:ext cx="76200" cy="407987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7" name="cnot"/>
          <p:cNvSpPr/>
          <p:nvPr/>
        </p:nvSpPr>
        <p:spPr>
          <a:xfrm>
            <a:off x="7283450" y="4691062"/>
            <a:ext cx="76200" cy="407987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8" name="measurement_box"/>
          <p:cNvSpPr/>
          <p:nvPr/>
        </p:nvSpPr>
        <p:spPr>
          <a:xfrm>
            <a:off x="7404099" y="3930649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9" name="measurement_glyph"/>
          <p:cNvSpPr txBox="1"/>
          <p:nvPr/>
        </p:nvSpPr>
        <p:spPr>
          <a:xfrm>
            <a:off x="7369301" y="391293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1200" name="measurement_box"/>
          <p:cNvSpPr/>
          <p:nvPr/>
        </p:nvSpPr>
        <p:spPr>
          <a:xfrm>
            <a:off x="7404099" y="4186237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1" name="measurement_glyph"/>
          <p:cNvSpPr txBox="1"/>
          <p:nvPr/>
        </p:nvSpPr>
        <p:spPr>
          <a:xfrm>
            <a:off x="7369301" y="4168521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1202" name="measurement_box"/>
          <p:cNvSpPr/>
          <p:nvPr/>
        </p:nvSpPr>
        <p:spPr>
          <a:xfrm>
            <a:off x="7404099" y="4441825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3" name="measurement_glyph"/>
          <p:cNvSpPr txBox="1"/>
          <p:nvPr/>
        </p:nvSpPr>
        <p:spPr>
          <a:xfrm>
            <a:off x="7369301" y="4424108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1204" name="measurement_box"/>
          <p:cNvSpPr/>
          <p:nvPr/>
        </p:nvSpPr>
        <p:spPr>
          <a:xfrm>
            <a:off x="7404099" y="4697412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5" name="measurement_glyph"/>
          <p:cNvSpPr txBox="1"/>
          <p:nvPr/>
        </p:nvSpPr>
        <p:spPr>
          <a:xfrm>
            <a:off x="7369301" y="4679696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1206" name="measurement_box"/>
          <p:cNvSpPr/>
          <p:nvPr/>
        </p:nvSpPr>
        <p:spPr>
          <a:xfrm>
            <a:off x="7404099" y="495300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7" name="measurement_glyph"/>
          <p:cNvSpPr txBox="1"/>
          <p:nvPr/>
        </p:nvSpPr>
        <p:spPr>
          <a:xfrm>
            <a:off x="7369301" y="493528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1208" name="middle_vqe_input_card"/>
          <p:cNvSpPr/>
          <p:nvPr/>
        </p:nvSpPr>
        <p:spPr>
          <a:xfrm>
            <a:off x="7778750" y="2095499"/>
            <a:ext cx="2235200" cy="933449"/>
          </a:xfrm>
          <a:prstGeom prst="rect">
            <a:avLst/>
          </a:prstGeom>
          <a:solidFill>
            <a:srgbClr val="D7EFC5"/>
          </a:solidFill>
          <a:ln w="1587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9" name="ket0"/>
          <p:cNvSpPr txBox="1"/>
          <p:nvPr/>
        </p:nvSpPr>
        <p:spPr>
          <a:xfrm>
            <a:off x="7842250" y="215328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1210" name="quantum_wire"/>
          <p:cNvCxnSpPr/>
          <p:nvPr/>
        </p:nvCxnSpPr>
        <p:spPr>
          <a:xfrm>
            <a:off x="8026400" y="2235200"/>
            <a:ext cx="17018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1211" name="rotation_x"/>
          <p:cNvSpPr/>
          <p:nvPr/>
        </p:nvSpPr>
        <p:spPr>
          <a:xfrm>
            <a:off x="8110592" y="2183462"/>
            <a:ext cx="119481" cy="103474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2" name="rotation_y"/>
          <p:cNvSpPr/>
          <p:nvPr/>
        </p:nvSpPr>
        <p:spPr>
          <a:xfrm>
            <a:off x="8347659" y="2175459"/>
            <a:ext cx="119481" cy="119481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3" name="rotation_z"/>
          <p:cNvSpPr/>
          <p:nvPr/>
        </p:nvSpPr>
        <p:spPr>
          <a:xfrm>
            <a:off x="8584725" y="2175459"/>
            <a:ext cx="119481" cy="119481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4" name="rotation_x"/>
          <p:cNvSpPr/>
          <p:nvPr/>
        </p:nvSpPr>
        <p:spPr>
          <a:xfrm>
            <a:off x="8821792" y="2183462"/>
            <a:ext cx="119481" cy="103474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5" name="rotation_y"/>
          <p:cNvSpPr/>
          <p:nvPr/>
        </p:nvSpPr>
        <p:spPr>
          <a:xfrm>
            <a:off x="9058859" y="2175459"/>
            <a:ext cx="119481" cy="119481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6" name="rotation_z"/>
          <p:cNvSpPr/>
          <p:nvPr/>
        </p:nvSpPr>
        <p:spPr>
          <a:xfrm>
            <a:off x="9295925" y="2175459"/>
            <a:ext cx="119481" cy="119481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7" name="ket0"/>
          <p:cNvSpPr txBox="1"/>
          <p:nvPr/>
        </p:nvSpPr>
        <p:spPr>
          <a:xfrm>
            <a:off x="7842250" y="2364951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1218" name="quantum_wire"/>
          <p:cNvCxnSpPr/>
          <p:nvPr/>
        </p:nvCxnSpPr>
        <p:spPr>
          <a:xfrm>
            <a:off x="8026400" y="2446866"/>
            <a:ext cx="17018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1219" name="rotation_x"/>
          <p:cNvSpPr/>
          <p:nvPr/>
        </p:nvSpPr>
        <p:spPr>
          <a:xfrm>
            <a:off x="8110592" y="2395129"/>
            <a:ext cx="119481" cy="103474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0" name="rotation_y"/>
          <p:cNvSpPr/>
          <p:nvPr/>
        </p:nvSpPr>
        <p:spPr>
          <a:xfrm>
            <a:off x="8347659" y="2387125"/>
            <a:ext cx="119481" cy="119481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1" name="rotation_z"/>
          <p:cNvSpPr/>
          <p:nvPr/>
        </p:nvSpPr>
        <p:spPr>
          <a:xfrm>
            <a:off x="8584725" y="2387125"/>
            <a:ext cx="119481" cy="119481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2" name="rotation_x"/>
          <p:cNvSpPr/>
          <p:nvPr/>
        </p:nvSpPr>
        <p:spPr>
          <a:xfrm>
            <a:off x="8821792" y="2395129"/>
            <a:ext cx="119481" cy="103474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3" name="rotation_y"/>
          <p:cNvSpPr/>
          <p:nvPr/>
        </p:nvSpPr>
        <p:spPr>
          <a:xfrm>
            <a:off x="9058859" y="2387125"/>
            <a:ext cx="119481" cy="119481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4" name="rotation_z"/>
          <p:cNvSpPr/>
          <p:nvPr/>
        </p:nvSpPr>
        <p:spPr>
          <a:xfrm>
            <a:off x="9295925" y="2387125"/>
            <a:ext cx="119481" cy="119481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5" name="ket0"/>
          <p:cNvSpPr txBox="1"/>
          <p:nvPr/>
        </p:nvSpPr>
        <p:spPr>
          <a:xfrm>
            <a:off x="7842250" y="2576618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1226" name="quantum_wire"/>
          <p:cNvCxnSpPr/>
          <p:nvPr/>
        </p:nvCxnSpPr>
        <p:spPr>
          <a:xfrm>
            <a:off x="8026400" y="2658533"/>
            <a:ext cx="17018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1227" name="rotation_x"/>
          <p:cNvSpPr/>
          <p:nvPr/>
        </p:nvSpPr>
        <p:spPr>
          <a:xfrm>
            <a:off x="8110592" y="2606796"/>
            <a:ext cx="119481" cy="103474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8" name="rotation_y"/>
          <p:cNvSpPr/>
          <p:nvPr/>
        </p:nvSpPr>
        <p:spPr>
          <a:xfrm>
            <a:off x="8347659" y="2598792"/>
            <a:ext cx="119481" cy="119481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9" name="rotation_z"/>
          <p:cNvSpPr/>
          <p:nvPr/>
        </p:nvSpPr>
        <p:spPr>
          <a:xfrm>
            <a:off x="8584725" y="2598792"/>
            <a:ext cx="119481" cy="119481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0" name="rotation_x"/>
          <p:cNvSpPr/>
          <p:nvPr/>
        </p:nvSpPr>
        <p:spPr>
          <a:xfrm>
            <a:off x="8821792" y="2606796"/>
            <a:ext cx="119481" cy="103474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1" name="rotation_y"/>
          <p:cNvSpPr/>
          <p:nvPr/>
        </p:nvSpPr>
        <p:spPr>
          <a:xfrm>
            <a:off x="9058859" y="2598792"/>
            <a:ext cx="119481" cy="119481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2" name="rotation_z"/>
          <p:cNvSpPr/>
          <p:nvPr/>
        </p:nvSpPr>
        <p:spPr>
          <a:xfrm>
            <a:off x="9295925" y="2598792"/>
            <a:ext cx="119481" cy="119481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3" name="ket0"/>
          <p:cNvSpPr txBox="1"/>
          <p:nvPr/>
        </p:nvSpPr>
        <p:spPr>
          <a:xfrm>
            <a:off x="7842250" y="278828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1234" name="quantum_wire"/>
          <p:cNvCxnSpPr/>
          <p:nvPr/>
        </p:nvCxnSpPr>
        <p:spPr>
          <a:xfrm>
            <a:off x="8026400" y="2870200"/>
            <a:ext cx="170180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1235" name="rotation_x"/>
          <p:cNvSpPr/>
          <p:nvPr/>
        </p:nvSpPr>
        <p:spPr>
          <a:xfrm>
            <a:off x="8110592" y="2818462"/>
            <a:ext cx="119481" cy="103474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6" name="rotation_y"/>
          <p:cNvSpPr/>
          <p:nvPr/>
        </p:nvSpPr>
        <p:spPr>
          <a:xfrm>
            <a:off x="8347659" y="2810459"/>
            <a:ext cx="119481" cy="119481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7" name="rotation_z"/>
          <p:cNvSpPr/>
          <p:nvPr/>
        </p:nvSpPr>
        <p:spPr>
          <a:xfrm>
            <a:off x="8584725" y="2810459"/>
            <a:ext cx="119481" cy="119481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8" name="rotation_x"/>
          <p:cNvSpPr/>
          <p:nvPr/>
        </p:nvSpPr>
        <p:spPr>
          <a:xfrm>
            <a:off x="8821792" y="2818462"/>
            <a:ext cx="119481" cy="103474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9" name="rotation_y"/>
          <p:cNvSpPr/>
          <p:nvPr/>
        </p:nvSpPr>
        <p:spPr>
          <a:xfrm>
            <a:off x="9058859" y="2810459"/>
            <a:ext cx="119481" cy="119481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0" name="rotation_z"/>
          <p:cNvSpPr/>
          <p:nvPr/>
        </p:nvSpPr>
        <p:spPr>
          <a:xfrm>
            <a:off x="9295925" y="2810459"/>
            <a:ext cx="119481" cy="119481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1" name="cnot"/>
          <p:cNvSpPr/>
          <p:nvPr/>
        </p:nvSpPr>
        <p:spPr>
          <a:xfrm>
            <a:off x="9556750" y="2159000"/>
            <a:ext cx="76200" cy="364066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2" name="cnot"/>
          <p:cNvSpPr/>
          <p:nvPr/>
        </p:nvSpPr>
        <p:spPr>
          <a:xfrm>
            <a:off x="9652000" y="2582333"/>
            <a:ext cx="76200" cy="364066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3" name="measurement_box"/>
          <p:cNvSpPr/>
          <p:nvPr/>
        </p:nvSpPr>
        <p:spPr>
          <a:xfrm>
            <a:off x="9772650" y="216535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4" name="measurement_glyph"/>
          <p:cNvSpPr txBox="1"/>
          <p:nvPr/>
        </p:nvSpPr>
        <p:spPr>
          <a:xfrm>
            <a:off x="9737852" y="214763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1245" name="measurement_box"/>
          <p:cNvSpPr/>
          <p:nvPr/>
        </p:nvSpPr>
        <p:spPr>
          <a:xfrm>
            <a:off x="9772650" y="2377016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6" name="measurement_glyph"/>
          <p:cNvSpPr txBox="1"/>
          <p:nvPr/>
        </p:nvSpPr>
        <p:spPr>
          <a:xfrm>
            <a:off x="9737852" y="2359300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1247" name="measurement_box"/>
          <p:cNvSpPr/>
          <p:nvPr/>
        </p:nvSpPr>
        <p:spPr>
          <a:xfrm>
            <a:off x="9772650" y="2588683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8" name="measurement_glyph"/>
          <p:cNvSpPr txBox="1"/>
          <p:nvPr/>
        </p:nvSpPr>
        <p:spPr>
          <a:xfrm>
            <a:off x="9737852" y="2570966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1249" name="measurement_box"/>
          <p:cNvSpPr/>
          <p:nvPr/>
        </p:nvSpPr>
        <p:spPr>
          <a:xfrm>
            <a:off x="9772650" y="280035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0" name="measurement_glyph"/>
          <p:cNvSpPr txBox="1"/>
          <p:nvPr/>
        </p:nvSpPr>
        <p:spPr>
          <a:xfrm>
            <a:off x="9737852" y="278263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1251" name="TITAN_1308_text"/>
          <p:cNvSpPr txBox="1"/>
          <p:nvPr/>
        </p:nvSpPr>
        <p:spPr>
          <a:xfrm>
            <a:off x="7804149" y="3173730"/>
            <a:ext cx="1547876" cy="2565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1010"/>
                </a:solidFill>
                <a:latin typeface="DejaVu Serif"/>
              </a:rPr>
              <a:t>Middle Size</a:t>
            </a:r>
          </a:p>
        </p:txBody>
      </p:sp>
      <p:sp>
        <p:nvSpPr>
          <p:cNvPr id="1252" name="TITAN_1309_text"/>
          <p:cNvSpPr txBox="1"/>
          <p:nvPr/>
        </p:nvSpPr>
        <p:spPr>
          <a:xfrm>
            <a:off x="8890000" y="3113405"/>
            <a:ext cx="1046479" cy="34226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01010"/>
                </a:solidFill>
                <a:latin typeface="DejaVu Serif"/>
              </a:rPr>
              <a:t>TITAN</a:t>
            </a:r>
          </a:p>
        </p:txBody>
      </p:sp>
      <p:cxnSp>
        <p:nvCxnSpPr>
          <p:cNvPr id="1253" name="TITAN_1310_line"/>
          <p:cNvCxnSpPr/>
          <p:nvPr/>
        </p:nvCxnSpPr>
        <p:spPr>
          <a:xfrm>
            <a:off x="8763000" y="3086100"/>
            <a:ext cx="0" cy="419100"/>
          </a:xfrm>
          <a:prstGeom prst="line">
            <a:avLst/>
          </a:prstGeom>
          <a:ln w="31750">
            <a:solidFill>
              <a:srgbClr val="101010"/>
            </a:solidFill>
          </a:ln>
          <a:effectLst/>
        </p:spPr>
      </p:cxnSp>
      <p:sp>
        <p:nvSpPr>
          <p:cNvPr id="1254" name="TITAN_1311_polygon"/>
          <p:cNvSpPr/>
          <p:nvPr/>
        </p:nvSpPr>
        <p:spPr>
          <a:xfrm rot="10800000">
            <a:off x="8712200" y="3417211"/>
            <a:ext cx="101600" cy="87988"/>
          </a:xfrm>
          <a:prstGeom prst="triangle">
            <a:avLst/>
          </a:pr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5" name="middle_vqe_output_card"/>
          <p:cNvSpPr/>
          <p:nvPr/>
        </p:nvSpPr>
        <p:spPr>
          <a:xfrm>
            <a:off x="7848600" y="3536950"/>
            <a:ext cx="2336800" cy="1016000"/>
          </a:xfrm>
          <a:prstGeom prst="rect">
            <a:avLst/>
          </a:prstGeom>
          <a:solidFill>
            <a:srgbClr val="D7EFC5"/>
          </a:solidFill>
          <a:ln w="1587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6" name="ket0"/>
          <p:cNvSpPr txBox="1"/>
          <p:nvPr/>
        </p:nvSpPr>
        <p:spPr>
          <a:xfrm>
            <a:off x="7912100" y="359473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1257" name="quantum_wire"/>
          <p:cNvCxnSpPr/>
          <p:nvPr/>
        </p:nvCxnSpPr>
        <p:spPr>
          <a:xfrm>
            <a:off x="8096249" y="3676649"/>
            <a:ext cx="1803401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1258" name="rotation_x"/>
          <p:cNvSpPr/>
          <p:nvPr/>
        </p:nvSpPr>
        <p:spPr>
          <a:xfrm>
            <a:off x="8183626" y="3620337"/>
            <a:ext cx="130048" cy="112624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9" name="rotation_y"/>
          <p:cNvSpPr/>
          <p:nvPr/>
        </p:nvSpPr>
        <p:spPr>
          <a:xfrm>
            <a:off x="8437626" y="3611626"/>
            <a:ext cx="130048" cy="130048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0" name="rotation_z"/>
          <p:cNvSpPr/>
          <p:nvPr/>
        </p:nvSpPr>
        <p:spPr>
          <a:xfrm>
            <a:off x="8691626" y="3611626"/>
            <a:ext cx="130048" cy="130048"/>
          </a:xfrm>
          <a:prstGeom prst="ellipse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1" name="rotation_x"/>
          <p:cNvSpPr/>
          <p:nvPr/>
        </p:nvSpPr>
        <p:spPr>
          <a:xfrm>
            <a:off x="8945626" y="3620337"/>
            <a:ext cx="130048" cy="112624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2" name="rotation_y"/>
          <p:cNvSpPr/>
          <p:nvPr/>
        </p:nvSpPr>
        <p:spPr>
          <a:xfrm>
            <a:off x="9199626" y="3611626"/>
            <a:ext cx="130048" cy="130048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3" name="rotation_z"/>
          <p:cNvSpPr/>
          <p:nvPr/>
        </p:nvSpPr>
        <p:spPr>
          <a:xfrm>
            <a:off x="9453626" y="3611626"/>
            <a:ext cx="130048" cy="130048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4" name="ket0"/>
          <p:cNvSpPr txBox="1"/>
          <p:nvPr/>
        </p:nvSpPr>
        <p:spPr>
          <a:xfrm>
            <a:off x="7912100" y="3833918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1265" name="quantum_wire"/>
          <p:cNvCxnSpPr/>
          <p:nvPr/>
        </p:nvCxnSpPr>
        <p:spPr>
          <a:xfrm>
            <a:off x="8096249" y="3915833"/>
            <a:ext cx="1803401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1266" name="rotation_x"/>
          <p:cNvSpPr/>
          <p:nvPr/>
        </p:nvSpPr>
        <p:spPr>
          <a:xfrm>
            <a:off x="8183626" y="3859520"/>
            <a:ext cx="130048" cy="112624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7" name="rotation_y"/>
          <p:cNvSpPr/>
          <p:nvPr/>
        </p:nvSpPr>
        <p:spPr>
          <a:xfrm>
            <a:off x="8437626" y="3850809"/>
            <a:ext cx="130048" cy="130048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8" name="rotation_z"/>
          <p:cNvSpPr/>
          <p:nvPr/>
        </p:nvSpPr>
        <p:spPr>
          <a:xfrm>
            <a:off x="8691626" y="3850809"/>
            <a:ext cx="130048" cy="130048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9" name="rotation_x"/>
          <p:cNvSpPr/>
          <p:nvPr/>
        </p:nvSpPr>
        <p:spPr>
          <a:xfrm>
            <a:off x="8945626" y="3859520"/>
            <a:ext cx="130048" cy="112624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0" name="rotation_y"/>
          <p:cNvSpPr/>
          <p:nvPr/>
        </p:nvSpPr>
        <p:spPr>
          <a:xfrm>
            <a:off x="9199626" y="3850809"/>
            <a:ext cx="130048" cy="130048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1" name="rotation_z"/>
          <p:cNvSpPr/>
          <p:nvPr/>
        </p:nvSpPr>
        <p:spPr>
          <a:xfrm>
            <a:off x="9453626" y="3850809"/>
            <a:ext cx="130048" cy="130048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2" name="ket0"/>
          <p:cNvSpPr txBox="1"/>
          <p:nvPr/>
        </p:nvSpPr>
        <p:spPr>
          <a:xfrm>
            <a:off x="7912100" y="4073101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1273" name="quantum_wire"/>
          <p:cNvCxnSpPr/>
          <p:nvPr/>
        </p:nvCxnSpPr>
        <p:spPr>
          <a:xfrm>
            <a:off x="8096249" y="4155016"/>
            <a:ext cx="1803401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1274" name="rotation_x"/>
          <p:cNvSpPr/>
          <p:nvPr/>
        </p:nvSpPr>
        <p:spPr>
          <a:xfrm>
            <a:off x="8183626" y="4098704"/>
            <a:ext cx="130048" cy="112624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5" name="rotation_y"/>
          <p:cNvSpPr/>
          <p:nvPr/>
        </p:nvSpPr>
        <p:spPr>
          <a:xfrm>
            <a:off x="8437626" y="4089992"/>
            <a:ext cx="130048" cy="130048"/>
          </a:xfrm>
          <a:prstGeom prst="diamond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6" name="rotation_z"/>
          <p:cNvSpPr/>
          <p:nvPr/>
        </p:nvSpPr>
        <p:spPr>
          <a:xfrm>
            <a:off x="8691626" y="4089992"/>
            <a:ext cx="130048" cy="130048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7" name="rotation_x"/>
          <p:cNvSpPr/>
          <p:nvPr/>
        </p:nvSpPr>
        <p:spPr>
          <a:xfrm>
            <a:off x="8945626" y="4098704"/>
            <a:ext cx="130048" cy="112624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8" name="rotation_y"/>
          <p:cNvSpPr/>
          <p:nvPr/>
        </p:nvSpPr>
        <p:spPr>
          <a:xfrm>
            <a:off x="9199626" y="4089992"/>
            <a:ext cx="130048" cy="130048"/>
          </a:xfrm>
          <a:prstGeom prst="diamond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9" name="rotation_z"/>
          <p:cNvSpPr/>
          <p:nvPr/>
        </p:nvSpPr>
        <p:spPr>
          <a:xfrm>
            <a:off x="9453626" y="4089992"/>
            <a:ext cx="130048" cy="130048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0" name="ket0"/>
          <p:cNvSpPr txBox="1"/>
          <p:nvPr/>
        </p:nvSpPr>
        <p:spPr>
          <a:xfrm>
            <a:off x="7912100" y="431228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1281" name="quantum_wire"/>
          <p:cNvCxnSpPr/>
          <p:nvPr/>
        </p:nvCxnSpPr>
        <p:spPr>
          <a:xfrm>
            <a:off x="8096249" y="4394200"/>
            <a:ext cx="1803401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1282" name="rotation_x"/>
          <p:cNvSpPr/>
          <p:nvPr/>
        </p:nvSpPr>
        <p:spPr>
          <a:xfrm>
            <a:off x="8183626" y="4337887"/>
            <a:ext cx="130048" cy="112624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3" name="rotation_y"/>
          <p:cNvSpPr/>
          <p:nvPr/>
        </p:nvSpPr>
        <p:spPr>
          <a:xfrm>
            <a:off x="8437626" y="4329176"/>
            <a:ext cx="130048" cy="130048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4" name="rotation_z"/>
          <p:cNvSpPr/>
          <p:nvPr/>
        </p:nvSpPr>
        <p:spPr>
          <a:xfrm>
            <a:off x="8691626" y="4329176"/>
            <a:ext cx="130048" cy="130048"/>
          </a:xfrm>
          <a:prstGeom prst="ellipse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5" name="rotation_x"/>
          <p:cNvSpPr/>
          <p:nvPr/>
        </p:nvSpPr>
        <p:spPr>
          <a:xfrm>
            <a:off x="8945626" y="4337887"/>
            <a:ext cx="130048" cy="112624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6" name="rotation_y"/>
          <p:cNvSpPr/>
          <p:nvPr/>
        </p:nvSpPr>
        <p:spPr>
          <a:xfrm>
            <a:off x="9199626" y="4329176"/>
            <a:ext cx="130048" cy="130048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7" name="rotation_z"/>
          <p:cNvSpPr/>
          <p:nvPr/>
        </p:nvSpPr>
        <p:spPr>
          <a:xfrm>
            <a:off x="9453626" y="4329176"/>
            <a:ext cx="130048" cy="130048"/>
          </a:xfrm>
          <a:prstGeom prst="ellipse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8" name="cnot"/>
          <p:cNvSpPr/>
          <p:nvPr/>
        </p:nvSpPr>
        <p:spPr>
          <a:xfrm>
            <a:off x="9728200" y="3600450"/>
            <a:ext cx="76200" cy="391583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9" name="cnot"/>
          <p:cNvSpPr/>
          <p:nvPr/>
        </p:nvSpPr>
        <p:spPr>
          <a:xfrm>
            <a:off x="9823450" y="4078816"/>
            <a:ext cx="76200" cy="391583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0" name="measurement_box"/>
          <p:cNvSpPr/>
          <p:nvPr/>
        </p:nvSpPr>
        <p:spPr>
          <a:xfrm>
            <a:off x="9944100" y="360680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1" name="measurement_glyph"/>
          <p:cNvSpPr txBox="1"/>
          <p:nvPr/>
        </p:nvSpPr>
        <p:spPr>
          <a:xfrm>
            <a:off x="9909302" y="358908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1292" name="measurement_box"/>
          <p:cNvSpPr/>
          <p:nvPr/>
        </p:nvSpPr>
        <p:spPr>
          <a:xfrm>
            <a:off x="9944100" y="3845983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3" name="measurement_glyph"/>
          <p:cNvSpPr txBox="1"/>
          <p:nvPr/>
        </p:nvSpPr>
        <p:spPr>
          <a:xfrm>
            <a:off x="9909302" y="3828266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1294" name="measurement_box"/>
          <p:cNvSpPr/>
          <p:nvPr/>
        </p:nvSpPr>
        <p:spPr>
          <a:xfrm>
            <a:off x="9944100" y="4085166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5" name="measurement_glyph"/>
          <p:cNvSpPr txBox="1"/>
          <p:nvPr/>
        </p:nvSpPr>
        <p:spPr>
          <a:xfrm>
            <a:off x="9909302" y="4067450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1296" name="measurement_box"/>
          <p:cNvSpPr/>
          <p:nvPr/>
        </p:nvSpPr>
        <p:spPr>
          <a:xfrm>
            <a:off x="9944100" y="432435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7" name="measurement_glyph"/>
          <p:cNvSpPr txBox="1"/>
          <p:nvPr/>
        </p:nvSpPr>
        <p:spPr>
          <a:xfrm>
            <a:off x="9909302" y="430663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1298" name="small_vqe_input_card"/>
          <p:cNvSpPr/>
          <p:nvPr/>
        </p:nvSpPr>
        <p:spPr>
          <a:xfrm>
            <a:off x="10153650" y="2127250"/>
            <a:ext cx="1695450" cy="762000"/>
          </a:xfrm>
          <a:prstGeom prst="rect">
            <a:avLst/>
          </a:prstGeom>
          <a:solidFill>
            <a:srgbClr val="FFF1C8"/>
          </a:solidFill>
          <a:ln w="1587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9" name="ket0"/>
          <p:cNvSpPr txBox="1"/>
          <p:nvPr/>
        </p:nvSpPr>
        <p:spPr>
          <a:xfrm>
            <a:off x="10217150" y="218503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1300" name="quantum_wire"/>
          <p:cNvCxnSpPr/>
          <p:nvPr/>
        </p:nvCxnSpPr>
        <p:spPr>
          <a:xfrm>
            <a:off x="10401300" y="2266950"/>
            <a:ext cx="116205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1301" name="rotation_x"/>
          <p:cNvSpPr/>
          <p:nvPr/>
        </p:nvSpPr>
        <p:spPr>
          <a:xfrm>
            <a:off x="10476071" y="2214157"/>
            <a:ext cx="121919" cy="105585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rotation_y"/>
          <p:cNvSpPr/>
          <p:nvPr/>
        </p:nvSpPr>
        <p:spPr>
          <a:xfrm>
            <a:off x="10696733" y="2205989"/>
            <a:ext cx="121919" cy="121920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rotation_z"/>
          <p:cNvSpPr/>
          <p:nvPr/>
        </p:nvSpPr>
        <p:spPr>
          <a:xfrm>
            <a:off x="10917396" y="2205989"/>
            <a:ext cx="121920" cy="121920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4" name="rotation_x"/>
          <p:cNvSpPr/>
          <p:nvPr/>
        </p:nvSpPr>
        <p:spPr>
          <a:xfrm>
            <a:off x="11138058" y="2214157"/>
            <a:ext cx="121919" cy="105585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ket0"/>
          <p:cNvSpPr txBox="1"/>
          <p:nvPr/>
        </p:nvSpPr>
        <p:spPr>
          <a:xfrm>
            <a:off x="10217150" y="2416810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1306" name="quantum_wire"/>
          <p:cNvCxnSpPr/>
          <p:nvPr/>
        </p:nvCxnSpPr>
        <p:spPr>
          <a:xfrm>
            <a:off x="10401300" y="2498725"/>
            <a:ext cx="116205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1307" name="rotation_x"/>
          <p:cNvSpPr/>
          <p:nvPr/>
        </p:nvSpPr>
        <p:spPr>
          <a:xfrm>
            <a:off x="10476071" y="2445932"/>
            <a:ext cx="121919" cy="105585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8" name="rotation_y"/>
          <p:cNvSpPr/>
          <p:nvPr/>
        </p:nvSpPr>
        <p:spPr>
          <a:xfrm>
            <a:off x="10696733" y="2437764"/>
            <a:ext cx="121919" cy="121920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9" name="rotation_z"/>
          <p:cNvSpPr/>
          <p:nvPr/>
        </p:nvSpPr>
        <p:spPr>
          <a:xfrm>
            <a:off x="10917396" y="2437764"/>
            <a:ext cx="121920" cy="121920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0" name="rotation_x"/>
          <p:cNvSpPr/>
          <p:nvPr/>
        </p:nvSpPr>
        <p:spPr>
          <a:xfrm>
            <a:off x="11138058" y="2445932"/>
            <a:ext cx="121919" cy="105585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1" name="ket0"/>
          <p:cNvSpPr txBox="1"/>
          <p:nvPr/>
        </p:nvSpPr>
        <p:spPr>
          <a:xfrm>
            <a:off x="10217150" y="264858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1312" name="quantum_wire"/>
          <p:cNvCxnSpPr/>
          <p:nvPr/>
        </p:nvCxnSpPr>
        <p:spPr>
          <a:xfrm>
            <a:off x="10401300" y="2730500"/>
            <a:ext cx="116205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1313" name="rotation_x"/>
          <p:cNvSpPr/>
          <p:nvPr/>
        </p:nvSpPr>
        <p:spPr>
          <a:xfrm>
            <a:off x="10476071" y="2677707"/>
            <a:ext cx="121919" cy="105585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4" name="rotation_y"/>
          <p:cNvSpPr/>
          <p:nvPr/>
        </p:nvSpPr>
        <p:spPr>
          <a:xfrm>
            <a:off x="10696733" y="2669540"/>
            <a:ext cx="121919" cy="121920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5" name="rotation_z"/>
          <p:cNvSpPr/>
          <p:nvPr/>
        </p:nvSpPr>
        <p:spPr>
          <a:xfrm>
            <a:off x="10917396" y="2669540"/>
            <a:ext cx="121920" cy="121920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6" name="rotation_x"/>
          <p:cNvSpPr/>
          <p:nvPr/>
        </p:nvSpPr>
        <p:spPr>
          <a:xfrm>
            <a:off x="11138058" y="2677707"/>
            <a:ext cx="121919" cy="105585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7" name="cnot"/>
          <p:cNvSpPr/>
          <p:nvPr/>
        </p:nvSpPr>
        <p:spPr>
          <a:xfrm>
            <a:off x="11391900" y="2190750"/>
            <a:ext cx="76200" cy="384175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8" name="cnot"/>
          <p:cNvSpPr/>
          <p:nvPr/>
        </p:nvSpPr>
        <p:spPr>
          <a:xfrm>
            <a:off x="11487150" y="2422525"/>
            <a:ext cx="76200" cy="384175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9" name="measurement_box"/>
          <p:cNvSpPr/>
          <p:nvPr/>
        </p:nvSpPr>
        <p:spPr>
          <a:xfrm>
            <a:off x="11607800" y="219710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0" name="measurement_glyph"/>
          <p:cNvSpPr txBox="1"/>
          <p:nvPr/>
        </p:nvSpPr>
        <p:spPr>
          <a:xfrm>
            <a:off x="11573002" y="217938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1321" name="measurement_box"/>
          <p:cNvSpPr/>
          <p:nvPr/>
        </p:nvSpPr>
        <p:spPr>
          <a:xfrm>
            <a:off x="11607800" y="2428875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2" name="measurement_glyph"/>
          <p:cNvSpPr txBox="1"/>
          <p:nvPr/>
        </p:nvSpPr>
        <p:spPr>
          <a:xfrm>
            <a:off x="11573002" y="2411158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1323" name="measurement_box"/>
          <p:cNvSpPr/>
          <p:nvPr/>
        </p:nvSpPr>
        <p:spPr>
          <a:xfrm>
            <a:off x="11607800" y="266065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4" name="measurement_glyph"/>
          <p:cNvSpPr txBox="1"/>
          <p:nvPr/>
        </p:nvSpPr>
        <p:spPr>
          <a:xfrm>
            <a:off x="11573002" y="264293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1325" name="TITAN_1386_text"/>
          <p:cNvSpPr txBox="1"/>
          <p:nvPr/>
        </p:nvSpPr>
        <p:spPr>
          <a:xfrm>
            <a:off x="10115550" y="3078480"/>
            <a:ext cx="1419860" cy="2565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1010"/>
                </a:solidFill>
                <a:latin typeface="DejaVu Serif"/>
              </a:rPr>
              <a:t>Small Size</a:t>
            </a:r>
          </a:p>
        </p:txBody>
      </p:sp>
      <p:sp>
        <p:nvSpPr>
          <p:cNvPr id="1326" name="TITAN_1387_text"/>
          <p:cNvSpPr txBox="1"/>
          <p:nvPr/>
        </p:nvSpPr>
        <p:spPr>
          <a:xfrm>
            <a:off x="11131550" y="3011805"/>
            <a:ext cx="1041400" cy="34226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01010"/>
                </a:solidFill>
                <a:latin typeface="DejaVu Serif"/>
              </a:rPr>
              <a:t>TITAN</a:t>
            </a:r>
          </a:p>
        </p:txBody>
      </p:sp>
      <p:cxnSp>
        <p:nvCxnSpPr>
          <p:cNvPr id="1327" name="TITAN_1388_line"/>
          <p:cNvCxnSpPr/>
          <p:nvPr/>
        </p:nvCxnSpPr>
        <p:spPr>
          <a:xfrm>
            <a:off x="10966450" y="2965450"/>
            <a:ext cx="0" cy="463550"/>
          </a:xfrm>
          <a:prstGeom prst="line">
            <a:avLst/>
          </a:prstGeom>
          <a:ln w="31750">
            <a:solidFill>
              <a:srgbClr val="101010"/>
            </a:solidFill>
          </a:ln>
          <a:effectLst/>
        </p:spPr>
      </p:cxnSp>
      <p:sp>
        <p:nvSpPr>
          <p:cNvPr id="1328" name="TITAN_1389_polygon"/>
          <p:cNvSpPr/>
          <p:nvPr/>
        </p:nvSpPr>
        <p:spPr>
          <a:xfrm rot="10800000">
            <a:off x="10915650" y="3341011"/>
            <a:ext cx="101600" cy="87988"/>
          </a:xfrm>
          <a:prstGeom prst="triangle">
            <a:avLst/>
          </a:pr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9" name="small_vqe_output_card"/>
          <p:cNvSpPr/>
          <p:nvPr/>
        </p:nvSpPr>
        <p:spPr>
          <a:xfrm>
            <a:off x="10287000" y="3460750"/>
            <a:ext cx="1695450" cy="768350"/>
          </a:xfrm>
          <a:prstGeom prst="rect">
            <a:avLst/>
          </a:prstGeom>
          <a:solidFill>
            <a:srgbClr val="FFF1C8"/>
          </a:solidFill>
          <a:ln w="1587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0" name="ket0"/>
          <p:cNvSpPr txBox="1"/>
          <p:nvPr/>
        </p:nvSpPr>
        <p:spPr>
          <a:xfrm>
            <a:off x="10350500" y="351853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1331" name="quantum_wire"/>
          <p:cNvCxnSpPr/>
          <p:nvPr/>
        </p:nvCxnSpPr>
        <p:spPr>
          <a:xfrm>
            <a:off x="10534650" y="3600450"/>
            <a:ext cx="116205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1332" name="rotation_x"/>
          <p:cNvSpPr/>
          <p:nvPr/>
        </p:nvSpPr>
        <p:spPr>
          <a:xfrm>
            <a:off x="10608913" y="3547217"/>
            <a:ext cx="122936" cy="106465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3" name="rotation_y"/>
          <p:cNvSpPr/>
          <p:nvPr/>
        </p:nvSpPr>
        <p:spPr>
          <a:xfrm>
            <a:off x="10829575" y="3538982"/>
            <a:ext cx="122936" cy="12293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4" name="rotation_z"/>
          <p:cNvSpPr/>
          <p:nvPr/>
        </p:nvSpPr>
        <p:spPr>
          <a:xfrm>
            <a:off x="11050238" y="3538982"/>
            <a:ext cx="122936" cy="122936"/>
          </a:xfrm>
          <a:prstGeom prst="ellipse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5" name="rotation_x"/>
          <p:cNvSpPr/>
          <p:nvPr/>
        </p:nvSpPr>
        <p:spPr>
          <a:xfrm>
            <a:off x="11270900" y="3547217"/>
            <a:ext cx="122936" cy="106465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6" name="ket0"/>
          <p:cNvSpPr txBox="1"/>
          <p:nvPr/>
        </p:nvSpPr>
        <p:spPr>
          <a:xfrm>
            <a:off x="10350500" y="375348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1337" name="quantum_wire"/>
          <p:cNvCxnSpPr/>
          <p:nvPr/>
        </p:nvCxnSpPr>
        <p:spPr>
          <a:xfrm>
            <a:off x="10534650" y="3835400"/>
            <a:ext cx="116205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1338" name="rotation_x"/>
          <p:cNvSpPr/>
          <p:nvPr/>
        </p:nvSpPr>
        <p:spPr>
          <a:xfrm>
            <a:off x="10608913" y="3782167"/>
            <a:ext cx="122936" cy="106465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9" name="rotation_y"/>
          <p:cNvSpPr/>
          <p:nvPr/>
        </p:nvSpPr>
        <p:spPr>
          <a:xfrm>
            <a:off x="10829575" y="3773932"/>
            <a:ext cx="122936" cy="12293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0" name="rotation_z"/>
          <p:cNvSpPr/>
          <p:nvPr/>
        </p:nvSpPr>
        <p:spPr>
          <a:xfrm>
            <a:off x="11050238" y="3773932"/>
            <a:ext cx="122936" cy="122936"/>
          </a:xfrm>
          <a:prstGeom prst="ellipse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1" name="rotation_x"/>
          <p:cNvSpPr/>
          <p:nvPr/>
        </p:nvSpPr>
        <p:spPr>
          <a:xfrm>
            <a:off x="11270900" y="3782167"/>
            <a:ext cx="122936" cy="106465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2" name="ket0"/>
          <p:cNvSpPr txBox="1"/>
          <p:nvPr/>
        </p:nvSpPr>
        <p:spPr>
          <a:xfrm>
            <a:off x="10350500" y="3988435"/>
            <a:ext cx="427736" cy="2051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01010"/>
                </a:solidFill>
                <a:latin typeface="DejaVu Serif"/>
              </a:rPr>
              <a:t>|0⟩</a:t>
            </a:r>
          </a:p>
        </p:txBody>
      </p:sp>
      <p:cxnSp>
        <p:nvCxnSpPr>
          <p:cNvPr id="1343" name="quantum_wire"/>
          <p:cNvCxnSpPr/>
          <p:nvPr/>
        </p:nvCxnSpPr>
        <p:spPr>
          <a:xfrm>
            <a:off x="10534650" y="4070350"/>
            <a:ext cx="116205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</p:cxnSp>
      <p:sp>
        <p:nvSpPr>
          <p:cNvPr id="1344" name="rotation_x"/>
          <p:cNvSpPr/>
          <p:nvPr/>
        </p:nvSpPr>
        <p:spPr>
          <a:xfrm>
            <a:off x="10608913" y="4017117"/>
            <a:ext cx="122936" cy="106465"/>
          </a:xfrm>
          <a:prstGeom prst="hexagon">
            <a:avLst/>
          </a:prstGeom>
          <a:solidFill>
            <a:srgbClr val="8650D8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5" name="rotation_y"/>
          <p:cNvSpPr/>
          <p:nvPr/>
        </p:nvSpPr>
        <p:spPr>
          <a:xfrm>
            <a:off x="10829575" y="4008882"/>
            <a:ext cx="122936" cy="122935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6" name="rotation_z"/>
          <p:cNvSpPr/>
          <p:nvPr/>
        </p:nvSpPr>
        <p:spPr>
          <a:xfrm>
            <a:off x="11050238" y="4008882"/>
            <a:ext cx="122936" cy="12293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7" name="rotation_x"/>
          <p:cNvSpPr/>
          <p:nvPr/>
        </p:nvSpPr>
        <p:spPr>
          <a:xfrm>
            <a:off x="11270900" y="4017117"/>
            <a:ext cx="122936" cy="106465"/>
          </a:xfrm>
          <a:prstGeom prst="hexagon">
            <a:avLst/>
          </a:prstGeom>
          <a:solidFill>
            <a:srgbClr val="FFFFFF"/>
          </a:solidFill>
          <a:ln w="107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8" name="cnot"/>
          <p:cNvSpPr/>
          <p:nvPr/>
        </p:nvSpPr>
        <p:spPr>
          <a:xfrm>
            <a:off x="11525250" y="3524250"/>
            <a:ext cx="76200" cy="387350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9" name="cnot"/>
          <p:cNvSpPr/>
          <p:nvPr/>
        </p:nvSpPr>
        <p:spPr>
          <a:xfrm>
            <a:off x="11620500" y="3759199"/>
            <a:ext cx="76200" cy="387350"/>
          </a:xfrm>
          <a:prstGeom prst="rect">
            <a:avLst/>
          </a:prstGeom>
          <a:solidFill>
            <a:srgbClr val="FFFFFF"/>
          </a:solidFill>
          <a:ln w="1016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0" name="measurement_box"/>
          <p:cNvSpPr/>
          <p:nvPr/>
        </p:nvSpPr>
        <p:spPr>
          <a:xfrm>
            <a:off x="11741150" y="353060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1" name="measurement_glyph"/>
          <p:cNvSpPr txBox="1"/>
          <p:nvPr/>
        </p:nvSpPr>
        <p:spPr>
          <a:xfrm>
            <a:off x="11706352" y="351288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1352" name="measurement_box"/>
          <p:cNvSpPr/>
          <p:nvPr/>
        </p:nvSpPr>
        <p:spPr>
          <a:xfrm>
            <a:off x="11741150" y="376555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3" name="measurement_glyph"/>
          <p:cNvSpPr txBox="1"/>
          <p:nvPr/>
        </p:nvSpPr>
        <p:spPr>
          <a:xfrm>
            <a:off x="11706352" y="374783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1354" name="measurement_box"/>
          <p:cNvSpPr/>
          <p:nvPr/>
        </p:nvSpPr>
        <p:spPr>
          <a:xfrm>
            <a:off x="11741150" y="4000500"/>
            <a:ext cx="171450" cy="139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5" name="measurement_glyph"/>
          <p:cNvSpPr txBox="1"/>
          <p:nvPr/>
        </p:nvSpPr>
        <p:spPr>
          <a:xfrm>
            <a:off x="11706352" y="3982783"/>
            <a:ext cx="241046" cy="213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DejaVu Serif"/>
              </a:rPr>
              <a:t>↗</a:t>
            </a:r>
          </a:p>
        </p:txBody>
      </p:sp>
      <p:sp>
        <p:nvSpPr>
          <p:cNvPr id="1356" name="legend_box"/>
          <p:cNvSpPr/>
          <p:nvPr/>
        </p:nvSpPr>
        <p:spPr>
          <a:xfrm>
            <a:off x="8261349" y="4768850"/>
            <a:ext cx="3797300" cy="838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7" name="TITAN_1420_polygon"/>
          <p:cNvSpPr/>
          <p:nvPr/>
        </p:nvSpPr>
        <p:spPr>
          <a:xfrm>
            <a:off x="8350250" y="4859512"/>
            <a:ext cx="215900" cy="186974"/>
          </a:xfrm>
          <a:prstGeom prst="hexagon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8" name="TITAN_1421_text"/>
          <p:cNvSpPr txBox="1"/>
          <p:nvPr/>
        </p:nvSpPr>
        <p:spPr>
          <a:xfrm>
            <a:off x="8636000" y="4884102"/>
            <a:ext cx="1046479" cy="1965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01010"/>
                </a:solidFill>
                <a:latin typeface="DejaVu Serif"/>
              </a:rPr>
              <a:t>Rotation X</a:t>
            </a:r>
          </a:p>
        </p:txBody>
      </p:sp>
      <p:sp>
        <p:nvSpPr>
          <p:cNvPr id="1359" name="TITAN_1422_polygon"/>
          <p:cNvSpPr/>
          <p:nvPr/>
        </p:nvSpPr>
        <p:spPr>
          <a:xfrm>
            <a:off x="8356600" y="5086350"/>
            <a:ext cx="203200" cy="203200"/>
          </a:xfrm>
          <a:prstGeom prst="diamond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0" name="TITAN_1423_text"/>
          <p:cNvSpPr txBox="1"/>
          <p:nvPr/>
        </p:nvSpPr>
        <p:spPr>
          <a:xfrm>
            <a:off x="8636000" y="5119052"/>
            <a:ext cx="1046479" cy="1965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01010"/>
                </a:solidFill>
                <a:latin typeface="DejaVu Serif"/>
              </a:rPr>
              <a:t>Rotation Y</a:t>
            </a:r>
          </a:p>
        </p:txBody>
      </p:sp>
      <p:sp>
        <p:nvSpPr>
          <p:cNvPr id="1361" name="TITAN_1424_ellipse"/>
          <p:cNvSpPr/>
          <p:nvPr/>
        </p:nvSpPr>
        <p:spPr>
          <a:xfrm>
            <a:off x="8356600" y="5321300"/>
            <a:ext cx="203200" cy="2032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2" name="TITAN_1425_text"/>
          <p:cNvSpPr txBox="1"/>
          <p:nvPr/>
        </p:nvSpPr>
        <p:spPr>
          <a:xfrm>
            <a:off x="8636000" y="5354002"/>
            <a:ext cx="1046479" cy="1965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01010"/>
                </a:solidFill>
                <a:latin typeface="DejaVu Serif"/>
              </a:rPr>
              <a:t>Rotation Z</a:t>
            </a:r>
          </a:p>
        </p:txBody>
      </p:sp>
      <p:sp>
        <p:nvSpPr>
          <p:cNvPr id="1363" name="TITAN_1426_rect"/>
          <p:cNvSpPr/>
          <p:nvPr/>
        </p:nvSpPr>
        <p:spPr>
          <a:xfrm>
            <a:off x="9340850" y="4851400"/>
            <a:ext cx="215900" cy="2032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4" name="TITAN_1427_text"/>
          <p:cNvSpPr txBox="1"/>
          <p:nvPr/>
        </p:nvSpPr>
        <p:spPr>
          <a:xfrm>
            <a:off x="9626600" y="4884102"/>
            <a:ext cx="1318513" cy="1965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01010"/>
                </a:solidFill>
                <a:latin typeface="DejaVu Serif"/>
              </a:rPr>
              <a:t>Active Params</a:t>
            </a:r>
          </a:p>
        </p:txBody>
      </p:sp>
      <p:sp>
        <p:nvSpPr>
          <p:cNvPr id="1365" name="TITAN_1428_rect"/>
          <p:cNvSpPr/>
          <p:nvPr/>
        </p:nvSpPr>
        <p:spPr>
          <a:xfrm>
            <a:off x="9340850" y="5086350"/>
            <a:ext cx="215900" cy="203200"/>
          </a:xfrm>
          <a:prstGeom prst="rect">
            <a:avLst/>
          </a:prstGeom>
          <a:solidFill>
            <a:srgbClr val="D7EFC5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6" name="TITAN_1429_text"/>
          <p:cNvSpPr txBox="1"/>
          <p:nvPr/>
        </p:nvSpPr>
        <p:spPr>
          <a:xfrm>
            <a:off x="9626600" y="5119052"/>
            <a:ext cx="1499870" cy="1965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A9A28"/>
                </a:solidFill>
                <a:latin typeface="DejaVu Serif"/>
              </a:rPr>
              <a:t>Mid-size Ansatz</a:t>
            </a:r>
          </a:p>
        </p:txBody>
      </p:sp>
      <p:sp>
        <p:nvSpPr>
          <p:cNvPr id="1367" name="TITAN_1430_rect"/>
          <p:cNvSpPr/>
          <p:nvPr/>
        </p:nvSpPr>
        <p:spPr>
          <a:xfrm>
            <a:off x="9340850" y="5321300"/>
            <a:ext cx="215900" cy="203200"/>
          </a:xfrm>
          <a:prstGeom prst="rect">
            <a:avLst/>
          </a:prstGeom>
          <a:solidFill>
            <a:srgbClr val="FFF1C8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8" name="TITAN_1431_text"/>
          <p:cNvSpPr txBox="1"/>
          <p:nvPr/>
        </p:nvSpPr>
        <p:spPr>
          <a:xfrm>
            <a:off x="9626600" y="5354002"/>
            <a:ext cx="1681225" cy="1965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0802C"/>
                </a:solidFill>
                <a:latin typeface="DejaVu Serif"/>
              </a:rPr>
              <a:t>Small-size Ansatz</a:t>
            </a:r>
          </a:p>
        </p:txBody>
      </p:sp>
      <p:sp>
        <p:nvSpPr>
          <p:cNvPr id="1369" name="TITAN_1432_rect"/>
          <p:cNvSpPr/>
          <p:nvPr/>
        </p:nvSpPr>
        <p:spPr>
          <a:xfrm>
            <a:off x="10572750" y="4851400"/>
            <a:ext cx="215900" cy="203200"/>
          </a:xfrm>
          <a:prstGeom prst="rect">
            <a:avLst/>
          </a:prstGeom>
          <a:solidFill>
            <a:srgbClr val="8650D8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0" name="TITAN_1433_text"/>
          <p:cNvSpPr txBox="1"/>
          <p:nvPr/>
        </p:nvSpPr>
        <p:spPr>
          <a:xfrm>
            <a:off x="10858500" y="4884102"/>
            <a:ext cx="1314450" cy="1965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01010"/>
                </a:solidFill>
                <a:latin typeface="DejaVu Serif"/>
              </a:rPr>
              <a:t>Frozen Params</a:t>
            </a:r>
          </a:p>
        </p:txBody>
      </p:sp>
      <p:sp>
        <p:nvSpPr>
          <p:cNvPr id="1371" name="TITAN_1434_rect"/>
          <p:cNvSpPr/>
          <p:nvPr/>
        </p:nvSpPr>
        <p:spPr>
          <a:xfrm>
            <a:off x="10636250" y="5054600"/>
            <a:ext cx="88900" cy="266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2" name="TITAN_1435_text"/>
          <p:cNvSpPr txBox="1"/>
          <p:nvPr/>
        </p:nvSpPr>
        <p:spPr>
          <a:xfrm>
            <a:off x="10858500" y="5119052"/>
            <a:ext cx="593089" cy="1965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01010"/>
                </a:solidFill>
                <a:latin typeface="DejaVu Serif"/>
              </a:rPr>
              <a:t>C-NOT</a:t>
            </a:r>
          </a:p>
        </p:txBody>
      </p:sp>
      <p:sp>
        <p:nvSpPr>
          <p:cNvPr id="1373" name="TITAN_1436_rect"/>
          <p:cNvSpPr/>
          <p:nvPr/>
        </p:nvSpPr>
        <p:spPr>
          <a:xfrm>
            <a:off x="10572750" y="5321300"/>
            <a:ext cx="215900" cy="203200"/>
          </a:xfrm>
          <a:prstGeom prst="rect">
            <a:avLst/>
          </a:prstGeom>
          <a:solidFill>
            <a:srgbClr val="F8D7F2"/>
          </a:solidFill>
          <a:ln w="114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4" name="TITAN_1437_text"/>
          <p:cNvSpPr txBox="1"/>
          <p:nvPr/>
        </p:nvSpPr>
        <p:spPr>
          <a:xfrm>
            <a:off x="10858500" y="5354002"/>
            <a:ext cx="1314450" cy="1965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C6ED3"/>
                </a:solidFill>
                <a:latin typeface="DejaVu Serif"/>
              </a:rPr>
              <a:t>Large-size Ansatz</a:t>
            </a:r>
          </a:p>
        </p:txBody>
      </p:sp>
      <p:sp>
        <p:nvSpPr>
          <p:cNvPr id="1375" name="panel_c_title"/>
          <p:cNvSpPr txBox="1"/>
          <p:nvPr/>
        </p:nvSpPr>
        <p:spPr>
          <a:xfrm>
            <a:off x="5099050" y="5348605"/>
            <a:ext cx="4492244" cy="34226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buNone/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01010"/>
                </a:solidFill>
                <a:latin typeface="DejaVu Serif"/>
              </a:rPr>
              <a:t>(c) Applications in VQEs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TITAN A Trajectory-Informed Technique for Adaptive Parameter Freezing in Large-Scale VQE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6" y="0"/>
            <a:ext cx="12145958" cy="571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