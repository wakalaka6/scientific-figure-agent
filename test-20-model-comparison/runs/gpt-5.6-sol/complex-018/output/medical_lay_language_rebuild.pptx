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6770096" cy="6949440"/>
  <p:notesSz cx="6949440" cy="1677009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reconstruction based on the supplied reference image. All labels, panels, connectors, nodes, matrices, and simplified illustrations are separate PowerPoint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770096" cy="69494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4568" y="13716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4544568" y="42976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544568" y="72237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544568" y="101498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44568" y="130759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544568" y="160020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544568" y="189280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544568" y="218541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44568" y="247802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544568" y="277063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544568" y="306324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544568" y="335584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544568" y="364845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544568" y="394106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544568" y="423367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544568" y="452628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544568" y="481888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544568" y="511149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544568" y="540410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544568" y="569671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544568" y="598932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544568" y="628192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544568" y="657453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54312" y="13716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54312" y="42976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54312" y="72237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54312" y="101498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54312" y="130759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54312" y="160020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54312" y="189280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54312" y="218541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54312" y="247802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54312" y="277063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54312" y="306324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54312" y="335584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54312" y="364845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354312" y="394106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54312" y="423367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54312" y="452628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354312" y="481888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54312" y="511149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354312" y="5404104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354312" y="5696712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354312" y="5989320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9354312" y="6281928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9354312" y="6574536"/>
            <a:ext cx="0" cy="173736"/>
          </a:xfrm>
          <a:prstGeom prst="line">
            <a:avLst/>
          </a:prstGeom>
          <a:noFill/>
          <a:ln w="666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37160" y="192024"/>
            <a:ext cx="4187952" cy="2505456"/>
          </a:xfrm>
          <a:prstGeom prst="roundRect">
            <a:avLst>
              <a:gd name="adj" fmla="val 7299"/>
            </a:avLst>
          </a:prstGeom>
          <a:solidFill>
            <a:srgbClr val="BED4E7"/>
          </a:solidFill>
          <a:ln w="47625">
            <a:solidFill>
              <a:srgbClr val="17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" y="457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Expert</a:t>
            </a:r>
            <a:endParaRPr lang="en-US" sz="2016" dirty="0"/>
          </a:p>
        </p:txBody>
      </p:sp>
      <p:sp>
        <p:nvSpPr>
          <p:cNvPr id="51" name="Text 49"/>
          <p:cNvSpPr/>
          <p:nvPr/>
        </p:nvSpPr>
        <p:spPr>
          <a:xfrm>
            <a:off x="3374136" y="21031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Lay</a:t>
            </a:r>
            <a:endParaRPr lang="en-US" sz="2088" dirty="0"/>
          </a:p>
        </p:txBody>
      </p:sp>
      <p:sp>
        <p:nvSpPr>
          <p:cNvPr id="52" name="Shape 50"/>
          <p:cNvSpPr/>
          <p:nvPr/>
        </p:nvSpPr>
        <p:spPr>
          <a:xfrm>
            <a:off x="530352" y="1325880"/>
            <a:ext cx="713232" cy="466344"/>
          </a:xfrm>
          <a:prstGeom prst="parallelogram">
            <a:avLst/>
          </a:prstGeom>
          <a:solidFill>
            <a:srgbClr val="FFF6E8"/>
          </a:solidFill>
          <a:ln w="19050">
            <a:solidFill>
              <a:srgbClr val="9960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0704" y="1325880"/>
            <a:ext cx="530352" cy="466344"/>
          </a:xfrm>
          <a:prstGeom prst="parallelogram">
            <a:avLst/>
          </a:prstGeom>
          <a:solidFill>
            <a:srgbClr val="FFF6E8"/>
          </a:solidFill>
          <a:ln w="19050">
            <a:solidFill>
              <a:srgbClr val="9960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60704" y="1335024"/>
            <a:ext cx="182880" cy="448056"/>
          </a:xfrm>
          <a:prstGeom prst="line">
            <a:avLst/>
          </a:prstGeom>
          <a:noFill/>
          <a:ln w="19050">
            <a:solidFill>
              <a:srgbClr val="996044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640080" y="1481328"/>
            <a:ext cx="393192" cy="-91440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152144" y="1399032"/>
            <a:ext cx="329184" cy="91440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640080" y="1527048"/>
            <a:ext cx="393192" cy="-73152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1152144" y="1463040"/>
            <a:ext cx="329184" cy="73152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40080" y="1572768"/>
            <a:ext cx="393192" cy="-54864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1152144" y="1527048"/>
            <a:ext cx="329184" cy="54864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640080" y="1618488"/>
            <a:ext cx="393192" cy="-36576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152144" y="1591056"/>
            <a:ext cx="329184" cy="36576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640080" y="1664208"/>
            <a:ext cx="393192" cy="-18288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152144" y="1655064"/>
            <a:ext cx="329184" cy="18288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2017898" y="259690"/>
            <a:ext cx="353324" cy="403799"/>
          </a:xfrm>
          <a:prstGeom prst="ellipse">
            <a:avLst/>
          </a:prstGeom>
          <a:solidFill>
            <a:srgbClr val="F6BE8F"/>
          </a:solidFill>
          <a:ln w="23813">
            <a:solidFill>
              <a:srgbClr val="71412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92660" y="217627"/>
            <a:ext cx="403799" cy="168250"/>
          </a:xfrm>
          <a:prstGeom prst="ellipse">
            <a:avLst/>
          </a:prstGeom>
          <a:solidFill>
            <a:srgbClr val="8E4E29"/>
          </a:solidFill>
          <a:ln w="23813">
            <a:solidFill>
              <a:srgbClr val="5D32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01073" y="276515"/>
            <a:ext cx="67300" cy="159837"/>
          </a:xfrm>
          <a:prstGeom prst="ellipse">
            <a:avLst/>
          </a:prstGeom>
          <a:solidFill>
            <a:srgbClr val="8E4E29"/>
          </a:solidFill>
          <a:ln w="9525">
            <a:solidFill>
              <a:srgbClr val="5D32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20747" y="276515"/>
            <a:ext cx="67300" cy="159837"/>
          </a:xfrm>
          <a:prstGeom prst="ellipse">
            <a:avLst/>
          </a:prstGeom>
          <a:solidFill>
            <a:srgbClr val="8E4E29"/>
          </a:solidFill>
          <a:ln w="9525">
            <a:solidFill>
              <a:srgbClr val="5D32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02023" y="411114"/>
            <a:ext cx="33650" cy="336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53447" y="411114"/>
            <a:ext cx="33650" cy="336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27260" y="537301"/>
            <a:ext cx="67300" cy="33650"/>
          </a:xfrm>
          <a:prstGeom prst="line">
            <a:avLst/>
          </a:prstGeom>
          <a:noFill/>
          <a:ln w="14288">
            <a:solidFill>
              <a:srgbClr val="A45140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2194560" y="570951"/>
            <a:ext cx="75712" cy="-42062"/>
          </a:xfrm>
          <a:prstGeom prst="line">
            <a:avLst/>
          </a:prstGeom>
          <a:noFill/>
          <a:ln w="14288">
            <a:solidFill>
              <a:srgbClr val="A45140"/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1883298" y="646664"/>
            <a:ext cx="622524" cy="454274"/>
          </a:xfrm>
          <a:prstGeom prst="trapezoid">
            <a:avLst/>
          </a:prstGeom>
          <a:solidFill>
            <a:srgbClr val="FFFFFF"/>
          </a:solidFill>
          <a:ln w="23813">
            <a:solidFill>
              <a:srgbClr val="172A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94560" y="663489"/>
            <a:ext cx="0" cy="429036"/>
          </a:xfrm>
          <a:prstGeom prst="line">
            <a:avLst/>
          </a:prstGeom>
          <a:noFill/>
          <a:ln w="16192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2127260" y="671901"/>
            <a:ext cx="134600" cy="134600"/>
          </a:xfrm>
          <a:prstGeom prst="triangle">
            <a:avLst/>
          </a:prstGeom>
          <a:solidFill>
            <a:srgbClr val="76A1BA"/>
          </a:solidFill>
          <a:ln w="9525">
            <a:solidFill>
              <a:srgbClr val="172A4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051548" y="697139"/>
            <a:ext cx="0" cy="185075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2051548" y="882213"/>
            <a:ext cx="92537" cy="6730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2118848" y="924276"/>
            <a:ext cx="67300" cy="67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555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79776" y="1292962"/>
            <a:ext cx="748894" cy="489661"/>
          </a:xfrm>
          <a:prstGeom prst="parallelogram">
            <a:avLst/>
          </a:prstGeom>
          <a:solidFill>
            <a:srgbClr val="FFF6E8"/>
          </a:solidFill>
          <a:ln w="19050">
            <a:solidFill>
              <a:srgbClr val="9960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36646" y="1292962"/>
            <a:ext cx="556870" cy="489661"/>
          </a:xfrm>
          <a:prstGeom prst="parallelogram">
            <a:avLst/>
          </a:prstGeom>
          <a:solidFill>
            <a:srgbClr val="FFF6E8"/>
          </a:solidFill>
          <a:ln w="19050">
            <a:solidFill>
              <a:srgbClr val="99604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36646" y="1302563"/>
            <a:ext cx="192024" cy="470459"/>
          </a:xfrm>
          <a:prstGeom prst="line">
            <a:avLst/>
          </a:prstGeom>
          <a:noFill/>
          <a:ln w="19050">
            <a:solidFill>
              <a:srgbClr val="996044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2894990" y="1456182"/>
            <a:ext cx="412852" cy="-96012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3432658" y="1369771"/>
            <a:ext cx="345643" cy="96012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2894990" y="1504188"/>
            <a:ext cx="412852" cy="-76810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3432658" y="1436980"/>
            <a:ext cx="345643" cy="76810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2894990" y="1552194"/>
            <a:ext cx="412852" cy="-57607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3432658" y="1504188"/>
            <a:ext cx="345643" cy="57607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2894990" y="1600200"/>
            <a:ext cx="412852" cy="-38405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3432658" y="1571396"/>
            <a:ext cx="345643" cy="38405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2894990" y="1648206"/>
            <a:ext cx="412852" cy="-19202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3432658" y="1638605"/>
            <a:ext cx="345643" cy="19202"/>
          </a:xfrm>
          <a:prstGeom prst="line">
            <a:avLst/>
          </a:prstGeom>
          <a:noFill/>
          <a:ln w="9525">
            <a:solidFill>
              <a:srgbClr val="B7866B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3451860" y="1139342"/>
            <a:ext cx="124816" cy="259232"/>
          </a:xfrm>
          <a:prstGeom prst="rect">
            <a:avLst/>
          </a:prstGeom>
          <a:solidFill>
            <a:srgbClr val="E8D9CB"/>
          </a:solidFill>
          <a:ln w="9525">
            <a:solidFill>
              <a:srgbClr val="6D6D6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15080" y="1043330"/>
            <a:ext cx="115214" cy="403250"/>
          </a:xfrm>
          <a:prstGeom prst="rect">
            <a:avLst/>
          </a:prstGeom>
          <a:solidFill>
            <a:srgbClr val="D9C2AA"/>
          </a:solidFill>
          <a:ln w="9525">
            <a:solidFill>
              <a:srgbClr val="6D6D6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59098" y="1187348"/>
            <a:ext cx="96012" cy="278435"/>
          </a:xfrm>
          <a:prstGeom prst="rect">
            <a:avLst/>
          </a:prstGeom>
          <a:solidFill>
            <a:srgbClr val="F0C9A3"/>
          </a:solidFill>
          <a:ln w="9525">
            <a:solidFill>
              <a:srgbClr val="6D6D6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68700" y="1052932"/>
            <a:ext cx="76810" cy="76810"/>
          </a:xfrm>
          <a:prstGeom prst="ellipse">
            <a:avLst/>
          </a:prstGeom>
          <a:solidFill>
            <a:srgbClr val="F4A43B"/>
          </a:solidFill>
          <a:ln w="9525">
            <a:solidFill>
              <a:srgbClr val="99604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00707" y="1671523"/>
            <a:ext cx="460858" cy="460858"/>
          </a:xfrm>
          <a:prstGeom prst="ellipse">
            <a:avLst/>
          </a:prstGeom>
          <a:solidFill>
            <a:srgbClr val="F6C49B"/>
          </a:solidFill>
          <a:ln w="19050">
            <a:solidFill>
              <a:srgbClr val="B6785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25396" y="1687982"/>
            <a:ext cx="411480" cy="156362"/>
          </a:xfrm>
          <a:prstGeom prst="ellipse">
            <a:avLst/>
          </a:prstGeom>
          <a:solidFill>
            <a:srgbClr val="E8E8E8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132381" y="1844345"/>
            <a:ext cx="32918" cy="32918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296973" y="1844345"/>
            <a:ext cx="32918" cy="32918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48840" y="1967789"/>
            <a:ext cx="82296" cy="32918"/>
          </a:xfrm>
          <a:prstGeom prst="line">
            <a:avLst/>
          </a:prstGeom>
          <a:noFill/>
          <a:ln w="14288">
            <a:solidFill>
              <a:srgbClr val="B45F55"/>
            </a:solidFill>
            <a:prstDash val="solid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2231136" y="2000707"/>
            <a:ext cx="82296" cy="-32918"/>
          </a:xfrm>
          <a:prstGeom prst="line">
            <a:avLst/>
          </a:prstGeom>
          <a:noFill/>
          <a:ln w="14288">
            <a:solidFill>
              <a:srgbClr val="B45F55"/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2050085" y="1984248"/>
            <a:ext cx="362102" cy="23042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844345" y="2181758"/>
            <a:ext cx="773582" cy="296266"/>
          </a:xfrm>
          <a:prstGeom prst="trapezoid">
            <a:avLst/>
          </a:prstGeom>
          <a:solidFill>
            <a:srgbClr val="A65D57"/>
          </a:solidFill>
          <a:ln w="9525">
            <a:solidFill>
              <a:srgbClr val="8E4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06424" y="576072"/>
            <a:ext cx="603504" cy="347472"/>
          </a:xfrm>
          <a:prstGeom prst="chevron">
            <a:avLst/>
          </a:prstGeom>
          <a:solidFill>
            <a:srgbClr val="37475C"/>
          </a:solidFill>
          <a:ln w="9525">
            <a:solidFill>
              <a:srgbClr val="3747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679192" y="1682496"/>
            <a:ext cx="557784" cy="356616"/>
          </a:xfrm>
          <a:prstGeom prst="chevron">
            <a:avLst/>
          </a:prstGeom>
          <a:solidFill>
            <a:srgbClr val="37475C"/>
          </a:solidFill>
          <a:ln w="9525">
            <a:solidFill>
              <a:srgbClr val="3747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2064" y="2606040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828322" y="2404710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1144581" y="2203381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1460839" y="2002051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1777098" y="1800722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2093356" y="1599392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2409615" y="1398063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2725873" y="1196733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3042132" y="995404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3358390" y="794074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3674649" y="592745"/>
            <a:ext cx="192841" cy="-122762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3990907" y="391415"/>
            <a:ext cx="69029" cy="-43943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128016" y="2916936"/>
            <a:ext cx="4197096" cy="3200400"/>
          </a:xfrm>
          <a:prstGeom prst="roundRect">
            <a:avLst>
              <a:gd name="adj" fmla="val 5714"/>
            </a:avLst>
          </a:prstGeom>
          <a:solidFill>
            <a:srgbClr val="E7F3DE"/>
          </a:solidFill>
          <a:ln w="47625">
            <a:solidFill>
              <a:srgbClr val="172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67712" y="291693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Heterogeneous</a:t>
            </a:r>
            <a:endParaRPr lang="en-US" sz="2088" dirty="0"/>
          </a:p>
        </p:txBody>
      </p:sp>
      <p:sp>
        <p:nvSpPr>
          <p:cNvPr id="120" name="Shape 118"/>
          <p:cNvSpPr/>
          <p:nvPr/>
        </p:nvSpPr>
        <p:spPr>
          <a:xfrm>
            <a:off x="356616" y="3337560"/>
            <a:ext cx="1115568" cy="813816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 w="57150">
            <a:solidFill>
              <a:srgbClr val="11111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02920" y="355701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502920" y="369417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502920" y="383133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502920" y="396849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793882" y="3467771"/>
            <a:ext cx="330921" cy="176022"/>
          </a:xfrm>
          <a:prstGeom prst="ellipse">
            <a:avLst/>
          </a:prstGeom>
          <a:solidFill>
            <a:srgbClr val="77B592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62863" y="3411444"/>
            <a:ext cx="323880" cy="190104"/>
          </a:xfrm>
          <a:prstGeom prst="ellipse">
            <a:avLst/>
          </a:prstGeom>
          <a:solidFill>
            <a:srgbClr val="77B592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131844" y="3319912"/>
            <a:ext cx="197145" cy="323880"/>
          </a:xfrm>
          <a:prstGeom prst="ellipse">
            <a:avLst/>
          </a:prstGeom>
          <a:solidFill>
            <a:srgbClr val="77B592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47354" y="3129808"/>
            <a:ext cx="309799" cy="211226"/>
          </a:xfrm>
          <a:prstGeom prst="ellipse">
            <a:avLst/>
          </a:prstGeom>
          <a:solidFill>
            <a:srgbClr val="77B592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221968" y="3184727"/>
            <a:ext cx="30980" cy="3098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21948" y="3256544"/>
            <a:ext cx="63368" cy="28164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1664208" y="3337560"/>
            <a:ext cx="1115568" cy="813816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 w="57150">
            <a:solidFill>
              <a:srgbClr val="11111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810512" y="355701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1810512" y="369417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1810512" y="383133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1810512" y="396849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2101474" y="3467771"/>
            <a:ext cx="330921" cy="176022"/>
          </a:xfrm>
          <a:prstGeom prst="ellipse">
            <a:avLst/>
          </a:prstGeom>
          <a:solidFill>
            <a:srgbClr val="C9B47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70455" y="3411444"/>
            <a:ext cx="323880" cy="190104"/>
          </a:xfrm>
          <a:prstGeom prst="ellipse">
            <a:avLst/>
          </a:prstGeom>
          <a:solidFill>
            <a:srgbClr val="C9B47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439436" y="3319912"/>
            <a:ext cx="197145" cy="323880"/>
          </a:xfrm>
          <a:prstGeom prst="ellipse">
            <a:avLst/>
          </a:prstGeom>
          <a:solidFill>
            <a:srgbClr val="C9B47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354946" y="3129808"/>
            <a:ext cx="309799" cy="211226"/>
          </a:xfrm>
          <a:prstGeom prst="ellipse">
            <a:avLst/>
          </a:prstGeom>
          <a:solidFill>
            <a:srgbClr val="C9B47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29560" y="3184727"/>
            <a:ext cx="30980" cy="3098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29540" y="3256544"/>
            <a:ext cx="63368" cy="28164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2980944" y="3337560"/>
            <a:ext cx="1115568" cy="813816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 w="57150">
            <a:solidFill>
              <a:srgbClr val="11111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127248" y="355701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44" name="Shape 142"/>
          <p:cNvSpPr/>
          <p:nvPr/>
        </p:nvSpPr>
        <p:spPr>
          <a:xfrm>
            <a:off x="3127248" y="369417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3127248" y="383133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3127248" y="3968496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3418210" y="3467771"/>
            <a:ext cx="330921" cy="176022"/>
          </a:xfrm>
          <a:prstGeom prst="ellipse">
            <a:avLst/>
          </a:prstGeom>
          <a:solidFill>
            <a:srgbClr val="7DB397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587191" y="3411444"/>
            <a:ext cx="323880" cy="190104"/>
          </a:xfrm>
          <a:prstGeom prst="ellipse">
            <a:avLst/>
          </a:prstGeom>
          <a:solidFill>
            <a:srgbClr val="7DB397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756172" y="3319912"/>
            <a:ext cx="197145" cy="323880"/>
          </a:xfrm>
          <a:prstGeom prst="ellipse">
            <a:avLst/>
          </a:prstGeom>
          <a:solidFill>
            <a:srgbClr val="7DB397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71682" y="3129808"/>
            <a:ext cx="309799" cy="211226"/>
          </a:xfrm>
          <a:prstGeom prst="ellipse">
            <a:avLst/>
          </a:prstGeom>
          <a:solidFill>
            <a:srgbClr val="7DB397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846296" y="3184727"/>
            <a:ext cx="30980" cy="3098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946276" y="3256544"/>
            <a:ext cx="63368" cy="28164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153" name="Shape 151"/>
          <p:cNvSpPr/>
          <p:nvPr/>
        </p:nvSpPr>
        <p:spPr>
          <a:xfrm>
            <a:off x="356616" y="4489704"/>
            <a:ext cx="1115568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>
            <a:solidFill>
              <a:srgbClr val="11111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02920" y="470916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55" name="Shape 153"/>
          <p:cNvSpPr/>
          <p:nvPr/>
        </p:nvSpPr>
        <p:spPr>
          <a:xfrm>
            <a:off x="502920" y="484632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56" name="Shape 154"/>
          <p:cNvSpPr/>
          <p:nvPr/>
        </p:nvSpPr>
        <p:spPr>
          <a:xfrm>
            <a:off x="502920" y="498348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57" name="Shape 155"/>
          <p:cNvSpPr/>
          <p:nvPr/>
        </p:nvSpPr>
        <p:spPr>
          <a:xfrm>
            <a:off x="502920" y="512064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58" name="Shape 156"/>
          <p:cNvSpPr/>
          <p:nvPr/>
        </p:nvSpPr>
        <p:spPr>
          <a:xfrm>
            <a:off x="793882" y="4629059"/>
            <a:ext cx="330921" cy="176022"/>
          </a:xfrm>
          <a:prstGeom prst="ellipse">
            <a:avLst/>
          </a:prstGeom>
          <a:solidFill>
            <a:srgbClr val="F1BB4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2863" y="4572732"/>
            <a:ext cx="323880" cy="190104"/>
          </a:xfrm>
          <a:prstGeom prst="ellipse">
            <a:avLst/>
          </a:prstGeom>
          <a:solidFill>
            <a:srgbClr val="F1BB4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31844" y="4481200"/>
            <a:ext cx="197145" cy="323880"/>
          </a:xfrm>
          <a:prstGeom prst="ellipse">
            <a:avLst/>
          </a:prstGeom>
          <a:solidFill>
            <a:srgbClr val="F1BB4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47354" y="4291096"/>
            <a:ext cx="309799" cy="211226"/>
          </a:xfrm>
          <a:prstGeom prst="ellipse">
            <a:avLst/>
          </a:prstGeom>
          <a:solidFill>
            <a:srgbClr val="F1BB4A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221968" y="4346015"/>
            <a:ext cx="30980" cy="3098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321948" y="4417832"/>
            <a:ext cx="63368" cy="28164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164" name="Shape 162"/>
          <p:cNvSpPr/>
          <p:nvPr/>
        </p:nvSpPr>
        <p:spPr>
          <a:xfrm>
            <a:off x="1664208" y="4489704"/>
            <a:ext cx="1115568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>
            <a:solidFill>
              <a:srgbClr val="11111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810512" y="470916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1810512" y="484632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1810512" y="498348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68" name="Shape 166"/>
          <p:cNvSpPr/>
          <p:nvPr/>
        </p:nvSpPr>
        <p:spPr>
          <a:xfrm>
            <a:off x="1810512" y="512064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2101474" y="4629059"/>
            <a:ext cx="330921" cy="176022"/>
          </a:xfrm>
          <a:prstGeom prst="ellipse">
            <a:avLst/>
          </a:prstGeom>
          <a:solidFill>
            <a:srgbClr val="B96549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270455" y="4572732"/>
            <a:ext cx="323880" cy="190104"/>
          </a:xfrm>
          <a:prstGeom prst="ellipse">
            <a:avLst/>
          </a:prstGeom>
          <a:solidFill>
            <a:srgbClr val="B96549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439436" y="4481200"/>
            <a:ext cx="197145" cy="323880"/>
          </a:xfrm>
          <a:prstGeom prst="ellipse">
            <a:avLst/>
          </a:prstGeom>
          <a:solidFill>
            <a:srgbClr val="B96549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354946" y="4291096"/>
            <a:ext cx="309799" cy="211226"/>
          </a:xfrm>
          <a:prstGeom prst="ellipse">
            <a:avLst/>
          </a:prstGeom>
          <a:solidFill>
            <a:srgbClr val="B96549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529560" y="4346015"/>
            <a:ext cx="30980" cy="3098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629540" y="4417832"/>
            <a:ext cx="63368" cy="28164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175" name="Shape 173"/>
          <p:cNvSpPr/>
          <p:nvPr/>
        </p:nvSpPr>
        <p:spPr>
          <a:xfrm>
            <a:off x="2980944" y="4489704"/>
            <a:ext cx="1115568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>
            <a:solidFill>
              <a:srgbClr val="11111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127248" y="470916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3127248" y="484632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78" name="Shape 176"/>
          <p:cNvSpPr/>
          <p:nvPr/>
        </p:nvSpPr>
        <p:spPr>
          <a:xfrm>
            <a:off x="3127248" y="498348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3127248" y="5120640"/>
            <a:ext cx="83210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3418210" y="4629059"/>
            <a:ext cx="330921" cy="176022"/>
          </a:xfrm>
          <a:prstGeom prst="ellipse">
            <a:avLst/>
          </a:prstGeom>
          <a:solidFill>
            <a:srgbClr val="72B49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587191" y="4572732"/>
            <a:ext cx="323880" cy="190104"/>
          </a:xfrm>
          <a:prstGeom prst="ellipse">
            <a:avLst/>
          </a:prstGeom>
          <a:solidFill>
            <a:srgbClr val="72B49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756172" y="4481200"/>
            <a:ext cx="197145" cy="323880"/>
          </a:xfrm>
          <a:prstGeom prst="ellipse">
            <a:avLst/>
          </a:prstGeom>
          <a:solidFill>
            <a:srgbClr val="72B49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671682" y="4291096"/>
            <a:ext cx="309799" cy="211226"/>
          </a:xfrm>
          <a:prstGeom prst="ellipse">
            <a:avLst/>
          </a:prstGeom>
          <a:solidFill>
            <a:srgbClr val="72B49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846296" y="4346015"/>
            <a:ext cx="30980" cy="3098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46276" y="4417832"/>
            <a:ext cx="63368" cy="28164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186" name="Text 184"/>
          <p:cNvSpPr/>
          <p:nvPr/>
        </p:nvSpPr>
        <p:spPr>
          <a:xfrm>
            <a:off x="768096" y="3611880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b="1" i="1" dirty="0">
                <a:solidFill>
                  <a:srgbClr val="7C7C7C">
                    <a:alpha val="82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Expert Language</a:t>
            </a:r>
            <a:endParaRPr lang="en-US" sz="2088" dirty="0"/>
          </a:p>
        </p:txBody>
      </p:sp>
      <p:sp>
        <p:nvSpPr>
          <p:cNvPr id="187" name="Text 185"/>
          <p:cNvSpPr/>
          <p:nvPr/>
        </p:nvSpPr>
        <p:spPr>
          <a:xfrm>
            <a:off x="923544" y="4754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b="1" i="1" dirty="0">
                <a:solidFill>
                  <a:srgbClr val="7C7C7C">
                    <a:alpha val="82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Lay Language</a:t>
            </a:r>
            <a:endParaRPr lang="en-US" sz="2088" dirty="0"/>
          </a:p>
        </p:txBody>
      </p:sp>
      <p:sp>
        <p:nvSpPr>
          <p:cNvPr id="188" name="Shape 186"/>
          <p:cNvSpPr/>
          <p:nvPr/>
        </p:nvSpPr>
        <p:spPr>
          <a:xfrm>
            <a:off x="600626" y="5358384"/>
            <a:ext cx="243501" cy="231583"/>
          </a:xfrm>
          <a:prstGeom prst="star5">
            <a:avLst/>
          </a:prstGeom>
          <a:solidFill>
            <a:srgbClr val="FFC84A"/>
          </a:solidFill>
          <a:ln w="19050">
            <a:solidFill>
              <a:srgbClr val="85581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59536" y="53492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Tip</a:t>
            </a:r>
            <a:endParaRPr lang="en-US" sz="1800" dirty="0"/>
          </a:p>
        </p:txBody>
      </p:sp>
      <p:sp>
        <p:nvSpPr>
          <p:cNvPr id="190" name="Shape 188"/>
          <p:cNvSpPr/>
          <p:nvPr/>
        </p:nvSpPr>
        <p:spPr>
          <a:xfrm>
            <a:off x="1464869" y="5563210"/>
            <a:ext cx="85954" cy="45720"/>
          </a:xfrm>
          <a:prstGeom prst="ellipse">
            <a:avLst/>
          </a:prstGeom>
          <a:solidFill>
            <a:srgbClr val="F4A43B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508760" y="5548579"/>
            <a:ext cx="84125" cy="49378"/>
          </a:xfrm>
          <a:prstGeom prst="ellipse">
            <a:avLst/>
          </a:prstGeom>
          <a:solidFill>
            <a:srgbClr val="F4A43B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552651" y="5524805"/>
            <a:ext cx="51206" cy="84125"/>
          </a:xfrm>
          <a:prstGeom prst="ellipse">
            <a:avLst/>
          </a:prstGeom>
          <a:solidFill>
            <a:srgbClr val="F4A43B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530706" y="5475427"/>
            <a:ext cx="80467" cy="54864"/>
          </a:xfrm>
          <a:prstGeom prst="ellipse">
            <a:avLst/>
          </a:prstGeom>
          <a:solidFill>
            <a:srgbClr val="F4A43B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576060" y="5489692"/>
            <a:ext cx="8047" cy="8047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602029" y="5508346"/>
            <a:ext cx="16459" cy="7315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196" name="Text 194"/>
          <p:cNvSpPr/>
          <p:nvPr/>
        </p:nvSpPr>
        <p:spPr>
          <a:xfrm>
            <a:off x="1682496" y="53766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the long snake is</a:t>
            </a:r>
            <a:endParaRPr lang="en-US" sz="1728" dirty="0"/>
          </a:p>
        </p:txBody>
      </p:sp>
      <p:sp>
        <p:nvSpPr>
          <p:cNvPr id="197" name="Text 195"/>
          <p:cNvSpPr/>
          <p:nvPr/>
        </p:nvSpPr>
        <p:spPr>
          <a:xfrm>
            <a:off x="557784" y="569671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simplified into a shorter snake.</a:t>
            </a:r>
            <a:endParaRPr lang="en-US" sz="1656" dirty="0"/>
          </a:p>
        </p:txBody>
      </p:sp>
      <p:sp>
        <p:nvSpPr>
          <p:cNvPr id="198" name="Text 196"/>
          <p:cNvSpPr/>
          <p:nvPr/>
        </p:nvSpPr>
        <p:spPr>
          <a:xfrm>
            <a:off x="658368" y="6245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(a) Heterogeneous</a:t>
            </a:r>
            <a:endParaRPr lang="en-US" sz="2016" dirty="0"/>
          </a:p>
        </p:txBody>
      </p:sp>
      <p:sp>
        <p:nvSpPr>
          <p:cNvPr id="199" name="Text 197"/>
          <p:cNvSpPr/>
          <p:nvPr/>
        </p:nvSpPr>
        <p:spPr>
          <a:xfrm>
            <a:off x="566928" y="6592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Expert-Lay Datasets</a:t>
            </a:r>
            <a:endParaRPr lang="en-US" sz="2016" dirty="0"/>
          </a:p>
        </p:txBody>
      </p:sp>
      <p:sp>
        <p:nvSpPr>
          <p:cNvPr id="200" name="Shape 198"/>
          <p:cNvSpPr/>
          <p:nvPr/>
        </p:nvSpPr>
        <p:spPr>
          <a:xfrm>
            <a:off x="5120640" y="365760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449824" y="338328"/>
            <a:ext cx="256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&amp;</a:t>
            </a:r>
            <a:endParaRPr lang="en-US" sz="2088" dirty="0"/>
          </a:p>
        </p:txBody>
      </p:sp>
      <p:sp>
        <p:nvSpPr>
          <p:cNvPr id="202" name="Shape 200"/>
          <p:cNvSpPr/>
          <p:nvPr/>
        </p:nvSpPr>
        <p:spPr>
          <a:xfrm>
            <a:off x="5715000" y="365760"/>
            <a:ext cx="274320" cy="274320"/>
          </a:xfrm>
          <a:prstGeom prst="ellipse">
            <a:avLst/>
          </a:prstGeom>
          <a:solidFill>
            <a:srgbClr val="BED4E7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172200" y="338328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Probing of Semantic</a:t>
            </a:r>
            <a:endParaRPr lang="en-US" sz="2088" dirty="0"/>
          </a:p>
        </p:txBody>
      </p:sp>
      <p:sp>
        <p:nvSpPr>
          <p:cNvPr id="204" name="Shape 202"/>
          <p:cNvSpPr/>
          <p:nvPr/>
        </p:nvSpPr>
        <p:spPr>
          <a:xfrm>
            <a:off x="4782312" y="841248"/>
            <a:ext cx="4398264" cy="1737360"/>
          </a:xfrm>
          <a:prstGeom prst="rect">
            <a:avLst/>
          </a:prstGeom>
          <a:solidFill>
            <a:srgbClr val="BED4E7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782312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06" name="Shape 204"/>
          <p:cNvSpPr/>
          <p:nvPr/>
        </p:nvSpPr>
        <p:spPr>
          <a:xfrm>
            <a:off x="5084064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07" name="Shape 205"/>
          <p:cNvSpPr/>
          <p:nvPr/>
        </p:nvSpPr>
        <p:spPr>
          <a:xfrm>
            <a:off x="5385816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08" name="Shape 206"/>
          <p:cNvSpPr/>
          <p:nvPr/>
        </p:nvSpPr>
        <p:spPr>
          <a:xfrm>
            <a:off x="5687568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5989320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0" name="Shape 208"/>
          <p:cNvSpPr/>
          <p:nvPr/>
        </p:nvSpPr>
        <p:spPr>
          <a:xfrm>
            <a:off x="6291072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1" name="Shape 209"/>
          <p:cNvSpPr/>
          <p:nvPr/>
        </p:nvSpPr>
        <p:spPr>
          <a:xfrm>
            <a:off x="6592824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2" name="Shape 210"/>
          <p:cNvSpPr/>
          <p:nvPr/>
        </p:nvSpPr>
        <p:spPr>
          <a:xfrm>
            <a:off x="6894576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7196328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4" name="Shape 212"/>
          <p:cNvSpPr/>
          <p:nvPr/>
        </p:nvSpPr>
        <p:spPr>
          <a:xfrm>
            <a:off x="7498080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5" name="Shape 213"/>
          <p:cNvSpPr/>
          <p:nvPr/>
        </p:nvSpPr>
        <p:spPr>
          <a:xfrm>
            <a:off x="7799832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6" name="Shape 214"/>
          <p:cNvSpPr/>
          <p:nvPr/>
        </p:nvSpPr>
        <p:spPr>
          <a:xfrm>
            <a:off x="8101584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8403336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8" name="Shape 216"/>
          <p:cNvSpPr/>
          <p:nvPr/>
        </p:nvSpPr>
        <p:spPr>
          <a:xfrm>
            <a:off x="8705088" y="841248"/>
            <a:ext cx="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19" name="Shape 217"/>
          <p:cNvSpPr/>
          <p:nvPr/>
        </p:nvSpPr>
        <p:spPr>
          <a:xfrm>
            <a:off x="9006840" y="841248"/>
            <a:ext cx="173736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9180576" y="841248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1" name="Shape 219"/>
          <p:cNvSpPr/>
          <p:nvPr/>
        </p:nvSpPr>
        <p:spPr>
          <a:xfrm>
            <a:off x="9180576" y="1143000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2" name="Shape 220"/>
          <p:cNvSpPr/>
          <p:nvPr/>
        </p:nvSpPr>
        <p:spPr>
          <a:xfrm>
            <a:off x="9180576" y="1444752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9180576" y="1746504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4" name="Shape 222"/>
          <p:cNvSpPr/>
          <p:nvPr/>
        </p:nvSpPr>
        <p:spPr>
          <a:xfrm>
            <a:off x="9180576" y="2048256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5" name="Shape 223"/>
          <p:cNvSpPr/>
          <p:nvPr/>
        </p:nvSpPr>
        <p:spPr>
          <a:xfrm>
            <a:off x="9180576" y="2295144"/>
            <a:ext cx="-154548" cy="97775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6" name="Shape 224"/>
          <p:cNvSpPr/>
          <p:nvPr/>
        </p:nvSpPr>
        <p:spPr>
          <a:xfrm>
            <a:off x="8925572" y="2456473"/>
            <a:ext cx="-154548" cy="97775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7" name="Shape 225"/>
          <p:cNvSpPr/>
          <p:nvPr/>
        </p:nvSpPr>
        <p:spPr>
          <a:xfrm>
            <a:off x="8732520" y="2578608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8438099" y="2512500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8143677" y="2446391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0" name="Shape 228"/>
          <p:cNvSpPr/>
          <p:nvPr/>
        </p:nvSpPr>
        <p:spPr>
          <a:xfrm>
            <a:off x="7849256" y="2380283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7554835" y="2314174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2" name="Shape 230"/>
          <p:cNvSpPr/>
          <p:nvPr/>
        </p:nvSpPr>
        <p:spPr>
          <a:xfrm>
            <a:off x="7260413" y="2248066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3" name="Shape 231"/>
          <p:cNvSpPr/>
          <p:nvPr/>
        </p:nvSpPr>
        <p:spPr>
          <a:xfrm>
            <a:off x="6965992" y="2181957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4" name="Shape 232"/>
          <p:cNvSpPr/>
          <p:nvPr/>
        </p:nvSpPr>
        <p:spPr>
          <a:xfrm>
            <a:off x="6671570" y="2115849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5" name="Shape 233"/>
          <p:cNvSpPr/>
          <p:nvPr/>
        </p:nvSpPr>
        <p:spPr>
          <a:xfrm>
            <a:off x="6377149" y="2049740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6" name="Shape 234"/>
          <p:cNvSpPr/>
          <p:nvPr/>
        </p:nvSpPr>
        <p:spPr>
          <a:xfrm>
            <a:off x="6082728" y="1983632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7" name="Shape 235"/>
          <p:cNvSpPr/>
          <p:nvPr/>
        </p:nvSpPr>
        <p:spPr>
          <a:xfrm>
            <a:off x="5788306" y="1917523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8" name="Shape 236"/>
          <p:cNvSpPr/>
          <p:nvPr/>
        </p:nvSpPr>
        <p:spPr>
          <a:xfrm>
            <a:off x="5493885" y="1851415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5199464" y="1785306"/>
            <a:ext cx="-178437" cy="-40066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40" name="Shape 238"/>
          <p:cNvSpPr/>
          <p:nvPr/>
        </p:nvSpPr>
        <p:spPr>
          <a:xfrm>
            <a:off x="4905042" y="1719198"/>
            <a:ext cx="-122730" cy="-27558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41" name="Shape 239"/>
          <p:cNvSpPr/>
          <p:nvPr/>
        </p:nvSpPr>
        <p:spPr>
          <a:xfrm>
            <a:off x="4782312" y="1691640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42" name="Shape 240"/>
          <p:cNvSpPr/>
          <p:nvPr/>
        </p:nvSpPr>
        <p:spPr>
          <a:xfrm>
            <a:off x="4782312" y="1389888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43" name="Shape 241"/>
          <p:cNvSpPr/>
          <p:nvPr/>
        </p:nvSpPr>
        <p:spPr>
          <a:xfrm>
            <a:off x="4782312" y="1088136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244" name="Shape 242"/>
          <p:cNvSpPr/>
          <p:nvPr/>
        </p:nvSpPr>
        <p:spPr>
          <a:xfrm>
            <a:off x="4873752" y="2194560"/>
            <a:ext cx="402336" cy="0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45" name="Shape 243"/>
          <p:cNvSpPr/>
          <p:nvPr/>
        </p:nvSpPr>
        <p:spPr>
          <a:xfrm>
            <a:off x="4873752" y="2194560"/>
            <a:ext cx="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46" name="Shape 244"/>
          <p:cNvSpPr/>
          <p:nvPr/>
        </p:nvSpPr>
        <p:spPr>
          <a:xfrm>
            <a:off x="4873752" y="2194560"/>
            <a:ext cx="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47" name="Shape 245"/>
          <p:cNvSpPr/>
          <p:nvPr/>
        </p:nvSpPr>
        <p:spPr>
          <a:xfrm>
            <a:off x="5276088" y="2194560"/>
            <a:ext cx="-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48" name="Shape 246"/>
          <p:cNvSpPr/>
          <p:nvPr/>
        </p:nvSpPr>
        <p:spPr>
          <a:xfrm>
            <a:off x="5276088" y="2194560"/>
            <a:ext cx="-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49" name="Shape 247"/>
          <p:cNvSpPr/>
          <p:nvPr/>
        </p:nvSpPr>
        <p:spPr>
          <a:xfrm>
            <a:off x="4974336" y="2020343"/>
            <a:ext cx="201168" cy="348433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0" name="Shape 248"/>
          <p:cNvSpPr/>
          <p:nvPr/>
        </p:nvSpPr>
        <p:spPr>
          <a:xfrm>
            <a:off x="4974336" y="2020343"/>
            <a:ext cx="-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1" name="Shape 249"/>
          <p:cNvSpPr/>
          <p:nvPr/>
        </p:nvSpPr>
        <p:spPr>
          <a:xfrm>
            <a:off x="4974336" y="2020343"/>
            <a:ext cx="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5175504" y="2368777"/>
            <a:ext cx="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5175504" y="2368777"/>
            <a:ext cx="-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5175504" y="2020343"/>
            <a:ext cx="-201168" cy="348433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5175504" y="2020343"/>
            <a:ext cx="-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6" name="Shape 254"/>
          <p:cNvSpPr/>
          <p:nvPr/>
        </p:nvSpPr>
        <p:spPr>
          <a:xfrm>
            <a:off x="5175504" y="2020343"/>
            <a:ext cx="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7" name="Shape 255"/>
          <p:cNvSpPr/>
          <p:nvPr/>
        </p:nvSpPr>
        <p:spPr>
          <a:xfrm>
            <a:off x="4974336" y="2368777"/>
            <a:ext cx="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8" name="Shape 256"/>
          <p:cNvSpPr/>
          <p:nvPr/>
        </p:nvSpPr>
        <p:spPr>
          <a:xfrm>
            <a:off x="4974336" y="2368777"/>
            <a:ext cx="-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59" name="Shape 257"/>
          <p:cNvSpPr/>
          <p:nvPr/>
        </p:nvSpPr>
        <p:spPr>
          <a:xfrm>
            <a:off x="5047488" y="2167128"/>
            <a:ext cx="54864" cy="548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BD9F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910328" y="923544"/>
            <a:ext cx="292608" cy="292608"/>
          </a:xfrm>
          <a:prstGeom prst="ellipse">
            <a:avLst/>
          </a:prstGeom>
          <a:solidFill>
            <a:srgbClr val="65B565"/>
          </a:solidFill>
          <a:ln w="28575">
            <a:solidFill>
              <a:srgbClr val="4B73C5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928616" y="90525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4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⚕</a:t>
            </a:r>
            <a:endParaRPr lang="en-US" sz="1584" dirty="0"/>
          </a:p>
        </p:txBody>
      </p:sp>
      <p:sp>
        <p:nvSpPr>
          <p:cNvPr id="262" name="Shape 260"/>
          <p:cNvSpPr/>
          <p:nvPr/>
        </p:nvSpPr>
        <p:spPr>
          <a:xfrm>
            <a:off x="4983480" y="1216152"/>
            <a:ext cx="-109728" cy="201168"/>
          </a:xfrm>
          <a:prstGeom prst="line">
            <a:avLst/>
          </a:prstGeom>
          <a:noFill/>
          <a:ln w="47625">
            <a:solidFill>
              <a:srgbClr val="875B3F"/>
            </a:solidFill>
            <a:prstDash val="solid"/>
            <a:headEnd type="none"/>
            <a:tailEnd type="none"/>
          </a:ln>
        </p:spPr>
      </p:sp>
      <p:sp>
        <p:nvSpPr>
          <p:cNvPr id="263" name="Text 261"/>
          <p:cNvSpPr/>
          <p:nvPr/>
        </p:nvSpPr>
        <p:spPr>
          <a:xfrm>
            <a:off x="5175504" y="9601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44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Semantic-relevant</a:t>
            </a:r>
            <a:endParaRPr lang="en-US" sz="1944" dirty="0"/>
          </a:p>
        </p:txBody>
      </p:sp>
      <p:sp>
        <p:nvSpPr>
          <p:cNvPr id="264" name="Shape 262"/>
          <p:cNvSpPr/>
          <p:nvPr/>
        </p:nvSpPr>
        <p:spPr>
          <a:xfrm>
            <a:off x="7735824" y="969264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306056" y="1344168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772400" y="1481328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132320" y="1801368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695944" y="1444752"/>
            <a:ext cx="274320" cy="274320"/>
          </a:xfrm>
          <a:prstGeom prst="ellipse">
            <a:avLst/>
          </a:prstGeom>
          <a:solidFill>
            <a:srgbClr val="BED4E7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485632" y="1883664"/>
            <a:ext cx="274320" cy="274320"/>
          </a:xfrm>
          <a:prstGeom prst="ellipse">
            <a:avLst/>
          </a:prstGeom>
          <a:solidFill>
            <a:srgbClr val="BED4E7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64424" y="1938528"/>
            <a:ext cx="274320" cy="274320"/>
          </a:xfrm>
          <a:prstGeom prst="ellipse">
            <a:avLst/>
          </a:prstGeom>
          <a:solidFill>
            <a:srgbClr val="BED4E7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991856" y="1984248"/>
            <a:ext cx="128292" cy="-154950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272" name="Shape 270"/>
          <p:cNvSpPr/>
          <p:nvPr/>
        </p:nvSpPr>
        <p:spPr>
          <a:xfrm>
            <a:off x="8207620" y="1723649"/>
            <a:ext cx="128292" cy="-154950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273" name="Shape 271"/>
          <p:cNvSpPr/>
          <p:nvPr/>
        </p:nvSpPr>
        <p:spPr>
          <a:xfrm>
            <a:off x="8423385" y="1463051"/>
            <a:ext cx="128292" cy="-154950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274" name="Shape 272"/>
          <p:cNvSpPr/>
          <p:nvPr/>
        </p:nvSpPr>
        <p:spPr>
          <a:xfrm>
            <a:off x="8639149" y="1202452"/>
            <a:ext cx="56795" cy="-68596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275" name="Shape 273"/>
          <p:cNvSpPr/>
          <p:nvPr/>
        </p:nvSpPr>
        <p:spPr>
          <a:xfrm>
            <a:off x="8686800" y="2441448"/>
            <a:ext cx="318760" cy="470550"/>
          </a:xfrm>
          <a:prstGeom prst="line">
            <a:avLst/>
          </a:prstGeom>
          <a:noFill/>
          <a:ln w="66675">
            <a:solidFill>
              <a:srgbClr val="7A3E16"/>
            </a:solidFill>
            <a:prstDash val="solid"/>
            <a:headEnd type="none"/>
            <a:tailEnd type="none"/>
          </a:ln>
        </p:spPr>
      </p:sp>
      <p:sp>
        <p:nvSpPr>
          <p:cNvPr id="276" name="Shape 274"/>
          <p:cNvSpPr/>
          <p:nvPr/>
        </p:nvSpPr>
        <p:spPr>
          <a:xfrm>
            <a:off x="8580547" y="2502164"/>
            <a:ext cx="288402" cy="-144201"/>
          </a:xfrm>
          <a:prstGeom prst="line">
            <a:avLst/>
          </a:prstGeom>
          <a:noFill/>
          <a:ln w="76200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277" name="Shape 275"/>
          <p:cNvSpPr/>
          <p:nvPr/>
        </p:nvSpPr>
        <p:spPr>
          <a:xfrm>
            <a:off x="8595726" y="2494575"/>
            <a:ext cx="-75895" cy="129022"/>
          </a:xfrm>
          <a:prstGeom prst="line">
            <a:avLst/>
          </a:prstGeom>
          <a:noFill/>
          <a:ln w="28575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278" name="Shape 276"/>
          <p:cNvSpPr/>
          <p:nvPr/>
        </p:nvSpPr>
        <p:spPr>
          <a:xfrm>
            <a:off x="4773168" y="2651760"/>
            <a:ext cx="4416552" cy="740664"/>
          </a:xfrm>
          <a:prstGeom prst="roundRect">
            <a:avLst>
              <a:gd name="adj" fmla="val 17284"/>
            </a:avLst>
          </a:prstGeom>
          <a:solidFill>
            <a:srgbClr val="DCE5FF"/>
          </a:solidFill>
          <a:ln w="47625">
            <a:solidFill>
              <a:srgbClr val="111111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4901184" y="3026664"/>
            <a:ext cx="365760" cy="0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0" name="Shape 278"/>
          <p:cNvSpPr/>
          <p:nvPr/>
        </p:nvSpPr>
        <p:spPr>
          <a:xfrm>
            <a:off x="4901184" y="3026664"/>
            <a:ext cx="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1" name="Shape 279"/>
          <p:cNvSpPr/>
          <p:nvPr/>
        </p:nvSpPr>
        <p:spPr>
          <a:xfrm>
            <a:off x="4901184" y="3026664"/>
            <a:ext cx="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2" name="Shape 280"/>
          <p:cNvSpPr/>
          <p:nvPr/>
        </p:nvSpPr>
        <p:spPr>
          <a:xfrm>
            <a:off x="5266944" y="3026664"/>
            <a:ext cx="-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3" name="Shape 281"/>
          <p:cNvSpPr/>
          <p:nvPr/>
        </p:nvSpPr>
        <p:spPr>
          <a:xfrm>
            <a:off x="5266944" y="3026664"/>
            <a:ext cx="-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4" name="Shape 282"/>
          <p:cNvSpPr/>
          <p:nvPr/>
        </p:nvSpPr>
        <p:spPr>
          <a:xfrm>
            <a:off x="4992624" y="2868285"/>
            <a:ext cx="182880" cy="316757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5" name="Shape 283"/>
          <p:cNvSpPr/>
          <p:nvPr/>
        </p:nvSpPr>
        <p:spPr>
          <a:xfrm>
            <a:off x="4992624" y="2868285"/>
            <a:ext cx="-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6" name="Shape 284"/>
          <p:cNvSpPr/>
          <p:nvPr/>
        </p:nvSpPr>
        <p:spPr>
          <a:xfrm>
            <a:off x="4992624" y="2868285"/>
            <a:ext cx="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7" name="Shape 285"/>
          <p:cNvSpPr/>
          <p:nvPr/>
        </p:nvSpPr>
        <p:spPr>
          <a:xfrm>
            <a:off x="5175504" y="3185043"/>
            <a:ext cx="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8" name="Shape 286"/>
          <p:cNvSpPr/>
          <p:nvPr/>
        </p:nvSpPr>
        <p:spPr>
          <a:xfrm>
            <a:off x="5175504" y="3185043"/>
            <a:ext cx="-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89" name="Shape 287"/>
          <p:cNvSpPr/>
          <p:nvPr/>
        </p:nvSpPr>
        <p:spPr>
          <a:xfrm>
            <a:off x="5175504" y="2868285"/>
            <a:ext cx="-182880" cy="316757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0" name="Shape 288"/>
          <p:cNvSpPr/>
          <p:nvPr/>
        </p:nvSpPr>
        <p:spPr>
          <a:xfrm>
            <a:off x="5175504" y="2868285"/>
            <a:ext cx="-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1" name="Shape 289"/>
          <p:cNvSpPr/>
          <p:nvPr/>
        </p:nvSpPr>
        <p:spPr>
          <a:xfrm>
            <a:off x="5175504" y="2868285"/>
            <a:ext cx="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2" name="Shape 290"/>
          <p:cNvSpPr/>
          <p:nvPr/>
        </p:nvSpPr>
        <p:spPr>
          <a:xfrm>
            <a:off x="4992624" y="3185043"/>
            <a:ext cx="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4992624" y="3185043"/>
            <a:ext cx="-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5056632" y="2999232"/>
            <a:ext cx="54864" cy="548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BD9FF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5669280" y="27706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Transformer Layer</a:t>
            </a:r>
            <a:endParaRPr lang="en-US" sz="2304" dirty="0"/>
          </a:p>
        </p:txBody>
      </p:sp>
      <p:sp>
        <p:nvSpPr>
          <p:cNvPr id="296" name="Shape 294"/>
          <p:cNvSpPr/>
          <p:nvPr/>
        </p:nvSpPr>
        <p:spPr>
          <a:xfrm>
            <a:off x="8714232" y="3108960"/>
            <a:ext cx="310896" cy="0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7" name="Shape 295"/>
          <p:cNvSpPr/>
          <p:nvPr/>
        </p:nvSpPr>
        <p:spPr>
          <a:xfrm>
            <a:off x="8714232" y="3108960"/>
            <a:ext cx="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8" name="Shape 296"/>
          <p:cNvSpPr/>
          <p:nvPr/>
        </p:nvSpPr>
        <p:spPr>
          <a:xfrm>
            <a:off x="8714232" y="3108960"/>
            <a:ext cx="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299" name="Shape 297"/>
          <p:cNvSpPr/>
          <p:nvPr/>
        </p:nvSpPr>
        <p:spPr>
          <a:xfrm>
            <a:off x="9025128" y="3108960"/>
            <a:ext cx="-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0" name="Shape 298"/>
          <p:cNvSpPr/>
          <p:nvPr/>
        </p:nvSpPr>
        <p:spPr>
          <a:xfrm>
            <a:off x="9025128" y="3108960"/>
            <a:ext cx="-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1" name="Shape 299"/>
          <p:cNvSpPr/>
          <p:nvPr/>
        </p:nvSpPr>
        <p:spPr>
          <a:xfrm>
            <a:off x="8791956" y="2974338"/>
            <a:ext cx="155448" cy="269244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2" name="Shape 300"/>
          <p:cNvSpPr/>
          <p:nvPr/>
        </p:nvSpPr>
        <p:spPr>
          <a:xfrm>
            <a:off x="8791956" y="2974338"/>
            <a:ext cx="-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3" name="Shape 301"/>
          <p:cNvSpPr/>
          <p:nvPr/>
        </p:nvSpPr>
        <p:spPr>
          <a:xfrm>
            <a:off x="8791956" y="2974338"/>
            <a:ext cx="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4" name="Shape 302"/>
          <p:cNvSpPr/>
          <p:nvPr/>
        </p:nvSpPr>
        <p:spPr>
          <a:xfrm>
            <a:off x="8947404" y="3243582"/>
            <a:ext cx="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5" name="Shape 303"/>
          <p:cNvSpPr/>
          <p:nvPr/>
        </p:nvSpPr>
        <p:spPr>
          <a:xfrm>
            <a:off x="8947404" y="3243582"/>
            <a:ext cx="-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6" name="Shape 304"/>
          <p:cNvSpPr/>
          <p:nvPr/>
        </p:nvSpPr>
        <p:spPr>
          <a:xfrm>
            <a:off x="8947404" y="2974338"/>
            <a:ext cx="-155448" cy="269244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7" name="Shape 305"/>
          <p:cNvSpPr/>
          <p:nvPr/>
        </p:nvSpPr>
        <p:spPr>
          <a:xfrm>
            <a:off x="8947404" y="2974338"/>
            <a:ext cx="-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8" name="Shape 306"/>
          <p:cNvSpPr/>
          <p:nvPr/>
        </p:nvSpPr>
        <p:spPr>
          <a:xfrm>
            <a:off x="8947404" y="2974338"/>
            <a:ext cx="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09" name="Shape 307"/>
          <p:cNvSpPr/>
          <p:nvPr/>
        </p:nvSpPr>
        <p:spPr>
          <a:xfrm>
            <a:off x="8791956" y="3243582"/>
            <a:ext cx="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10" name="Shape 308"/>
          <p:cNvSpPr/>
          <p:nvPr/>
        </p:nvSpPr>
        <p:spPr>
          <a:xfrm>
            <a:off x="8791956" y="3243582"/>
            <a:ext cx="-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11" name="Shape 309"/>
          <p:cNvSpPr/>
          <p:nvPr/>
        </p:nvSpPr>
        <p:spPr>
          <a:xfrm>
            <a:off x="8842248" y="3081528"/>
            <a:ext cx="54864" cy="548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BD9FF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6821424" y="334670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...</a:t>
            </a:r>
            <a:endParaRPr lang="en-US" sz="2160" dirty="0"/>
          </a:p>
        </p:txBody>
      </p:sp>
      <p:sp>
        <p:nvSpPr>
          <p:cNvPr id="313" name="Shape 311"/>
          <p:cNvSpPr/>
          <p:nvPr/>
        </p:nvSpPr>
        <p:spPr>
          <a:xfrm>
            <a:off x="4773168" y="3657600"/>
            <a:ext cx="4416552" cy="731520"/>
          </a:xfrm>
          <a:prstGeom prst="roundRect">
            <a:avLst>
              <a:gd name="adj" fmla="val 17500"/>
            </a:avLst>
          </a:prstGeom>
          <a:solidFill>
            <a:srgbClr val="DCE5FF"/>
          </a:solidFill>
          <a:ln w="47625">
            <a:solidFill>
              <a:srgbClr val="111111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102352" y="3749040"/>
            <a:ext cx="249631" cy="368503"/>
          </a:xfrm>
          <a:prstGeom prst="line">
            <a:avLst/>
          </a:prstGeom>
          <a:noFill/>
          <a:ln w="66675">
            <a:solidFill>
              <a:srgbClr val="7A3E16"/>
            </a:solidFill>
            <a:prstDash val="solid"/>
            <a:headEnd type="none"/>
            <a:tailEnd type="none"/>
          </a:ln>
        </p:spPr>
      </p:sp>
      <p:sp>
        <p:nvSpPr>
          <p:cNvPr id="315" name="Shape 313"/>
          <p:cNvSpPr/>
          <p:nvPr/>
        </p:nvSpPr>
        <p:spPr>
          <a:xfrm>
            <a:off x="5019142" y="3796589"/>
            <a:ext cx="225857" cy="-112928"/>
          </a:xfrm>
          <a:prstGeom prst="line">
            <a:avLst/>
          </a:prstGeom>
          <a:noFill/>
          <a:ln w="76200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316" name="Shape 314"/>
          <p:cNvSpPr/>
          <p:nvPr/>
        </p:nvSpPr>
        <p:spPr>
          <a:xfrm>
            <a:off x="5031029" y="3790645"/>
            <a:ext cx="-59436" cy="101041"/>
          </a:xfrm>
          <a:prstGeom prst="line">
            <a:avLst/>
          </a:prstGeom>
          <a:noFill/>
          <a:ln w="28575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317" name="Text 315"/>
          <p:cNvSpPr/>
          <p:nvPr/>
        </p:nvSpPr>
        <p:spPr>
          <a:xfrm>
            <a:off x="5724144" y="377647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Transformer Layer</a:t>
            </a:r>
            <a:endParaRPr lang="en-US" sz="2304" dirty="0"/>
          </a:p>
        </p:txBody>
      </p:sp>
      <p:sp>
        <p:nvSpPr>
          <p:cNvPr id="318" name="Shape 316"/>
          <p:cNvSpPr/>
          <p:nvPr/>
        </p:nvSpPr>
        <p:spPr>
          <a:xfrm>
            <a:off x="8650224" y="3986784"/>
            <a:ext cx="310896" cy="0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19" name="Shape 317"/>
          <p:cNvSpPr/>
          <p:nvPr/>
        </p:nvSpPr>
        <p:spPr>
          <a:xfrm>
            <a:off x="8650224" y="3986784"/>
            <a:ext cx="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0" name="Shape 318"/>
          <p:cNvSpPr/>
          <p:nvPr/>
        </p:nvSpPr>
        <p:spPr>
          <a:xfrm>
            <a:off x="8650224" y="3986784"/>
            <a:ext cx="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1" name="Shape 319"/>
          <p:cNvSpPr/>
          <p:nvPr/>
        </p:nvSpPr>
        <p:spPr>
          <a:xfrm>
            <a:off x="8961120" y="3986784"/>
            <a:ext cx="-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2" name="Shape 320"/>
          <p:cNvSpPr/>
          <p:nvPr/>
        </p:nvSpPr>
        <p:spPr>
          <a:xfrm>
            <a:off x="8961120" y="3986784"/>
            <a:ext cx="-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3" name="Shape 321"/>
          <p:cNvSpPr/>
          <p:nvPr/>
        </p:nvSpPr>
        <p:spPr>
          <a:xfrm>
            <a:off x="8727948" y="3852162"/>
            <a:ext cx="155448" cy="269244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4" name="Shape 322"/>
          <p:cNvSpPr/>
          <p:nvPr/>
        </p:nvSpPr>
        <p:spPr>
          <a:xfrm>
            <a:off x="8727948" y="3852162"/>
            <a:ext cx="-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5" name="Shape 323"/>
          <p:cNvSpPr/>
          <p:nvPr/>
        </p:nvSpPr>
        <p:spPr>
          <a:xfrm>
            <a:off x="8727948" y="3852162"/>
            <a:ext cx="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6" name="Shape 324"/>
          <p:cNvSpPr/>
          <p:nvPr/>
        </p:nvSpPr>
        <p:spPr>
          <a:xfrm>
            <a:off x="8883396" y="4121406"/>
            <a:ext cx="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7" name="Shape 325"/>
          <p:cNvSpPr/>
          <p:nvPr/>
        </p:nvSpPr>
        <p:spPr>
          <a:xfrm>
            <a:off x="8883396" y="4121406"/>
            <a:ext cx="-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8" name="Shape 326"/>
          <p:cNvSpPr/>
          <p:nvPr/>
        </p:nvSpPr>
        <p:spPr>
          <a:xfrm>
            <a:off x="8883396" y="3852162"/>
            <a:ext cx="-155448" cy="269244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29" name="Shape 327"/>
          <p:cNvSpPr/>
          <p:nvPr/>
        </p:nvSpPr>
        <p:spPr>
          <a:xfrm>
            <a:off x="8883396" y="3852162"/>
            <a:ext cx="-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30" name="Shape 328"/>
          <p:cNvSpPr/>
          <p:nvPr/>
        </p:nvSpPr>
        <p:spPr>
          <a:xfrm>
            <a:off x="8883396" y="3852162"/>
            <a:ext cx="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31" name="Shape 329"/>
          <p:cNvSpPr/>
          <p:nvPr/>
        </p:nvSpPr>
        <p:spPr>
          <a:xfrm>
            <a:off x="8727948" y="4121406"/>
            <a:ext cx="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32" name="Shape 330"/>
          <p:cNvSpPr/>
          <p:nvPr/>
        </p:nvSpPr>
        <p:spPr>
          <a:xfrm>
            <a:off x="8727948" y="4121406"/>
            <a:ext cx="-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33" name="Shape 331"/>
          <p:cNvSpPr/>
          <p:nvPr/>
        </p:nvSpPr>
        <p:spPr>
          <a:xfrm>
            <a:off x="8778240" y="3959352"/>
            <a:ext cx="54864" cy="548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BD9FF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4773168" y="4297680"/>
            <a:ext cx="4407408" cy="1673352"/>
          </a:xfrm>
          <a:prstGeom prst="rect">
            <a:avLst/>
          </a:prstGeom>
          <a:solidFill>
            <a:srgbClr val="E7F3DE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4773168" y="4297680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36" name="Shape 334"/>
          <p:cNvSpPr/>
          <p:nvPr/>
        </p:nvSpPr>
        <p:spPr>
          <a:xfrm>
            <a:off x="5068709" y="4358588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37" name="Shape 335"/>
          <p:cNvSpPr/>
          <p:nvPr/>
        </p:nvSpPr>
        <p:spPr>
          <a:xfrm>
            <a:off x="5364250" y="4419496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38" name="Shape 336"/>
          <p:cNvSpPr/>
          <p:nvPr/>
        </p:nvSpPr>
        <p:spPr>
          <a:xfrm>
            <a:off x="5659791" y="4480403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39" name="Shape 337"/>
          <p:cNvSpPr/>
          <p:nvPr/>
        </p:nvSpPr>
        <p:spPr>
          <a:xfrm>
            <a:off x="5955332" y="4541311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0" name="Shape 338"/>
          <p:cNvSpPr/>
          <p:nvPr/>
        </p:nvSpPr>
        <p:spPr>
          <a:xfrm>
            <a:off x="6250873" y="4602219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1" name="Shape 339"/>
          <p:cNvSpPr/>
          <p:nvPr/>
        </p:nvSpPr>
        <p:spPr>
          <a:xfrm>
            <a:off x="6546414" y="4663127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2" name="Shape 340"/>
          <p:cNvSpPr/>
          <p:nvPr/>
        </p:nvSpPr>
        <p:spPr>
          <a:xfrm>
            <a:off x="6841955" y="4724034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3" name="Shape 341"/>
          <p:cNvSpPr/>
          <p:nvPr/>
        </p:nvSpPr>
        <p:spPr>
          <a:xfrm>
            <a:off x="7137496" y="4784942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4" name="Shape 342"/>
          <p:cNvSpPr/>
          <p:nvPr/>
        </p:nvSpPr>
        <p:spPr>
          <a:xfrm>
            <a:off x="7433037" y="4845850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5" name="Shape 343"/>
          <p:cNvSpPr/>
          <p:nvPr/>
        </p:nvSpPr>
        <p:spPr>
          <a:xfrm>
            <a:off x="7728579" y="4906758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6" name="Shape 344"/>
          <p:cNvSpPr/>
          <p:nvPr/>
        </p:nvSpPr>
        <p:spPr>
          <a:xfrm>
            <a:off x="8024120" y="4967665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7" name="Shape 345"/>
          <p:cNvSpPr/>
          <p:nvPr/>
        </p:nvSpPr>
        <p:spPr>
          <a:xfrm>
            <a:off x="8319661" y="5028573"/>
            <a:ext cx="179116" cy="3691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8" name="Shape 346"/>
          <p:cNvSpPr/>
          <p:nvPr/>
        </p:nvSpPr>
        <p:spPr>
          <a:xfrm>
            <a:off x="8615202" y="5089481"/>
            <a:ext cx="62454" cy="12871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49" name="Shape 347"/>
          <p:cNvSpPr/>
          <p:nvPr/>
        </p:nvSpPr>
        <p:spPr>
          <a:xfrm>
            <a:off x="8677656" y="5102352"/>
            <a:ext cx="130497" cy="-12812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0" name="Shape 348"/>
          <p:cNvSpPr/>
          <p:nvPr/>
        </p:nvSpPr>
        <p:spPr>
          <a:xfrm>
            <a:off x="8892975" y="4890948"/>
            <a:ext cx="130497" cy="-128124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1" name="Shape 349"/>
          <p:cNvSpPr/>
          <p:nvPr/>
        </p:nvSpPr>
        <p:spPr>
          <a:xfrm>
            <a:off x="9108295" y="4679543"/>
            <a:ext cx="72281" cy="-70967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2" name="Shape 350"/>
          <p:cNvSpPr/>
          <p:nvPr/>
        </p:nvSpPr>
        <p:spPr>
          <a:xfrm>
            <a:off x="9180576" y="4608576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3" name="Shape 351"/>
          <p:cNvSpPr/>
          <p:nvPr/>
        </p:nvSpPr>
        <p:spPr>
          <a:xfrm>
            <a:off x="9180576" y="4910328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4" name="Shape 352"/>
          <p:cNvSpPr/>
          <p:nvPr/>
        </p:nvSpPr>
        <p:spPr>
          <a:xfrm>
            <a:off x="9180576" y="5212080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5" name="Shape 353"/>
          <p:cNvSpPr/>
          <p:nvPr/>
        </p:nvSpPr>
        <p:spPr>
          <a:xfrm>
            <a:off x="9180576" y="5513832"/>
            <a:ext cx="0" cy="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6" name="Shape 354"/>
          <p:cNvSpPr/>
          <p:nvPr/>
        </p:nvSpPr>
        <p:spPr>
          <a:xfrm>
            <a:off x="9180576" y="5815584"/>
            <a:ext cx="0" cy="155448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7" name="Shape 355"/>
          <p:cNvSpPr/>
          <p:nvPr/>
        </p:nvSpPr>
        <p:spPr>
          <a:xfrm>
            <a:off x="9180576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8" name="Shape 356"/>
          <p:cNvSpPr/>
          <p:nvPr/>
        </p:nvSpPr>
        <p:spPr>
          <a:xfrm>
            <a:off x="8878824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59" name="Shape 357"/>
          <p:cNvSpPr/>
          <p:nvPr/>
        </p:nvSpPr>
        <p:spPr>
          <a:xfrm>
            <a:off x="8577072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0" name="Shape 358"/>
          <p:cNvSpPr/>
          <p:nvPr/>
        </p:nvSpPr>
        <p:spPr>
          <a:xfrm>
            <a:off x="8275320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1" name="Shape 359"/>
          <p:cNvSpPr/>
          <p:nvPr/>
        </p:nvSpPr>
        <p:spPr>
          <a:xfrm>
            <a:off x="7973568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2" name="Shape 360"/>
          <p:cNvSpPr/>
          <p:nvPr/>
        </p:nvSpPr>
        <p:spPr>
          <a:xfrm>
            <a:off x="7671816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3" name="Shape 361"/>
          <p:cNvSpPr/>
          <p:nvPr/>
        </p:nvSpPr>
        <p:spPr>
          <a:xfrm>
            <a:off x="7370064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4" name="Shape 362"/>
          <p:cNvSpPr/>
          <p:nvPr/>
        </p:nvSpPr>
        <p:spPr>
          <a:xfrm>
            <a:off x="7068312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5" name="Shape 363"/>
          <p:cNvSpPr/>
          <p:nvPr/>
        </p:nvSpPr>
        <p:spPr>
          <a:xfrm>
            <a:off x="6766560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6" name="Shape 364"/>
          <p:cNvSpPr/>
          <p:nvPr/>
        </p:nvSpPr>
        <p:spPr>
          <a:xfrm>
            <a:off x="6464808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7" name="Shape 365"/>
          <p:cNvSpPr/>
          <p:nvPr/>
        </p:nvSpPr>
        <p:spPr>
          <a:xfrm>
            <a:off x="6163056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8" name="Shape 366"/>
          <p:cNvSpPr/>
          <p:nvPr/>
        </p:nvSpPr>
        <p:spPr>
          <a:xfrm>
            <a:off x="5861304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69" name="Shape 367"/>
          <p:cNvSpPr/>
          <p:nvPr/>
        </p:nvSpPr>
        <p:spPr>
          <a:xfrm>
            <a:off x="5559552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0" name="Shape 368"/>
          <p:cNvSpPr/>
          <p:nvPr/>
        </p:nvSpPr>
        <p:spPr>
          <a:xfrm>
            <a:off x="5257800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1" name="Shape 369"/>
          <p:cNvSpPr/>
          <p:nvPr/>
        </p:nvSpPr>
        <p:spPr>
          <a:xfrm>
            <a:off x="4956048" y="5971032"/>
            <a:ext cx="-18288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2" name="Shape 370"/>
          <p:cNvSpPr/>
          <p:nvPr/>
        </p:nvSpPr>
        <p:spPr>
          <a:xfrm>
            <a:off x="4773168" y="5971032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3" name="Shape 371"/>
          <p:cNvSpPr/>
          <p:nvPr/>
        </p:nvSpPr>
        <p:spPr>
          <a:xfrm>
            <a:off x="4773168" y="5669280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4" name="Shape 372"/>
          <p:cNvSpPr/>
          <p:nvPr/>
        </p:nvSpPr>
        <p:spPr>
          <a:xfrm>
            <a:off x="4773168" y="5367528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5" name="Shape 373"/>
          <p:cNvSpPr/>
          <p:nvPr/>
        </p:nvSpPr>
        <p:spPr>
          <a:xfrm>
            <a:off x="4773168" y="5065776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6" name="Shape 374"/>
          <p:cNvSpPr/>
          <p:nvPr/>
        </p:nvSpPr>
        <p:spPr>
          <a:xfrm>
            <a:off x="4773168" y="4764024"/>
            <a:ext cx="0" cy="-18288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7" name="Shape 375"/>
          <p:cNvSpPr/>
          <p:nvPr/>
        </p:nvSpPr>
        <p:spPr>
          <a:xfrm>
            <a:off x="4773168" y="4462272"/>
            <a:ext cx="0" cy="-164592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78" name="Shape 376"/>
          <p:cNvSpPr/>
          <p:nvPr/>
        </p:nvSpPr>
        <p:spPr>
          <a:xfrm>
            <a:off x="8686800" y="4754880"/>
            <a:ext cx="365760" cy="0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79" name="Shape 377"/>
          <p:cNvSpPr/>
          <p:nvPr/>
        </p:nvSpPr>
        <p:spPr>
          <a:xfrm>
            <a:off x="8686800" y="4754880"/>
            <a:ext cx="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0" name="Shape 378"/>
          <p:cNvSpPr/>
          <p:nvPr/>
        </p:nvSpPr>
        <p:spPr>
          <a:xfrm>
            <a:off x="8686800" y="4754880"/>
            <a:ext cx="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1" name="Shape 379"/>
          <p:cNvSpPr/>
          <p:nvPr/>
        </p:nvSpPr>
        <p:spPr>
          <a:xfrm>
            <a:off x="9052560" y="4754880"/>
            <a:ext cx="-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2" name="Shape 380"/>
          <p:cNvSpPr/>
          <p:nvPr/>
        </p:nvSpPr>
        <p:spPr>
          <a:xfrm>
            <a:off x="9052560" y="4754880"/>
            <a:ext cx="-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3" name="Shape 381"/>
          <p:cNvSpPr/>
          <p:nvPr/>
        </p:nvSpPr>
        <p:spPr>
          <a:xfrm>
            <a:off x="8778240" y="4596501"/>
            <a:ext cx="182880" cy="316757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4" name="Shape 382"/>
          <p:cNvSpPr/>
          <p:nvPr/>
        </p:nvSpPr>
        <p:spPr>
          <a:xfrm>
            <a:off x="8778240" y="4596501"/>
            <a:ext cx="-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5" name="Shape 383"/>
          <p:cNvSpPr/>
          <p:nvPr/>
        </p:nvSpPr>
        <p:spPr>
          <a:xfrm>
            <a:off x="8778240" y="4596501"/>
            <a:ext cx="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6" name="Shape 384"/>
          <p:cNvSpPr/>
          <p:nvPr/>
        </p:nvSpPr>
        <p:spPr>
          <a:xfrm>
            <a:off x="8961120" y="4913259"/>
            <a:ext cx="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7" name="Shape 385"/>
          <p:cNvSpPr/>
          <p:nvPr/>
        </p:nvSpPr>
        <p:spPr>
          <a:xfrm>
            <a:off x="8961120" y="4913259"/>
            <a:ext cx="-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8" name="Shape 386"/>
          <p:cNvSpPr/>
          <p:nvPr/>
        </p:nvSpPr>
        <p:spPr>
          <a:xfrm>
            <a:off x="8961120" y="4596501"/>
            <a:ext cx="-182880" cy="316757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89" name="Shape 387"/>
          <p:cNvSpPr/>
          <p:nvPr/>
        </p:nvSpPr>
        <p:spPr>
          <a:xfrm>
            <a:off x="8961120" y="4596501"/>
            <a:ext cx="-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0" name="Shape 388"/>
          <p:cNvSpPr/>
          <p:nvPr/>
        </p:nvSpPr>
        <p:spPr>
          <a:xfrm>
            <a:off x="8961120" y="4596501"/>
            <a:ext cx="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1" name="Shape 389"/>
          <p:cNvSpPr/>
          <p:nvPr/>
        </p:nvSpPr>
        <p:spPr>
          <a:xfrm>
            <a:off x="8778240" y="4913259"/>
            <a:ext cx="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2" name="Shape 390"/>
          <p:cNvSpPr/>
          <p:nvPr/>
        </p:nvSpPr>
        <p:spPr>
          <a:xfrm>
            <a:off x="8778240" y="4913259"/>
            <a:ext cx="-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3" name="Shape 391"/>
          <p:cNvSpPr/>
          <p:nvPr/>
        </p:nvSpPr>
        <p:spPr>
          <a:xfrm>
            <a:off x="8842248" y="4727448"/>
            <a:ext cx="54864" cy="548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BD9FF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8695944" y="5212080"/>
            <a:ext cx="329184" cy="0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5" name="Shape 393"/>
          <p:cNvSpPr/>
          <p:nvPr/>
        </p:nvSpPr>
        <p:spPr>
          <a:xfrm>
            <a:off x="8695944" y="5212080"/>
            <a:ext cx="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6" name="Shape 394"/>
          <p:cNvSpPr/>
          <p:nvPr/>
        </p:nvSpPr>
        <p:spPr>
          <a:xfrm>
            <a:off x="8695944" y="5212080"/>
            <a:ext cx="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7" name="Shape 395"/>
          <p:cNvSpPr/>
          <p:nvPr/>
        </p:nvSpPr>
        <p:spPr>
          <a:xfrm>
            <a:off x="9025128" y="5212080"/>
            <a:ext cx="-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8" name="Shape 396"/>
          <p:cNvSpPr/>
          <p:nvPr/>
        </p:nvSpPr>
        <p:spPr>
          <a:xfrm>
            <a:off x="9025128" y="5212080"/>
            <a:ext cx="-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399" name="Shape 397"/>
          <p:cNvSpPr/>
          <p:nvPr/>
        </p:nvSpPr>
        <p:spPr>
          <a:xfrm>
            <a:off x="8778240" y="5069539"/>
            <a:ext cx="164592" cy="285082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0" name="Shape 398"/>
          <p:cNvSpPr/>
          <p:nvPr/>
        </p:nvSpPr>
        <p:spPr>
          <a:xfrm>
            <a:off x="8778240" y="5069539"/>
            <a:ext cx="-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1" name="Shape 399"/>
          <p:cNvSpPr/>
          <p:nvPr/>
        </p:nvSpPr>
        <p:spPr>
          <a:xfrm>
            <a:off x="8778240" y="5069539"/>
            <a:ext cx="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2" name="Shape 400"/>
          <p:cNvSpPr/>
          <p:nvPr/>
        </p:nvSpPr>
        <p:spPr>
          <a:xfrm>
            <a:off x="8942832" y="5354621"/>
            <a:ext cx="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3" name="Shape 401"/>
          <p:cNvSpPr/>
          <p:nvPr/>
        </p:nvSpPr>
        <p:spPr>
          <a:xfrm>
            <a:off x="8942832" y="5354621"/>
            <a:ext cx="-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4" name="Shape 402"/>
          <p:cNvSpPr/>
          <p:nvPr/>
        </p:nvSpPr>
        <p:spPr>
          <a:xfrm>
            <a:off x="8942832" y="5069539"/>
            <a:ext cx="-164592" cy="285082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5" name="Shape 403"/>
          <p:cNvSpPr/>
          <p:nvPr/>
        </p:nvSpPr>
        <p:spPr>
          <a:xfrm>
            <a:off x="8942832" y="5069539"/>
            <a:ext cx="-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6" name="Shape 404"/>
          <p:cNvSpPr/>
          <p:nvPr/>
        </p:nvSpPr>
        <p:spPr>
          <a:xfrm>
            <a:off x="8942832" y="5069539"/>
            <a:ext cx="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7" name="Shape 405"/>
          <p:cNvSpPr/>
          <p:nvPr/>
        </p:nvSpPr>
        <p:spPr>
          <a:xfrm>
            <a:off x="8778240" y="5354621"/>
            <a:ext cx="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8" name="Shape 406"/>
          <p:cNvSpPr/>
          <p:nvPr/>
        </p:nvSpPr>
        <p:spPr>
          <a:xfrm>
            <a:off x="8778240" y="5354621"/>
            <a:ext cx="-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09" name="Shape 407"/>
          <p:cNvSpPr/>
          <p:nvPr/>
        </p:nvSpPr>
        <p:spPr>
          <a:xfrm>
            <a:off x="8833104" y="5184648"/>
            <a:ext cx="54864" cy="548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BD9FF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5129784" y="4315968"/>
            <a:ext cx="299557" cy="442204"/>
          </a:xfrm>
          <a:prstGeom prst="line">
            <a:avLst/>
          </a:prstGeom>
          <a:noFill/>
          <a:ln w="66675">
            <a:solidFill>
              <a:srgbClr val="7A3E16"/>
            </a:solidFill>
            <a:prstDash val="solid"/>
            <a:headEnd type="none"/>
            <a:tailEnd type="none"/>
          </a:ln>
        </p:spPr>
      </p:sp>
      <p:sp>
        <p:nvSpPr>
          <p:cNvPr id="411" name="Shape 409"/>
          <p:cNvSpPr/>
          <p:nvPr/>
        </p:nvSpPr>
        <p:spPr>
          <a:xfrm>
            <a:off x="5029932" y="4373027"/>
            <a:ext cx="271028" cy="-135514"/>
          </a:xfrm>
          <a:prstGeom prst="line">
            <a:avLst/>
          </a:prstGeom>
          <a:noFill/>
          <a:ln w="76200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412" name="Shape 410"/>
          <p:cNvSpPr/>
          <p:nvPr/>
        </p:nvSpPr>
        <p:spPr>
          <a:xfrm>
            <a:off x="5044196" y="4365894"/>
            <a:ext cx="-71323" cy="121249"/>
          </a:xfrm>
          <a:prstGeom prst="line">
            <a:avLst/>
          </a:prstGeom>
          <a:noFill/>
          <a:ln w="28575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413" name="Shape 411"/>
          <p:cNvSpPr/>
          <p:nvPr/>
        </p:nvSpPr>
        <p:spPr>
          <a:xfrm>
            <a:off x="5193792" y="4690872"/>
            <a:ext cx="122107" cy="136143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414" name="Shape 412"/>
          <p:cNvSpPr/>
          <p:nvPr/>
        </p:nvSpPr>
        <p:spPr>
          <a:xfrm>
            <a:off x="5401375" y="4922315"/>
            <a:ext cx="122107" cy="136143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415" name="Shape 413"/>
          <p:cNvSpPr/>
          <p:nvPr/>
        </p:nvSpPr>
        <p:spPr>
          <a:xfrm>
            <a:off x="5608957" y="5153758"/>
            <a:ext cx="122107" cy="136143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416" name="Shape 414"/>
          <p:cNvSpPr/>
          <p:nvPr/>
        </p:nvSpPr>
        <p:spPr>
          <a:xfrm>
            <a:off x="5816540" y="5385200"/>
            <a:ext cx="122107" cy="136143"/>
          </a:xfrm>
          <a:prstGeom prst="line">
            <a:avLst/>
          </a:prstGeom>
          <a:noFill/>
          <a:ln w="66675">
            <a:solidFill>
              <a:srgbClr val="4B73C5"/>
            </a:solidFill>
            <a:prstDash val="solid"/>
            <a:headEnd type="none"/>
            <a:tailEnd type="none"/>
          </a:ln>
        </p:spPr>
      </p:sp>
      <p:sp>
        <p:nvSpPr>
          <p:cNvPr id="417" name="Shape 415"/>
          <p:cNvSpPr/>
          <p:nvPr/>
        </p:nvSpPr>
        <p:spPr>
          <a:xfrm>
            <a:off x="5065776" y="5431536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5394960" y="5129784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5833872" y="5385816"/>
            <a:ext cx="274320" cy="274320"/>
          </a:xfrm>
          <a:prstGeom prst="ellipse">
            <a:avLst/>
          </a:prstGeom>
          <a:solidFill>
            <a:srgbClr val="F28585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5541264" y="4864608"/>
            <a:ext cx="274320" cy="274320"/>
          </a:xfrm>
          <a:prstGeom prst="ellipse">
            <a:avLst/>
          </a:prstGeom>
          <a:solidFill>
            <a:srgbClr val="BED4E7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5989320" y="4901184"/>
            <a:ext cx="274320" cy="274320"/>
          </a:xfrm>
          <a:prstGeom prst="ellipse">
            <a:avLst/>
          </a:prstGeom>
          <a:solidFill>
            <a:srgbClr val="BED4E7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6080760" y="5285232"/>
            <a:ext cx="274320" cy="274320"/>
          </a:xfrm>
          <a:prstGeom prst="ellipse">
            <a:avLst/>
          </a:prstGeom>
          <a:solidFill>
            <a:srgbClr val="BED4E7"/>
          </a:solidFill>
          <a:ln w="38100">
            <a:solidFill>
              <a:srgbClr val="4B73C5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6355080" y="5440680"/>
            <a:ext cx="256032" cy="256032"/>
          </a:xfrm>
          <a:prstGeom prst="ellipse">
            <a:avLst/>
          </a:prstGeom>
          <a:solidFill>
            <a:srgbClr val="E852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4" name="Text 422"/>
          <p:cNvSpPr/>
          <p:nvPr/>
        </p:nvSpPr>
        <p:spPr>
          <a:xfrm>
            <a:off x="6382512" y="5449824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</a:t>
            </a:r>
            <a:endParaRPr lang="en-US" sz="792" dirty="0"/>
          </a:p>
        </p:txBody>
      </p:sp>
      <p:sp>
        <p:nvSpPr>
          <p:cNvPr id="425" name="Shape 423"/>
          <p:cNvSpPr/>
          <p:nvPr/>
        </p:nvSpPr>
        <p:spPr>
          <a:xfrm>
            <a:off x="6483096" y="5678424"/>
            <a:ext cx="0" cy="155448"/>
          </a:xfrm>
          <a:prstGeom prst="line">
            <a:avLst/>
          </a:prstGeom>
          <a:noFill/>
          <a:ln w="38100">
            <a:solidFill>
              <a:srgbClr val="7B4A2B"/>
            </a:solidFill>
            <a:prstDash val="solid"/>
            <a:headEnd type="none"/>
            <a:tailEnd type="none"/>
          </a:ln>
        </p:spPr>
      </p:sp>
      <p:sp>
        <p:nvSpPr>
          <p:cNvPr id="426" name="Text 424"/>
          <p:cNvSpPr/>
          <p:nvPr/>
        </p:nvSpPr>
        <p:spPr>
          <a:xfrm>
            <a:off x="6601968" y="5504688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Semantic-irrelevant</a:t>
            </a:r>
            <a:endParaRPr lang="en-US" sz="2016" dirty="0"/>
          </a:p>
        </p:txBody>
      </p:sp>
      <p:sp>
        <p:nvSpPr>
          <p:cNvPr id="427" name="Text 425"/>
          <p:cNvSpPr/>
          <p:nvPr/>
        </p:nvSpPr>
        <p:spPr>
          <a:xfrm>
            <a:off x="5312664" y="62453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(b) Semantic-Relevant</a:t>
            </a:r>
            <a:endParaRPr lang="en-US" sz="2016" dirty="0"/>
          </a:p>
        </p:txBody>
      </p:sp>
      <p:sp>
        <p:nvSpPr>
          <p:cNvPr id="428" name="Text 426"/>
          <p:cNvSpPr/>
          <p:nvPr/>
        </p:nvSpPr>
        <p:spPr>
          <a:xfrm>
            <a:off x="5559552" y="65928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Layer Identification</a:t>
            </a:r>
            <a:endParaRPr lang="en-US" sz="2016" dirty="0"/>
          </a:p>
        </p:txBody>
      </p:sp>
      <p:sp>
        <p:nvSpPr>
          <p:cNvPr id="429" name="Shape 427"/>
          <p:cNvSpPr/>
          <p:nvPr/>
        </p:nvSpPr>
        <p:spPr>
          <a:xfrm>
            <a:off x="9528048" y="192024"/>
            <a:ext cx="7205472" cy="5925312"/>
          </a:xfrm>
          <a:prstGeom prst="roundRect">
            <a:avLst>
              <a:gd name="adj" fmla="val 3086"/>
            </a:avLst>
          </a:prstGeom>
          <a:solidFill>
            <a:srgbClr val="E6F3F2"/>
          </a:solidFill>
          <a:ln w="47625">
            <a:solidFill>
              <a:srgbClr val="172A4A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10113264" y="384048"/>
            <a:ext cx="1508760" cy="557784"/>
          </a:xfrm>
          <a:prstGeom prst="roundRect">
            <a:avLst>
              <a:gd name="adj" fmla="val 19672"/>
            </a:avLst>
          </a:prstGeom>
          <a:solidFill>
            <a:srgbClr val="FFFFFF">
              <a:alpha val="0"/>
            </a:srgbClr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10195560" y="475488"/>
            <a:ext cx="1353312" cy="356616"/>
          </a:xfrm>
          <a:prstGeom prst="rect">
            <a:avLst/>
          </a:prstGeom>
          <a:solidFill>
            <a:srgbClr val="D9E1E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10543032" y="484632"/>
            <a:ext cx="0" cy="33832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33" name="Shape 431"/>
          <p:cNvSpPr/>
          <p:nvPr/>
        </p:nvSpPr>
        <p:spPr>
          <a:xfrm>
            <a:off x="11036808" y="484632"/>
            <a:ext cx="0" cy="33832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34" name="Shape 432"/>
          <p:cNvSpPr/>
          <p:nvPr/>
        </p:nvSpPr>
        <p:spPr>
          <a:xfrm>
            <a:off x="10640873" y="716890"/>
            <a:ext cx="193396" cy="102870"/>
          </a:xfrm>
          <a:prstGeom prst="ellipse">
            <a:avLst/>
          </a:prstGeom>
          <a:solidFill>
            <a:srgbClr val="E9C998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10739628" y="683971"/>
            <a:ext cx="189281" cy="111100"/>
          </a:xfrm>
          <a:prstGeom prst="ellipse">
            <a:avLst/>
          </a:prstGeom>
          <a:solidFill>
            <a:srgbClr val="E9C998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10838383" y="630479"/>
            <a:ext cx="115214" cy="189281"/>
          </a:xfrm>
          <a:prstGeom prst="ellipse">
            <a:avLst/>
          </a:prstGeom>
          <a:solidFill>
            <a:srgbClr val="E9C998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10789006" y="519379"/>
            <a:ext cx="181051" cy="123444"/>
          </a:xfrm>
          <a:prstGeom prst="ellipse">
            <a:avLst/>
          </a:prstGeom>
          <a:solidFill>
            <a:srgbClr val="E9C998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10891053" y="551475"/>
            <a:ext cx="18105" cy="18105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10949483" y="593446"/>
            <a:ext cx="37033" cy="16459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440" name="Shape 438"/>
          <p:cNvSpPr/>
          <p:nvPr/>
        </p:nvSpPr>
        <p:spPr>
          <a:xfrm>
            <a:off x="11804904" y="384048"/>
            <a:ext cx="1508760" cy="557784"/>
          </a:xfrm>
          <a:prstGeom prst="roundRect">
            <a:avLst>
              <a:gd name="adj" fmla="val 19672"/>
            </a:avLst>
          </a:prstGeom>
          <a:solidFill>
            <a:srgbClr val="FFFFFF">
              <a:alpha val="0"/>
            </a:srgbClr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11887200" y="475488"/>
            <a:ext cx="1353312" cy="356616"/>
          </a:xfrm>
          <a:prstGeom prst="rect">
            <a:avLst/>
          </a:prstGeom>
          <a:solidFill>
            <a:srgbClr val="D9E1E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2234672" y="484632"/>
            <a:ext cx="0" cy="33832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43" name="Shape 441"/>
          <p:cNvSpPr/>
          <p:nvPr/>
        </p:nvSpPr>
        <p:spPr>
          <a:xfrm>
            <a:off x="12728448" y="484632"/>
            <a:ext cx="0" cy="33832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44" name="Shape 442"/>
          <p:cNvSpPr/>
          <p:nvPr/>
        </p:nvSpPr>
        <p:spPr>
          <a:xfrm>
            <a:off x="12332513" y="716890"/>
            <a:ext cx="193396" cy="102870"/>
          </a:xfrm>
          <a:prstGeom prst="ellipse">
            <a:avLst/>
          </a:prstGeom>
          <a:solidFill>
            <a:srgbClr val="BF817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2431268" y="683971"/>
            <a:ext cx="189281" cy="111100"/>
          </a:xfrm>
          <a:prstGeom prst="ellipse">
            <a:avLst/>
          </a:prstGeom>
          <a:solidFill>
            <a:srgbClr val="BF817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12530023" y="630479"/>
            <a:ext cx="115214" cy="189281"/>
          </a:xfrm>
          <a:prstGeom prst="ellipse">
            <a:avLst/>
          </a:prstGeom>
          <a:solidFill>
            <a:srgbClr val="BF817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12480646" y="519379"/>
            <a:ext cx="181051" cy="123444"/>
          </a:xfrm>
          <a:prstGeom prst="ellipse">
            <a:avLst/>
          </a:prstGeom>
          <a:solidFill>
            <a:srgbClr val="BF8173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2582693" y="551475"/>
            <a:ext cx="18105" cy="18105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12641123" y="593446"/>
            <a:ext cx="37033" cy="16459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450" name="Shape 448"/>
          <p:cNvSpPr/>
          <p:nvPr/>
        </p:nvSpPr>
        <p:spPr>
          <a:xfrm>
            <a:off x="13523976" y="384048"/>
            <a:ext cx="1508760" cy="557784"/>
          </a:xfrm>
          <a:prstGeom prst="roundRect">
            <a:avLst>
              <a:gd name="adj" fmla="val 19672"/>
            </a:avLst>
          </a:prstGeom>
          <a:solidFill>
            <a:srgbClr val="FFFFFF">
              <a:alpha val="0"/>
            </a:srgbClr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13606272" y="475488"/>
            <a:ext cx="1353312" cy="356616"/>
          </a:xfrm>
          <a:prstGeom prst="rect">
            <a:avLst/>
          </a:prstGeom>
          <a:solidFill>
            <a:srgbClr val="D9E1E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13953744" y="484632"/>
            <a:ext cx="0" cy="33832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53" name="Shape 451"/>
          <p:cNvSpPr/>
          <p:nvPr/>
        </p:nvSpPr>
        <p:spPr>
          <a:xfrm>
            <a:off x="14447520" y="484632"/>
            <a:ext cx="0" cy="33832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54" name="Shape 452"/>
          <p:cNvSpPr/>
          <p:nvPr/>
        </p:nvSpPr>
        <p:spPr>
          <a:xfrm>
            <a:off x="14051585" y="716890"/>
            <a:ext cx="193396" cy="102870"/>
          </a:xfrm>
          <a:prstGeom prst="ellipse">
            <a:avLst/>
          </a:prstGeom>
          <a:solidFill>
            <a:srgbClr val="9AC9B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4150340" y="683971"/>
            <a:ext cx="189281" cy="111100"/>
          </a:xfrm>
          <a:prstGeom prst="ellipse">
            <a:avLst/>
          </a:prstGeom>
          <a:solidFill>
            <a:srgbClr val="9AC9B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4249095" y="630479"/>
            <a:ext cx="115214" cy="189281"/>
          </a:xfrm>
          <a:prstGeom prst="ellipse">
            <a:avLst/>
          </a:prstGeom>
          <a:solidFill>
            <a:srgbClr val="9AC9B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14199718" y="519379"/>
            <a:ext cx="181051" cy="123444"/>
          </a:xfrm>
          <a:prstGeom prst="ellipse">
            <a:avLst/>
          </a:prstGeom>
          <a:solidFill>
            <a:srgbClr val="9AC9B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4301765" y="551475"/>
            <a:ext cx="18105" cy="18105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14360195" y="593446"/>
            <a:ext cx="37033" cy="16459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460" name="Shape 458"/>
          <p:cNvSpPr/>
          <p:nvPr/>
        </p:nvSpPr>
        <p:spPr>
          <a:xfrm>
            <a:off x="15558867" y="365760"/>
            <a:ext cx="191322" cy="181958"/>
          </a:xfrm>
          <a:prstGeom prst="star5">
            <a:avLst/>
          </a:prstGeom>
          <a:solidFill>
            <a:srgbClr val="FFC84A"/>
          </a:solidFill>
          <a:ln w="19050">
            <a:solidFill>
              <a:srgbClr val="85581F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15797058" y="320040"/>
            <a:ext cx="208715" cy="198500"/>
          </a:xfrm>
          <a:prstGeom prst="star5">
            <a:avLst/>
          </a:prstGeom>
          <a:solidFill>
            <a:srgbClr val="FFC84A"/>
          </a:solidFill>
          <a:ln w="19050">
            <a:solidFill>
              <a:srgbClr val="85581F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16061787" y="374904"/>
            <a:ext cx="191322" cy="181958"/>
          </a:xfrm>
          <a:prstGeom prst="star5">
            <a:avLst/>
          </a:prstGeom>
          <a:solidFill>
            <a:srgbClr val="FFC84A"/>
          </a:solidFill>
          <a:ln w="19050">
            <a:solidFill>
              <a:srgbClr val="85581F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15499080" y="603504"/>
            <a:ext cx="625450" cy="390906"/>
          </a:xfrm>
          <a:prstGeom prst="roundRect">
            <a:avLst>
              <a:gd name="adj" fmla="val 17778"/>
            </a:avLst>
          </a:prstGeom>
          <a:solidFill>
            <a:srgbClr val="FFE7BC"/>
          </a:solidFill>
          <a:ln w="19050">
            <a:solidFill>
              <a:srgbClr val="8C5B2B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15681503" y="681685"/>
            <a:ext cx="269291" cy="217170"/>
          </a:xfrm>
          <a:prstGeom prst="roundRect">
            <a:avLst>
              <a:gd name="adj" fmla="val 16000"/>
            </a:avLst>
          </a:prstGeom>
          <a:solidFill>
            <a:srgbClr val="D8E3EE"/>
          </a:solidFill>
          <a:ln w="14288">
            <a:solidFill>
              <a:srgbClr val="172A4A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15811805" y="681685"/>
            <a:ext cx="0" cy="-69494"/>
          </a:xfrm>
          <a:prstGeom prst="line">
            <a:avLst/>
          </a:prstGeom>
          <a:noFill/>
          <a:ln w="14288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466" name="Shape 464"/>
          <p:cNvSpPr/>
          <p:nvPr/>
        </p:nvSpPr>
        <p:spPr>
          <a:xfrm>
            <a:off x="15785744" y="577444"/>
            <a:ext cx="52121" cy="52121"/>
          </a:xfrm>
          <a:prstGeom prst="ellipse">
            <a:avLst/>
          </a:prstGeom>
          <a:solidFill>
            <a:srgbClr val="F28585"/>
          </a:solidFill>
          <a:ln w="9525">
            <a:solidFill>
              <a:srgbClr val="172A4A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15742310" y="742493"/>
            <a:ext cx="34747" cy="34747"/>
          </a:xfrm>
          <a:prstGeom prst="ellipse">
            <a:avLst/>
          </a:prstGeom>
          <a:solidFill>
            <a:srgbClr val="4B73C5"/>
          </a:solidFill>
          <a:ln w="9525">
            <a:solidFill>
              <a:srgbClr val="4B73C5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15855239" y="742493"/>
            <a:ext cx="34747" cy="34747"/>
          </a:xfrm>
          <a:prstGeom prst="ellipse">
            <a:avLst/>
          </a:prstGeom>
          <a:solidFill>
            <a:srgbClr val="4B73C5"/>
          </a:solidFill>
          <a:ln w="9525">
            <a:solidFill>
              <a:srgbClr val="4B73C5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15750997" y="838048"/>
            <a:ext cx="130302" cy="0"/>
          </a:xfrm>
          <a:prstGeom prst="line">
            <a:avLst/>
          </a:prstGeom>
          <a:noFill/>
          <a:ln w="9525">
            <a:solidFill>
              <a:srgbClr val="172A4A"/>
            </a:solidFill>
            <a:prstDash val="solid"/>
            <a:headEnd type="none"/>
            <a:tailEnd type="none"/>
          </a:ln>
        </p:spPr>
      </p:sp>
      <p:sp>
        <p:nvSpPr>
          <p:cNvPr id="470" name="Shape 468"/>
          <p:cNvSpPr/>
          <p:nvPr/>
        </p:nvSpPr>
        <p:spPr>
          <a:xfrm>
            <a:off x="16124530" y="794614"/>
            <a:ext cx="130302" cy="-34747"/>
          </a:xfrm>
          <a:prstGeom prst="line">
            <a:avLst/>
          </a:prstGeom>
          <a:noFill/>
          <a:ln w="38100">
            <a:solidFill>
              <a:srgbClr val="8C5B2B"/>
            </a:solidFill>
            <a:prstDash val="solid"/>
            <a:tailEnd type="none"/>
          </a:ln>
        </p:spPr>
      </p:sp>
      <p:sp>
        <p:nvSpPr>
          <p:cNvPr id="471" name="Shape 469"/>
          <p:cNvSpPr/>
          <p:nvPr/>
        </p:nvSpPr>
        <p:spPr>
          <a:xfrm>
            <a:off x="16254832" y="759866"/>
            <a:ext cx="60808" cy="-69494"/>
          </a:xfrm>
          <a:prstGeom prst="line">
            <a:avLst/>
          </a:prstGeom>
          <a:noFill/>
          <a:ln w="38100">
            <a:solidFill>
              <a:srgbClr val="8C5B2B"/>
            </a:solidFill>
            <a:prstDash val="solid"/>
            <a:tailEnd type="none"/>
          </a:ln>
        </p:spPr>
      </p:sp>
      <p:sp>
        <p:nvSpPr>
          <p:cNvPr id="472" name="Shape 470"/>
          <p:cNvSpPr/>
          <p:nvPr/>
        </p:nvSpPr>
        <p:spPr>
          <a:xfrm>
            <a:off x="16211398" y="612191"/>
            <a:ext cx="165049" cy="182423"/>
          </a:xfrm>
          <a:prstGeom prst="parallelogram">
            <a:avLst/>
          </a:prstGeom>
          <a:solidFill>
            <a:srgbClr val="6C8091"/>
          </a:solidFill>
          <a:ln w="9525">
            <a:solidFill>
              <a:srgbClr val="172A4A"/>
            </a:solidFill>
            <a:prstDash val="solid"/>
          </a:ln>
        </p:spPr>
      </p:sp>
      <p:sp>
        <p:nvSpPr>
          <p:cNvPr id="473" name="Text 471"/>
          <p:cNvSpPr/>
          <p:nvPr/>
        </p:nvSpPr>
        <p:spPr>
          <a:xfrm>
            <a:off x="15032736" y="1088136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12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Recommendation</a:t>
            </a:r>
            <a:endParaRPr lang="en-US" sz="1512" dirty="0"/>
          </a:p>
        </p:txBody>
      </p:sp>
      <p:sp>
        <p:nvSpPr>
          <p:cNvPr id="474" name="Text 472"/>
          <p:cNvSpPr/>
          <p:nvPr/>
        </p:nvSpPr>
        <p:spPr>
          <a:xfrm>
            <a:off x="15435072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12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Agent</a:t>
            </a:r>
            <a:endParaRPr lang="en-US" sz="1512" dirty="0"/>
          </a:p>
        </p:txBody>
      </p:sp>
      <p:sp>
        <p:nvSpPr>
          <p:cNvPr id="475" name="Shape 473"/>
          <p:cNvSpPr/>
          <p:nvPr/>
        </p:nvSpPr>
        <p:spPr>
          <a:xfrm>
            <a:off x="10524744" y="1499616"/>
            <a:ext cx="4434840" cy="0"/>
          </a:xfrm>
          <a:prstGeom prst="line">
            <a:avLst/>
          </a:prstGeom>
          <a:noFill/>
          <a:ln w="28575">
            <a:solidFill>
              <a:srgbClr val="AAB0B4"/>
            </a:solidFill>
            <a:prstDash val="solid"/>
            <a:headEnd type="none"/>
            <a:tailEnd type="none"/>
          </a:ln>
        </p:spPr>
      </p:sp>
      <p:sp>
        <p:nvSpPr>
          <p:cNvPr id="476" name="Shape 474"/>
          <p:cNvSpPr/>
          <p:nvPr/>
        </p:nvSpPr>
        <p:spPr>
          <a:xfrm>
            <a:off x="11036808" y="1499616"/>
            <a:ext cx="0" cy="-576072"/>
          </a:xfrm>
          <a:prstGeom prst="line">
            <a:avLst/>
          </a:prstGeom>
          <a:noFill/>
          <a:ln w="28575">
            <a:solidFill>
              <a:srgbClr val="AAB0B4"/>
            </a:solidFill>
            <a:prstDash val="solid"/>
            <a:headEnd type="none"/>
            <a:tailEnd type="triangle"/>
          </a:ln>
        </p:spPr>
      </p:sp>
      <p:sp>
        <p:nvSpPr>
          <p:cNvPr id="477" name="Shape 475"/>
          <p:cNvSpPr/>
          <p:nvPr/>
        </p:nvSpPr>
        <p:spPr>
          <a:xfrm>
            <a:off x="12600432" y="1499616"/>
            <a:ext cx="0" cy="-576072"/>
          </a:xfrm>
          <a:prstGeom prst="line">
            <a:avLst/>
          </a:prstGeom>
          <a:noFill/>
          <a:ln w="381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78" name="Shape 476"/>
          <p:cNvSpPr/>
          <p:nvPr/>
        </p:nvSpPr>
        <p:spPr>
          <a:xfrm>
            <a:off x="14310360" y="1499616"/>
            <a:ext cx="0" cy="-576072"/>
          </a:xfrm>
          <a:prstGeom prst="line">
            <a:avLst/>
          </a:prstGeom>
          <a:noFill/>
          <a:ln w="28575">
            <a:solidFill>
              <a:srgbClr val="AAB0B4"/>
            </a:solidFill>
            <a:prstDash val="solid"/>
            <a:headEnd type="none"/>
            <a:tailEnd type="triangle"/>
          </a:ln>
        </p:spPr>
      </p:sp>
      <p:sp>
        <p:nvSpPr>
          <p:cNvPr id="479" name="Shape 477"/>
          <p:cNvSpPr/>
          <p:nvPr/>
        </p:nvSpPr>
        <p:spPr>
          <a:xfrm>
            <a:off x="10927080" y="1389888"/>
            <a:ext cx="219456" cy="219456"/>
          </a:xfrm>
          <a:prstGeom prst="ellipse">
            <a:avLst/>
          </a:prstGeom>
          <a:solidFill>
            <a:srgbClr val="E6F3F2"/>
          </a:solidFill>
          <a:ln w="28575">
            <a:solidFill>
              <a:srgbClr val="AAB0B4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0945368" y="1499616"/>
            <a:ext cx="182880" cy="0"/>
          </a:xfrm>
          <a:prstGeom prst="line">
            <a:avLst/>
          </a:prstGeom>
          <a:noFill/>
          <a:ln w="19050">
            <a:solidFill>
              <a:srgbClr val="AAB0B4"/>
            </a:solidFill>
            <a:prstDash val="solid"/>
            <a:headEnd type="none"/>
            <a:tailEnd type="none"/>
          </a:ln>
        </p:spPr>
      </p:sp>
      <p:sp>
        <p:nvSpPr>
          <p:cNvPr id="481" name="Shape 479"/>
          <p:cNvSpPr/>
          <p:nvPr/>
        </p:nvSpPr>
        <p:spPr>
          <a:xfrm>
            <a:off x="11036808" y="1408176"/>
            <a:ext cx="0" cy="182880"/>
          </a:xfrm>
          <a:prstGeom prst="line">
            <a:avLst/>
          </a:prstGeom>
          <a:noFill/>
          <a:ln w="19050">
            <a:solidFill>
              <a:srgbClr val="AAB0B4"/>
            </a:solidFill>
            <a:prstDash val="solid"/>
            <a:headEnd type="none"/>
            <a:tailEnd type="none"/>
          </a:ln>
        </p:spPr>
      </p:sp>
      <p:sp>
        <p:nvSpPr>
          <p:cNvPr id="482" name="Shape 480"/>
          <p:cNvSpPr/>
          <p:nvPr/>
        </p:nvSpPr>
        <p:spPr>
          <a:xfrm>
            <a:off x="12490704" y="1243584"/>
            <a:ext cx="219456" cy="2194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2508992" y="1353312"/>
            <a:ext cx="18288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84" name="Shape 482"/>
          <p:cNvSpPr/>
          <p:nvPr/>
        </p:nvSpPr>
        <p:spPr>
          <a:xfrm>
            <a:off x="12600432" y="1261872"/>
            <a:ext cx="0" cy="18288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85" name="Shape 483"/>
          <p:cNvSpPr/>
          <p:nvPr/>
        </p:nvSpPr>
        <p:spPr>
          <a:xfrm>
            <a:off x="14200632" y="1389888"/>
            <a:ext cx="219456" cy="219456"/>
          </a:xfrm>
          <a:prstGeom prst="ellipse">
            <a:avLst/>
          </a:prstGeom>
          <a:solidFill>
            <a:srgbClr val="E6F3F2"/>
          </a:solidFill>
          <a:ln w="28575">
            <a:solidFill>
              <a:srgbClr val="AAB0B4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14218920" y="1499616"/>
            <a:ext cx="182880" cy="0"/>
          </a:xfrm>
          <a:prstGeom prst="line">
            <a:avLst/>
          </a:prstGeom>
          <a:noFill/>
          <a:ln w="19050">
            <a:solidFill>
              <a:srgbClr val="AAB0B4"/>
            </a:solidFill>
            <a:prstDash val="solid"/>
            <a:headEnd type="none"/>
            <a:tailEnd type="none"/>
          </a:ln>
        </p:spPr>
      </p:sp>
      <p:sp>
        <p:nvSpPr>
          <p:cNvPr id="487" name="Shape 485"/>
          <p:cNvSpPr/>
          <p:nvPr/>
        </p:nvSpPr>
        <p:spPr>
          <a:xfrm>
            <a:off x="14310360" y="1408176"/>
            <a:ext cx="0" cy="182880"/>
          </a:xfrm>
          <a:prstGeom prst="line">
            <a:avLst/>
          </a:prstGeom>
          <a:noFill/>
          <a:ln w="19050">
            <a:solidFill>
              <a:srgbClr val="AAB0B4"/>
            </a:solidFill>
            <a:prstDash val="solid"/>
            <a:headEnd type="none"/>
            <a:tailEnd type="none"/>
          </a:ln>
        </p:spPr>
      </p:sp>
      <p:sp>
        <p:nvSpPr>
          <p:cNvPr id="488" name="Shape 486"/>
          <p:cNvSpPr/>
          <p:nvPr/>
        </p:nvSpPr>
        <p:spPr>
          <a:xfrm>
            <a:off x="10524744" y="1655064"/>
            <a:ext cx="0" cy="-301752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none"/>
          </a:ln>
        </p:spPr>
      </p:sp>
      <p:sp>
        <p:nvSpPr>
          <p:cNvPr id="489" name="Shape 487"/>
          <p:cNvSpPr/>
          <p:nvPr/>
        </p:nvSpPr>
        <p:spPr>
          <a:xfrm>
            <a:off x="10524744" y="1353312"/>
            <a:ext cx="1956816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90" name="Shape 488"/>
          <p:cNvSpPr/>
          <p:nvPr/>
        </p:nvSpPr>
        <p:spPr>
          <a:xfrm>
            <a:off x="13469112" y="1655064"/>
            <a:ext cx="0" cy="-301752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none"/>
          </a:ln>
        </p:spPr>
      </p:sp>
      <p:sp>
        <p:nvSpPr>
          <p:cNvPr id="491" name="Shape 489"/>
          <p:cNvSpPr/>
          <p:nvPr/>
        </p:nvSpPr>
        <p:spPr>
          <a:xfrm>
            <a:off x="13469112" y="1353312"/>
            <a:ext cx="-749808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92" name="Shape 490"/>
          <p:cNvSpPr/>
          <p:nvPr/>
        </p:nvSpPr>
        <p:spPr>
          <a:xfrm>
            <a:off x="9628632" y="1655064"/>
            <a:ext cx="1847088" cy="3209544"/>
          </a:xfrm>
          <a:prstGeom prst="rect">
            <a:avLst/>
          </a:prstGeom>
          <a:solidFill>
            <a:srgbClr val="DFE8F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93" name="Text 491"/>
          <p:cNvSpPr/>
          <p:nvPr/>
        </p:nvSpPr>
        <p:spPr>
          <a:xfrm>
            <a:off x="9811512" y="172821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Pre-trained</a:t>
            </a:r>
            <a:endParaRPr lang="en-US" sz="2088" dirty="0"/>
          </a:p>
        </p:txBody>
      </p:sp>
      <p:sp>
        <p:nvSpPr>
          <p:cNvPr id="494" name="Text 492"/>
          <p:cNvSpPr/>
          <p:nvPr/>
        </p:nvSpPr>
        <p:spPr>
          <a:xfrm>
            <a:off x="10040112" y="2112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Weights</a:t>
            </a:r>
            <a:endParaRPr lang="en-US" sz="2088" dirty="0"/>
          </a:p>
        </p:txBody>
      </p:sp>
      <p:sp>
        <p:nvSpPr>
          <p:cNvPr id="495" name="Shape 493"/>
          <p:cNvSpPr/>
          <p:nvPr/>
        </p:nvSpPr>
        <p:spPr>
          <a:xfrm>
            <a:off x="11055096" y="2386584"/>
            <a:ext cx="310896" cy="0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96" name="Shape 494"/>
          <p:cNvSpPr/>
          <p:nvPr/>
        </p:nvSpPr>
        <p:spPr>
          <a:xfrm>
            <a:off x="11055096" y="2386584"/>
            <a:ext cx="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97" name="Shape 495"/>
          <p:cNvSpPr/>
          <p:nvPr/>
        </p:nvSpPr>
        <p:spPr>
          <a:xfrm>
            <a:off x="11055096" y="2386584"/>
            <a:ext cx="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98" name="Shape 496"/>
          <p:cNvSpPr/>
          <p:nvPr/>
        </p:nvSpPr>
        <p:spPr>
          <a:xfrm>
            <a:off x="11365992" y="2386584"/>
            <a:ext cx="-38795" cy="-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499" name="Shape 497"/>
          <p:cNvSpPr/>
          <p:nvPr/>
        </p:nvSpPr>
        <p:spPr>
          <a:xfrm>
            <a:off x="11365992" y="2386584"/>
            <a:ext cx="-38795" cy="387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0" name="Shape 498"/>
          <p:cNvSpPr/>
          <p:nvPr/>
        </p:nvSpPr>
        <p:spPr>
          <a:xfrm>
            <a:off x="11132820" y="2251962"/>
            <a:ext cx="155448" cy="269244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1" name="Shape 499"/>
          <p:cNvSpPr/>
          <p:nvPr/>
        </p:nvSpPr>
        <p:spPr>
          <a:xfrm>
            <a:off x="11132820" y="2251962"/>
            <a:ext cx="-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2" name="Shape 500"/>
          <p:cNvSpPr/>
          <p:nvPr/>
        </p:nvSpPr>
        <p:spPr>
          <a:xfrm>
            <a:off x="11132820" y="2251962"/>
            <a:ext cx="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3" name="Shape 501"/>
          <p:cNvSpPr/>
          <p:nvPr/>
        </p:nvSpPr>
        <p:spPr>
          <a:xfrm>
            <a:off x="11288268" y="2521206"/>
            <a:ext cx="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4" name="Shape 502"/>
          <p:cNvSpPr/>
          <p:nvPr/>
        </p:nvSpPr>
        <p:spPr>
          <a:xfrm>
            <a:off x="11288268" y="2521206"/>
            <a:ext cx="-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5" name="Shape 503"/>
          <p:cNvSpPr/>
          <p:nvPr/>
        </p:nvSpPr>
        <p:spPr>
          <a:xfrm>
            <a:off x="11288268" y="2251962"/>
            <a:ext cx="-155448" cy="269244"/>
          </a:xfrm>
          <a:prstGeom prst="line">
            <a:avLst/>
          </a:prstGeom>
          <a:noFill/>
          <a:ln w="19050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6" name="Shape 504"/>
          <p:cNvSpPr/>
          <p:nvPr/>
        </p:nvSpPr>
        <p:spPr>
          <a:xfrm>
            <a:off x="11288268" y="2251962"/>
            <a:ext cx="-52995" cy="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7" name="Shape 505"/>
          <p:cNvSpPr/>
          <p:nvPr/>
        </p:nvSpPr>
        <p:spPr>
          <a:xfrm>
            <a:off x="11288268" y="2251962"/>
            <a:ext cx="14200" cy="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8" name="Shape 506"/>
          <p:cNvSpPr/>
          <p:nvPr/>
        </p:nvSpPr>
        <p:spPr>
          <a:xfrm>
            <a:off x="11132820" y="2521206"/>
            <a:ext cx="52995" cy="-14200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09" name="Shape 507"/>
          <p:cNvSpPr/>
          <p:nvPr/>
        </p:nvSpPr>
        <p:spPr>
          <a:xfrm>
            <a:off x="11132820" y="2521206"/>
            <a:ext cx="-14200" cy="-52995"/>
          </a:xfrm>
          <a:prstGeom prst="line">
            <a:avLst/>
          </a:prstGeom>
          <a:noFill/>
          <a:ln w="14288">
            <a:solidFill>
              <a:srgbClr val="9BD9FF"/>
            </a:solidFill>
            <a:prstDash val="solid"/>
            <a:headEnd type="none"/>
            <a:tailEnd type="none"/>
          </a:ln>
        </p:spPr>
      </p:sp>
      <p:sp>
        <p:nvSpPr>
          <p:cNvPr id="510" name="Shape 508"/>
          <p:cNvSpPr/>
          <p:nvPr/>
        </p:nvSpPr>
        <p:spPr>
          <a:xfrm>
            <a:off x="11183112" y="2359152"/>
            <a:ext cx="54864" cy="548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BD9FF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820656" y="2468880"/>
            <a:ext cx="1399032" cy="429768"/>
          </a:xfrm>
          <a:prstGeom prst="roundRect">
            <a:avLst>
              <a:gd name="adj" fmla="val 17021"/>
            </a:avLst>
          </a:prstGeom>
          <a:solidFill>
            <a:srgbClr val="D9E1EA"/>
          </a:solidFill>
          <a:ln w="28575">
            <a:solidFill>
              <a:srgbClr val="172A4A"/>
            </a:solidFill>
            <a:prstDash val="solid"/>
          </a:ln>
        </p:spPr>
      </p:sp>
      <p:sp>
        <p:nvSpPr>
          <p:cNvPr id="512" name="Text 510"/>
          <p:cNvSpPr/>
          <p:nvPr/>
        </p:nvSpPr>
        <p:spPr>
          <a:xfrm>
            <a:off x="9820656" y="247802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LN</a:t>
            </a:r>
            <a:endParaRPr lang="en-US" sz="1800" dirty="0"/>
          </a:p>
        </p:txBody>
      </p:sp>
      <p:sp>
        <p:nvSpPr>
          <p:cNvPr id="513" name="Shape 511"/>
          <p:cNvSpPr/>
          <p:nvPr/>
        </p:nvSpPr>
        <p:spPr>
          <a:xfrm>
            <a:off x="9820656" y="3044952"/>
            <a:ext cx="1399032" cy="420624"/>
          </a:xfrm>
          <a:prstGeom prst="roundRect">
            <a:avLst>
              <a:gd name="adj" fmla="val 17391"/>
            </a:avLst>
          </a:prstGeom>
          <a:solidFill>
            <a:srgbClr val="D9E1EA"/>
          </a:solidFill>
          <a:ln w="28575">
            <a:solidFill>
              <a:srgbClr val="172A4A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9820656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FNN</a:t>
            </a:r>
            <a:endParaRPr lang="en-US" sz="1800" dirty="0"/>
          </a:p>
        </p:txBody>
      </p:sp>
      <p:sp>
        <p:nvSpPr>
          <p:cNvPr id="515" name="Shape 513"/>
          <p:cNvSpPr/>
          <p:nvPr/>
        </p:nvSpPr>
        <p:spPr>
          <a:xfrm>
            <a:off x="9820656" y="3648456"/>
            <a:ext cx="1399032" cy="420624"/>
          </a:xfrm>
          <a:prstGeom prst="roundRect">
            <a:avLst>
              <a:gd name="adj" fmla="val 17391"/>
            </a:avLst>
          </a:prstGeom>
          <a:solidFill>
            <a:srgbClr val="D9E1EA"/>
          </a:solidFill>
          <a:ln w="28575">
            <a:solidFill>
              <a:srgbClr val="172A4A"/>
            </a:solidFill>
            <a:prstDash val="solid"/>
          </a:ln>
        </p:spPr>
      </p:sp>
      <p:sp>
        <p:nvSpPr>
          <p:cNvPr id="516" name="Text 514"/>
          <p:cNvSpPr/>
          <p:nvPr/>
        </p:nvSpPr>
        <p:spPr>
          <a:xfrm>
            <a:off x="9820656" y="3657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LN</a:t>
            </a:r>
            <a:endParaRPr lang="en-US" sz="1800" dirty="0"/>
          </a:p>
        </p:txBody>
      </p:sp>
      <p:sp>
        <p:nvSpPr>
          <p:cNvPr id="517" name="Shape 515"/>
          <p:cNvSpPr/>
          <p:nvPr/>
        </p:nvSpPr>
        <p:spPr>
          <a:xfrm>
            <a:off x="9820656" y="4233672"/>
            <a:ext cx="1399032" cy="429768"/>
          </a:xfrm>
          <a:prstGeom prst="roundRect">
            <a:avLst>
              <a:gd name="adj" fmla="val 17021"/>
            </a:avLst>
          </a:prstGeom>
          <a:solidFill>
            <a:srgbClr val="D9E1EA"/>
          </a:solidFill>
          <a:ln w="28575">
            <a:solidFill>
              <a:srgbClr val="172A4A"/>
            </a:solidFill>
            <a:prstDash val="solid"/>
          </a:ln>
        </p:spPr>
      </p:sp>
      <p:sp>
        <p:nvSpPr>
          <p:cNvPr id="518" name="Text 516"/>
          <p:cNvSpPr/>
          <p:nvPr/>
        </p:nvSpPr>
        <p:spPr>
          <a:xfrm>
            <a:off x="9820656" y="4242816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Attention</a:t>
            </a:r>
            <a:endParaRPr lang="en-US" sz="1656" dirty="0"/>
          </a:p>
        </p:txBody>
      </p:sp>
      <p:sp>
        <p:nvSpPr>
          <p:cNvPr id="519" name="Shape 517"/>
          <p:cNvSpPr/>
          <p:nvPr/>
        </p:nvSpPr>
        <p:spPr>
          <a:xfrm>
            <a:off x="10524744" y="4233672"/>
            <a:ext cx="0" cy="-164592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20" name="Shape 518"/>
          <p:cNvSpPr/>
          <p:nvPr/>
        </p:nvSpPr>
        <p:spPr>
          <a:xfrm>
            <a:off x="10524744" y="3648456"/>
            <a:ext cx="0" cy="-18288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21" name="Shape 519"/>
          <p:cNvSpPr/>
          <p:nvPr/>
        </p:nvSpPr>
        <p:spPr>
          <a:xfrm>
            <a:off x="10524744" y="3044952"/>
            <a:ext cx="0" cy="-146304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22" name="Shape 520"/>
          <p:cNvSpPr/>
          <p:nvPr/>
        </p:nvSpPr>
        <p:spPr>
          <a:xfrm>
            <a:off x="11594592" y="1655064"/>
            <a:ext cx="3986784" cy="3200400"/>
          </a:xfrm>
          <a:prstGeom prst="rect">
            <a:avLst/>
          </a:prstGeom>
          <a:solidFill>
            <a:srgbClr val="FFFDE0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11695176" y="1810512"/>
            <a:ext cx="1115568" cy="557784"/>
          </a:xfrm>
          <a:prstGeom prst="trapezoid">
            <a:avLst/>
          </a:prstGeom>
          <a:solidFill>
            <a:srgbClr val="F5BF5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11695176" y="1810512"/>
            <a:ext cx="11155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B₁</a:t>
            </a:r>
            <a:endParaRPr lang="en-US" sz="2088" dirty="0"/>
          </a:p>
        </p:txBody>
      </p:sp>
      <p:sp>
        <p:nvSpPr>
          <p:cNvPr id="525" name="Shape 523"/>
          <p:cNvSpPr/>
          <p:nvPr/>
        </p:nvSpPr>
        <p:spPr>
          <a:xfrm rot="13500000">
            <a:off x="12475159" y="1858061"/>
            <a:ext cx="255118" cy="345643"/>
          </a:xfrm>
          <a:prstGeom prst="teardrop">
            <a:avLst/>
          </a:prstGeom>
          <a:solidFill>
            <a:srgbClr val="FF4B25"/>
          </a:solidFill>
          <a:ln w="9525">
            <a:solidFill>
              <a:srgbClr val="FF4B25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 rot="13500000">
            <a:off x="12540996" y="2006194"/>
            <a:ext cx="106985" cy="189281"/>
          </a:xfrm>
          <a:prstGeom prst="teardrop">
            <a:avLst/>
          </a:prstGeom>
          <a:solidFill>
            <a:srgbClr val="FFE84F"/>
          </a:solidFill>
          <a:ln w="9525">
            <a:solidFill>
              <a:srgbClr val="FFE84F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12920472" y="1810512"/>
            <a:ext cx="1124712" cy="557784"/>
          </a:xfrm>
          <a:prstGeom prst="trapezoid">
            <a:avLst/>
          </a:prstGeom>
          <a:solidFill>
            <a:srgbClr val="D9897C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28" name="Text 526"/>
          <p:cNvSpPr/>
          <p:nvPr/>
        </p:nvSpPr>
        <p:spPr>
          <a:xfrm>
            <a:off x="12920472" y="1810512"/>
            <a:ext cx="1124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B₂</a:t>
            </a:r>
            <a:endParaRPr lang="en-US" sz="2088" dirty="0"/>
          </a:p>
        </p:txBody>
      </p:sp>
      <p:sp>
        <p:nvSpPr>
          <p:cNvPr id="529" name="Shape 527"/>
          <p:cNvSpPr/>
          <p:nvPr/>
        </p:nvSpPr>
        <p:spPr>
          <a:xfrm rot="13500000">
            <a:off x="13718743" y="1858061"/>
            <a:ext cx="255118" cy="345643"/>
          </a:xfrm>
          <a:prstGeom prst="teardrop">
            <a:avLst/>
          </a:prstGeom>
          <a:solidFill>
            <a:srgbClr val="FF4B25"/>
          </a:solidFill>
          <a:ln w="9525">
            <a:solidFill>
              <a:srgbClr val="FF4B25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 rot="13500000">
            <a:off x="13784580" y="2006194"/>
            <a:ext cx="106985" cy="189281"/>
          </a:xfrm>
          <a:prstGeom prst="teardrop">
            <a:avLst/>
          </a:prstGeom>
          <a:solidFill>
            <a:srgbClr val="FFE84F"/>
          </a:solidFill>
          <a:ln w="9525">
            <a:solidFill>
              <a:srgbClr val="FFE84F"/>
            </a:solidFill>
            <a:prstDash val="solid"/>
          </a:ln>
        </p:spPr>
      </p:sp>
      <p:sp>
        <p:nvSpPr>
          <p:cNvPr id="531" name="Text 529"/>
          <p:cNvSpPr/>
          <p:nvPr/>
        </p:nvSpPr>
        <p:spPr>
          <a:xfrm>
            <a:off x="14072616" y="18196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6" b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...</a:t>
            </a:r>
            <a:endParaRPr lang="en-US" sz="2016" dirty="0"/>
          </a:p>
        </p:txBody>
      </p:sp>
      <p:sp>
        <p:nvSpPr>
          <p:cNvPr id="532" name="Shape 530"/>
          <p:cNvSpPr/>
          <p:nvPr/>
        </p:nvSpPr>
        <p:spPr>
          <a:xfrm>
            <a:off x="14410944" y="1810512"/>
            <a:ext cx="1024128" cy="557784"/>
          </a:xfrm>
          <a:prstGeom prst="trapezoid">
            <a:avLst/>
          </a:prstGeom>
          <a:solidFill>
            <a:srgbClr val="7DAF91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33" name="Text 531"/>
          <p:cNvSpPr/>
          <p:nvPr/>
        </p:nvSpPr>
        <p:spPr>
          <a:xfrm>
            <a:off x="14410944" y="1810512"/>
            <a:ext cx="1024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Bₙ</a:t>
            </a:r>
            <a:endParaRPr lang="en-US" sz="2088" dirty="0"/>
          </a:p>
        </p:txBody>
      </p:sp>
      <p:sp>
        <p:nvSpPr>
          <p:cNvPr id="534" name="Shape 532"/>
          <p:cNvSpPr/>
          <p:nvPr/>
        </p:nvSpPr>
        <p:spPr>
          <a:xfrm rot="13500000">
            <a:off x="15108631" y="1858061"/>
            <a:ext cx="255118" cy="345643"/>
          </a:xfrm>
          <a:prstGeom prst="teardrop">
            <a:avLst/>
          </a:prstGeom>
          <a:solidFill>
            <a:srgbClr val="FF4B25"/>
          </a:solidFill>
          <a:ln w="9525">
            <a:solidFill>
              <a:srgbClr val="FF4B25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rot="13500000">
            <a:off x="15174468" y="2006194"/>
            <a:ext cx="106985" cy="189281"/>
          </a:xfrm>
          <a:prstGeom prst="teardrop">
            <a:avLst/>
          </a:prstGeom>
          <a:solidFill>
            <a:srgbClr val="FFE84F"/>
          </a:solidFill>
          <a:ln w="9525">
            <a:solidFill>
              <a:srgbClr val="FFE84F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1905488" y="3072384"/>
            <a:ext cx="932688" cy="246888"/>
          </a:xfrm>
          <a:prstGeom prst="rect">
            <a:avLst/>
          </a:prstGeom>
          <a:solidFill>
            <a:srgbClr val="E5E5E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1987784" y="2980944"/>
            <a:ext cx="932688" cy="246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2070080" y="2889504"/>
            <a:ext cx="932688" cy="246888"/>
          </a:xfrm>
          <a:prstGeom prst="rect">
            <a:avLst/>
          </a:prstGeom>
          <a:solidFill>
            <a:srgbClr val="E5E5E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2152376" y="2798064"/>
            <a:ext cx="932688" cy="246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2387925" y="3093598"/>
            <a:ext cx="154716" cy="82296"/>
          </a:xfrm>
          <a:prstGeom prst="ellipse">
            <a:avLst/>
          </a:prstGeom>
          <a:solidFill>
            <a:srgbClr val="D8C4A1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2466930" y="3067263"/>
            <a:ext cx="151425" cy="88880"/>
          </a:xfrm>
          <a:prstGeom prst="ellipse">
            <a:avLst/>
          </a:prstGeom>
          <a:solidFill>
            <a:srgbClr val="D8C4A1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2545934" y="3024469"/>
            <a:ext cx="92172" cy="151425"/>
          </a:xfrm>
          <a:prstGeom prst="ellipse">
            <a:avLst/>
          </a:prstGeom>
          <a:solidFill>
            <a:srgbClr val="D8C4A1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2506432" y="2935590"/>
            <a:ext cx="144841" cy="98755"/>
          </a:xfrm>
          <a:prstGeom prst="ellipse">
            <a:avLst/>
          </a:prstGeom>
          <a:solidFill>
            <a:srgbClr val="D8C4A1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2588069" y="2961266"/>
            <a:ext cx="14484" cy="14484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2634813" y="2994843"/>
            <a:ext cx="29627" cy="13167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546" name="Shape 544"/>
          <p:cNvSpPr/>
          <p:nvPr/>
        </p:nvSpPr>
        <p:spPr>
          <a:xfrm>
            <a:off x="13944600" y="2852928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3962888" y="2953512"/>
            <a:ext cx="1645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48" name="Shape 546"/>
          <p:cNvSpPr/>
          <p:nvPr/>
        </p:nvSpPr>
        <p:spPr>
          <a:xfrm>
            <a:off x="14045184" y="2871216"/>
            <a:ext cx="0" cy="16459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49" name="Text 547"/>
          <p:cNvSpPr/>
          <p:nvPr/>
        </p:nvSpPr>
        <p:spPr>
          <a:xfrm>
            <a:off x="13542264" y="3099816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2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Switch</a:t>
            </a:r>
            <a:endParaRPr lang="en-US" sz="1872" dirty="0"/>
          </a:p>
        </p:txBody>
      </p:sp>
      <p:sp>
        <p:nvSpPr>
          <p:cNvPr id="550" name="Shape 548"/>
          <p:cNvSpPr/>
          <p:nvPr/>
        </p:nvSpPr>
        <p:spPr>
          <a:xfrm>
            <a:off x="12600432" y="2953512"/>
            <a:ext cx="0" cy="-585216"/>
          </a:xfrm>
          <a:prstGeom prst="line">
            <a:avLst/>
          </a:prstGeom>
          <a:noFill/>
          <a:ln w="28575">
            <a:solidFill>
              <a:srgbClr val="AAB0B4"/>
            </a:solidFill>
            <a:prstDash val="solid"/>
            <a:headEnd type="none"/>
            <a:tailEnd type="triangle"/>
          </a:ln>
        </p:spPr>
      </p:sp>
      <p:sp>
        <p:nvSpPr>
          <p:cNvPr id="551" name="Shape 549"/>
          <p:cNvSpPr/>
          <p:nvPr/>
        </p:nvSpPr>
        <p:spPr>
          <a:xfrm>
            <a:off x="13560552" y="2953512"/>
            <a:ext cx="0" cy="-585216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52" name="Shape 550"/>
          <p:cNvSpPr/>
          <p:nvPr/>
        </p:nvSpPr>
        <p:spPr>
          <a:xfrm>
            <a:off x="14950440" y="2953512"/>
            <a:ext cx="0" cy="-585216"/>
          </a:xfrm>
          <a:prstGeom prst="line">
            <a:avLst/>
          </a:prstGeom>
          <a:noFill/>
          <a:ln w="28575">
            <a:solidFill>
              <a:srgbClr val="AAB0B4"/>
            </a:solidFill>
            <a:prstDash val="solid"/>
            <a:headEnd type="none"/>
            <a:tailEnd type="triangle"/>
          </a:ln>
        </p:spPr>
      </p:sp>
      <p:sp>
        <p:nvSpPr>
          <p:cNvPr id="553" name="Shape 551"/>
          <p:cNvSpPr/>
          <p:nvPr/>
        </p:nvSpPr>
        <p:spPr>
          <a:xfrm>
            <a:off x="12755880" y="2953512"/>
            <a:ext cx="118872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54" name="Shape 552"/>
          <p:cNvSpPr/>
          <p:nvPr/>
        </p:nvSpPr>
        <p:spPr>
          <a:xfrm>
            <a:off x="14145768" y="2953512"/>
            <a:ext cx="1435608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55" name="Shape 553"/>
          <p:cNvSpPr/>
          <p:nvPr/>
        </p:nvSpPr>
        <p:spPr>
          <a:xfrm>
            <a:off x="11695176" y="4014216"/>
            <a:ext cx="996696" cy="557784"/>
          </a:xfrm>
          <a:prstGeom prst="trapezoid">
            <a:avLst/>
          </a:prstGeom>
          <a:solidFill>
            <a:srgbClr val="4B73C5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11695176" y="4014216"/>
            <a:ext cx="996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</a:t>
            </a:r>
            <a:endParaRPr lang="en-US" sz="2088" dirty="0"/>
          </a:p>
        </p:txBody>
      </p:sp>
      <p:sp>
        <p:nvSpPr>
          <p:cNvPr id="557" name="Shape 555"/>
          <p:cNvSpPr/>
          <p:nvPr/>
        </p:nvSpPr>
        <p:spPr>
          <a:xfrm rot="13500000">
            <a:off x="12425050" y="4057010"/>
            <a:ext cx="243779" cy="330281"/>
          </a:xfrm>
          <a:prstGeom prst="teardrop">
            <a:avLst/>
          </a:prstGeom>
          <a:solidFill>
            <a:srgbClr val="FF4B25"/>
          </a:solidFill>
          <a:ln w="9525">
            <a:solidFill>
              <a:srgbClr val="FF4B25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 rot="13500000">
            <a:off x="12487961" y="4198559"/>
            <a:ext cx="102230" cy="180868"/>
          </a:xfrm>
          <a:prstGeom prst="teardrop">
            <a:avLst/>
          </a:prstGeom>
          <a:solidFill>
            <a:srgbClr val="FFE84F"/>
          </a:solidFill>
          <a:ln w="9525">
            <a:solidFill>
              <a:srgbClr val="FFE84F"/>
            </a:solidFill>
            <a:prstDash val="solid"/>
          </a:ln>
        </p:spPr>
      </p:sp>
      <p:sp>
        <p:nvSpPr>
          <p:cNvPr id="559" name="Text 557"/>
          <p:cNvSpPr/>
          <p:nvPr/>
        </p:nvSpPr>
        <p:spPr>
          <a:xfrm>
            <a:off x="12710160" y="371246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Query</a:t>
            </a:r>
            <a:endParaRPr lang="en-US" sz="1728" dirty="0"/>
          </a:p>
        </p:txBody>
      </p:sp>
      <p:sp>
        <p:nvSpPr>
          <p:cNvPr id="560" name="Shape 558"/>
          <p:cNvSpPr/>
          <p:nvPr/>
        </p:nvSpPr>
        <p:spPr>
          <a:xfrm>
            <a:off x="12701016" y="3639312"/>
            <a:ext cx="146304" cy="146304"/>
          </a:xfrm>
          <a:prstGeom prst="ellipse">
            <a:avLst/>
          </a:prstGeom>
          <a:solidFill>
            <a:srgbClr val="E85E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1" name="Text 559"/>
          <p:cNvSpPr/>
          <p:nvPr/>
        </p:nvSpPr>
        <p:spPr>
          <a:xfrm>
            <a:off x="12691872" y="36210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</a:t>
            </a:r>
            <a:endParaRPr lang="en-US" sz="648" dirty="0"/>
          </a:p>
        </p:txBody>
      </p:sp>
      <p:sp>
        <p:nvSpPr>
          <p:cNvPr id="562" name="Shape 560"/>
          <p:cNvSpPr/>
          <p:nvPr/>
        </p:nvSpPr>
        <p:spPr>
          <a:xfrm>
            <a:off x="12856464" y="3639312"/>
            <a:ext cx="146304" cy="146304"/>
          </a:xfrm>
          <a:prstGeom prst="ellipse">
            <a:avLst/>
          </a:prstGeom>
          <a:solidFill>
            <a:srgbClr val="67B8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3" name="Text 561"/>
          <p:cNvSpPr/>
          <p:nvPr/>
        </p:nvSpPr>
        <p:spPr>
          <a:xfrm>
            <a:off x="12847320" y="3611880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⚕</a:t>
            </a:r>
            <a:endParaRPr lang="en-US" sz="720" dirty="0"/>
          </a:p>
        </p:txBody>
      </p:sp>
      <p:sp>
        <p:nvSpPr>
          <p:cNvPr id="564" name="Shape 562"/>
          <p:cNvSpPr/>
          <p:nvPr/>
        </p:nvSpPr>
        <p:spPr>
          <a:xfrm>
            <a:off x="12691872" y="3840480"/>
            <a:ext cx="73152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65" name="Shape 563"/>
          <p:cNvSpPr/>
          <p:nvPr/>
        </p:nvSpPr>
        <p:spPr>
          <a:xfrm>
            <a:off x="13432536" y="3419856"/>
            <a:ext cx="173736" cy="173736"/>
          </a:xfrm>
          <a:prstGeom prst="rect">
            <a:avLst/>
          </a:prstGeom>
          <a:solidFill>
            <a:srgbClr val="5679C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3606272" y="3419856"/>
            <a:ext cx="173736" cy="173736"/>
          </a:xfrm>
          <a:prstGeom prst="rect">
            <a:avLst/>
          </a:prstGeom>
          <a:solidFill>
            <a:srgbClr val="AEC3E2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3780008" y="3419856"/>
            <a:ext cx="173736" cy="173736"/>
          </a:xfrm>
          <a:prstGeom prst="rect">
            <a:avLst/>
          </a:prstGeom>
          <a:solidFill>
            <a:srgbClr val="7695D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3953744" y="3419856"/>
            <a:ext cx="173736" cy="173736"/>
          </a:xfrm>
          <a:prstGeom prst="rect">
            <a:avLst/>
          </a:prstGeom>
          <a:solidFill>
            <a:srgbClr val="5679C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3432536" y="3593592"/>
            <a:ext cx="173736" cy="173736"/>
          </a:xfrm>
          <a:prstGeom prst="rect">
            <a:avLst/>
          </a:prstGeom>
          <a:solidFill>
            <a:srgbClr val="7695D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3606272" y="3593592"/>
            <a:ext cx="173736" cy="173736"/>
          </a:xfrm>
          <a:prstGeom prst="rect">
            <a:avLst/>
          </a:prstGeom>
          <a:solidFill>
            <a:srgbClr val="5679C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3780008" y="3593592"/>
            <a:ext cx="173736" cy="173736"/>
          </a:xfrm>
          <a:prstGeom prst="rect">
            <a:avLst/>
          </a:prstGeom>
          <a:solidFill>
            <a:srgbClr val="AEC3E2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3953744" y="3593592"/>
            <a:ext cx="173736" cy="173736"/>
          </a:xfrm>
          <a:prstGeom prst="rect">
            <a:avLst/>
          </a:prstGeom>
          <a:solidFill>
            <a:srgbClr val="7695D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3432536" y="3767328"/>
            <a:ext cx="173736" cy="173736"/>
          </a:xfrm>
          <a:prstGeom prst="rect">
            <a:avLst/>
          </a:prstGeom>
          <a:solidFill>
            <a:srgbClr val="AEC3E2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3606272" y="3767328"/>
            <a:ext cx="173736" cy="173736"/>
          </a:xfrm>
          <a:prstGeom prst="rect">
            <a:avLst/>
          </a:prstGeom>
          <a:solidFill>
            <a:srgbClr val="7695D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3780008" y="3767328"/>
            <a:ext cx="173736" cy="173736"/>
          </a:xfrm>
          <a:prstGeom prst="rect">
            <a:avLst/>
          </a:prstGeom>
          <a:solidFill>
            <a:srgbClr val="5679C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3953744" y="3767328"/>
            <a:ext cx="173736" cy="173736"/>
          </a:xfrm>
          <a:prstGeom prst="rect">
            <a:avLst/>
          </a:prstGeom>
          <a:solidFill>
            <a:srgbClr val="AEC3E2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3432536" y="3941064"/>
            <a:ext cx="173736" cy="173736"/>
          </a:xfrm>
          <a:prstGeom prst="rect">
            <a:avLst/>
          </a:prstGeom>
          <a:solidFill>
            <a:srgbClr val="5679C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3606272" y="3941064"/>
            <a:ext cx="173736" cy="173736"/>
          </a:xfrm>
          <a:prstGeom prst="rect">
            <a:avLst/>
          </a:prstGeom>
          <a:solidFill>
            <a:srgbClr val="AEC3E2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3780008" y="3941064"/>
            <a:ext cx="173736" cy="173736"/>
          </a:xfrm>
          <a:prstGeom prst="rect">
            <a:avLst/>
          </a:prstGeom>
          <a:solidFill>
            <a:srgbClr val="7695D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13953744" y="3941064"/>
            <a:ext cx="173736" cy="173736"/>
          </a:xfrm>
          <a:prstGeom prst="rect">
            <a:avLst/>
          </a:prstGeom>
          <a:solidFill>
            <a:srgbClr val="5679C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3432536" y="4114800"/>
            <a:ext cx="173736" cy="173736"/>
          </a:xfrm>
          <a:prstGeom prst="rect">
            <a:avLst/>
          </a:prstGeom>
          <a:solidFill>
            <a:srgbClr val="7695D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13606272" y="4114800"/>
            <a:ext cx="173736" cy="173736"/>
          </a:xfrm>
          <a:prstGeom prst="rect">
            <a:avLst/>
          </a:prstGeom>
          <a:solidFill>
            <a:srgbClr val="5679C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3780008" y="4114800"/>
            <a:ext cx="173736" cy="173736"/>
          </a:xfrm>
          <a:prstGeom prst="rect">
            <a:avLst/>
          </a:prstGeom>
          <a:solidFill>
            <a:srgbClr val="AEC3E2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3953744" y="4114800"/>
            <a:ext cx="173736" cy="173736"/>
          </a:xfrm>
          <a:prstGeom prst="rect">
            <a:avLst/>
          </a:prstGeom>
          <a:solidFill>
            <a:srgbClr val="7695D0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585" name="Text 583"/>
          <p:cNvSpPr/>
          <p:nvPr/>
        </p:nvSpPr>
        <p:spPr>
          <a:xfrm>
            <a:off x="13021056" y="4270248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Cross-correlation</a:t>
            </a:r>
            <a:endParaRPr lang="en-US" sz="1656" dirty="0"/>
          </a:p>
        </p:txBody>
      </p:sp>
      <p:sp>
        <p:nvSpPr>
          <p:cNvPr id="586" name="Text 584"/>
          <p:cNvSpPr/>
          <p:nvPr/>
        </p:nvSpPr>
        <p:spPr>
          <a:xfrm>
            <a:off x="13551408" y="4581144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Matrix</a:t>
            </a:r>
            <a:endParaRPr lang="en-US" sz="1656" dirty="0"/>
          </a:p>
        </p:txBody>
      </p:sp>
      <p:sp>
        <p:nvSpPr>
          <p:cNvPr id="587" name="Text 585"/>
          <p:cNvSpPr/>
          <p:nvPr/>
        </p:nvSpPr>
        <p:spPr>
          <a:xfrm>
            <a:off x="14447520" y="3483864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</a:t>
            </a:r>
            <a:endParaRPr lang="en-US" sz="1800" dirty="0"/>
          </a:p>
        </p:txBody>
      </p:sp>
      <p:sp>
        <p:nvSpPr>
          <p:cNvPr id="588" name="Shape 586"/>
          <p:cNvSpPr/>
          <p:nvPr/>
        </p:nvSpPr>
        <p:spPr>
          <a:xfrm>
            <a:off x="14923008" y="3822192"/>
            <a:ext cx="-566928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89" name="Shape 587"/>
          <p:cNvSpPr/>
          <p:nvPr/>
        </p:nvSpPr>
        <p:spPr>
          <a:xfrm>
            <a:off x="10524744" y="4864608"/>
            <a:ext cx="1728216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none"/>
          </a:ln>
        </p:spPr>
      </p:sp>
      <p:sp>
        <p:nvSpPr>
          <p:cNvPr id="590" name="Shape 588"/>
          <p:cNvSpPr/>
          <p:nvPr/>
        </p:nvSpPr>
        <p:spPr>
          <a:xfrm>
            <a:off x="12252960" y="4864608"/>
            <a:ext cx="0" cy="-850392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91" name="Shape 589"/>
          <p:cNvSpPr/>
          <p:nvPr/>
        </p:nvSpPr>
        <p:spPr>
          <a:xfrm>
            <a:off x="10744200" y="5084064"/>
            <a:ext cx="1728216" cy="411480"/>
          </a:xfrm>
          <a:prstGeom prst="rect">
            <a:avLst/>
          </a:prstGeom>
          <a:solidFill>
            <a:srgbClr val="F4E1D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10835640" y="4974336"/>
            <a:ext cx="1728216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10927080" y="4864608"/>
            <a:ext cx="1728216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11206155" y="5437388"/>
            <a:ext cx="309433" cy="164592"/>
          </a:xfrm>
          <a:prstGeom prst="ellipse">
            <a:avLst/>
          </a:prstGeom>
          <a:solidFill>
            <a:srgbClr val="A8BD7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1364163" y="5384719"/>
            <a:ext cx="302849" cy="177759"/>
          </a:xfrm>
          <a:prstGeom prst="ellipse">
            <a:avLst/>
          </a:prstGeom>
          <a:solidFill>
            <a:srgbClr val="A8BD7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1522172" y="5299131"/>
            <a:ext cx="184343" cy="302849"/>
          </a:xfrm>
          <a:prstGeom prst="ellipse">
            <a:avLst/>
          </a:prstGeom>
          <a:solidFill>
            <a:srgbClr val="A8BD7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1443167" y="5121372"/>
            <a:ext cx="289682" cy="197510"/>
          </a:xfrm>
          <a:prstGeom prst="ellipse">
            <a:avLst/>
          </a:prstGeom>
          <a:solidFill>
            <a:srgbClr val="A8BD74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1606443" y="5172724"/>
            <a:ext cx="28968" cy="28968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1699931" y="5239878"/>
            <a:ext cx="59253" cy="26335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600" name="Shape 598"/>
          <p:cNvSpPr/>
          <p:nvPr/>
        </p:nvSpPr>
        <p:spPr>
          <a:xfrm>
            <a:off x="10369296" y="5632704"/>
            <a:ext cx="1792224" cy="411480"/>
          </a:xfrm>
          <a:prstGeom prst="rect">
            <a:avLst/>
          </a:prstGeom>
          <a:solidFill>
            <a:srgbClr val="F2D6C4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10963656" y="5632704"/>
            <a:ext cx="0" cy="41148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02" name="Shape 600"/>
          <p:cNvSpPr/>
          <p:nvPr/>
        </p:nvSpPr>
        <p:spPr>
          <a:xfrm>
            <a:off x="11567160" y="5632704"/>
            <a:ext cx="0" cy="41148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03" name="Shape 601"/>
          <p:cNvSpPr/>
          <p:nvPr/>
        </p:nvSpPr>
        <p:spPr>
          <a:xfrm>
            <a:off x="14987016" y="3931920"/>
            <a:ext cx="1408176" cy="2103120"/>
          </a:xfrm>
          <a:prstGeom prst="roundRect">
            <a:avLst>
              <a:gd name="adj" fmla="val 5195"/>
            </a:avLst>
          </a:prstGeom>
          <a:solidFill>
            <a:srgbClr val="D9E1ED"/>
          </a:solidFill>
          <a:ln w="19050">
            <a:solidFill>
              <a:srgbClr val="172A4A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15160752" y="4014216"/>
            <a:ext cx="969264" cy="557784"/>
          </a:xfrm>
          <a:prstGeom prst="trapezoid">
            <a:avLst/>
          </a:prstGeom>
          <a:solidFill>
            <a:srgbClr val="4B73C5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605" name="Text 603"/>
          <p:cNvSpPr/>
          <p:nvPr/>
        </p:nvSpPr>
        <p:spPr>
          <a:xfrm>
            <a:off x="15160752" y="4014216"/>
            <a:ext cx="9692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88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A*</a:t>
            </a:r>
            <a:endParaRPr lang="en-US" sz="2088" dirty="0"/>
          </a:p>
        </p:txBody>
      </p:sp>
      <p:sp>
        <p:nvSpPr>
          <p:cNvPr id="606" name="Shape 604"/>
          <p:cNvSpPr/>
          <p:nvPr/>
        </p:nvSpPr>
        <p:spPr>
          <a:xfrm>
            <a:off x="15736824" y="4754880"/>
            <a:ext cx="0" cy="-192024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607" name="Shape 605"/>
          <p:cNvSpPr/>
          <p:nvPr/>
        </p:nvSpPr>
        <p:spPr>
          <a:xfrm>
            <a:off x="15105888" y="4965192"/>
            <a:ext cx="1133856" cy="384048"/>
          </a:xfrm>
          <a:prstGeom prst="rect">
            <a:avLst/>
          </a:prstGeom>
          <a:solidFill>
            <a:srgbClr val="F5E0D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15197328" y="4855464"/>
            <a:ext cx="1133856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5288768" y="4745736"/>
            <a:ext cx="1133856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5524317" y="5132710"/>
            <a:ext cx="154716" cy="82296"/>
          </a:xfrm>
          <a:prstGeom prst="ellipse">
            <a:avLst/>
          </a:prstGeom>
          <a:solidFill>
            <a:srgbClr val="B8C9A0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5603322" y="5106375"/>
            <a:ext cx="151425" cy="88880"/>
          </a:xfrm>
          <a:prstGeom prst="ellipse">
            <a:avLst/>
          </a:prstGeom>
          <a:solidFill>
            <a:srgbClr val="B8C9A0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15682326" y="5063581"/>
            <a:ext cx="92172" cy="151425"/>
          </a:xfrm>
          <a:prstGeom prst="ellipse">
            <a:avLst/>
          </a:prstGeom>
          <a:solidFill>
            <a:srgbClr val="B8C9A0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5642824" y="4974702"/>
            <a:ext cx="144841" cy="98755"/>
          </a:xfrm>
          <a:prstGeom prst="ellipse">
            <a:avLst/>
          </a:prstGeom>
          <a:solidFill>
            <a:srgbClr val="B8C9A0"/>
          </a:solidFill>
          <a:ln w="20955">
            <a:solidFill>
              <a:srgbClr val="172A4A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5724461" y="5000378"/>
            <a:ext cx="14484" cy="14484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5771205" y="5033955"/>
            <a:ext cx="29627" cy="13167"/>
          </a:xfrm>
          <a:prstGeom prst="line">
            <a:avLst/>
          </a:prstGeom>
          <a:noFill/>
          <a:ln w="14288">
            <a:solidFill>
              <a:srgbClr val="D33D3D"/>
            </a:solidFill>
            <a:prstDash val="solid"/>
            <a:headEnd type="none"/>
            <a:tailEnd type="none"/>
          </a:ln>
        </p:spPr>
      </p:sp>
      <p:sp>
        <p:nvSpPr>
          <p:cNvPr id="616" name="Text 614"/>
          <p:cNvSpPr/>
          <p:nvPr/>
        </p:nvSpPr>
        <p:spPr>
          <a:xfrm>
            <a:off x="15087600" y="54406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Cached key</a:t>
            </a:r>
            <a:endParaRPr lang="en-US" sz="1656" dirty="0"/>
          </a:p>
        </p:txBody>
      </p:sp>
      <p:sp>
        <p:nvSpPr>
          <p:cNvPr id="617" name="Text 615"/>
          <p:cNvSpPr/>
          <p:nvPr/>
        </p:nvSpPr>
        <p:spPr>
          <a:xfrm>
            <a:off x="15160752" y="5742432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dictionary</a:t>
            </a:r>
            <a:endParaRPr lang="en-US" sz="1656" dirty="0"/>
          </a:p>
        </p:txBody>
      </p:sp>
      <p:sp>
        <p:nvSpPr>
          <p:cNvPr id="618" name="Shape 616"/>
          <p:cNvSpPr/>
          <p:nvPr/>
        </p:nvSpPr>
        <p:spPr>
          <a:xfrm>
            <a:off x="15919704" y="2670048"/>
            <a:ext cx="438912" cy="539496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5992856" y="2752344"/>
            <a:ext cx="283464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6002000" y="2871216"/>
            <a:ext cx="256032" cy="246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6047720" y="2935224"/>
            <a:ext cx="1645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22" name="Shape 620"/>
          <p:cNvSpPr/>
          <p:nvPr/>
        </p:nvSpPr>
        <p:spPr>
          <a:xfrm>
            <a:off x="16047720" y="2999232"/>
            <a:ext cx="1645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23" name="Text 621"/>
          <p:cNvSpPr/>
          <p:nvPr/>
        </p:nvSpPr>
        <p:spPr>
          <a:xfrm>
            <a:off x="15590520" y="319125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624" name="Shape 622"/>
          <p:cNvSpPr/>
          <p:nvPr/>
        </p:nvSpPr>
        <p:spPr>
          <a:xfrm>
            <a:off x="15581376" y="2953512"/>
            <a:ext cx="338328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25" name="Shape 623"/>
          <p:cNvSpPr/>
          <p:nvPr/>
        </p:nvSpPr>
        <p:spPr>
          <a:xfrm>
            <a:off x="16130016" y="1545336"/>
            <a:ext cx="0" cy="1088136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626" name="Shape 624"/>
          <p:cNvSpPr/>
          <p:nvPr/>
        </p:nvSpPr>
        <p:spPr>
          <a:xfrm>
            <a:off x="15581376" y="2953512"/>
            <a:ext cx="0" cy="86868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none"/>
          </a:ln>
        </p:spPr>
      </p:sp>
      <p:sp>
        <p:nvSpPr>
          <p:cNvPr id="627" name="Shape 625"/>
          <p:cNvSpPr/>
          <p:nvPr/>
        </p:nvSpPr>
        <p:spPr>
          <a:xfrm>
            <a:off x="15581376" y="3822192"/>
            <a:ext cx="-658368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28" name="Text 626"/>
          <p:cNvSpPr/>
          <p:nvPr/>
        </p:nvSpPr>
        <p:spPr>
          <a:xfrm>
            <a:off x="10753344" y="624535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(c) Semantic Invariance Constraint</a:t>
            </a:r>
            <a:endParaRPr lang="en-US" sz="2016" dirty="0"/>
          </a:p>
        </p:txBody>
      </p:sp>
      <p:sp>
        <p:nvSpPr>
          <p:cNvPr id="629" name="Text 627"/>
          <p:cNvSpPr/>
          <p:nvPr/>
        </p:nvSpPr>
        <p:spPr>
          <a:xfrm>
            <a:off x="11073384" y="65928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6" i="1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&amp; Layperson-tailored Adaptation</a:t>
            </a:r>
            <a:endParaRPr lang="en-US" sz="201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Magical Medical Lay Language Generation via Semantic Invariance and Layperson-tailored Adap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" y="0"/>
            <a:ext cx="16760952" cy="6949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Medical Lay Language Generation</dc:title>
  <dc:subject>Editable diagram reconstruction</dc:subject>
  <dc:creator>OpenAI Codex</dc:creator>
  <cp:lastModifiedBy>OpenAI Codex</cp:lastModifiedBy>
  <cp:revision>1</cp:revision>
  <dcterms:created xsi:type="dcterms:W3CDTF">2026-09-07T14:30:58Z</dcterms:created>
  <dcterms:modified xsi:type="dcterms:W3CDTF">2026-09-07T14:30:58Z</dcterms:modified>
</cp:coreProperties>
</file>