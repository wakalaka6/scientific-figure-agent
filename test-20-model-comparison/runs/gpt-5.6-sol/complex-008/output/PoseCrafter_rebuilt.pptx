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notesMasterIdLst>
    <p:notesMasterId r:id="rId3"/>
  </p:notesMasterIdLst>
  <p:sldSz cx="12191695" cy="6390756"/>
  <p:notesSz cx="6390756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9.png"/><Relationship Id="rId24" Type="http://schemas.openxmlformats.org/officeDocument/2006/relationships/image" Target="../media/image-1-10.png"/><Relationship Id="rId25" Type="http://schemas.openxmlformats.org/officeDocument/2006/relationships/image" Target="../media/image-1-11.png"/><Relationship Id="rId26" Type="http://schemas.openxmlformats.org/officeDocument/2006/relationships/image" Target="../media/image-1-12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0747" y="71296"/>
            <a:ext cx="6021310" cy="3875935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90746" y="421297"/>
            <a:ext cx="6721312" cy="3175933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0746" y="71296"/>
            <a:ext cx="700002" cy="700002"/>
          </a:xfrm>
          <a:prstGeom prst="ellipse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12056" y="71296"/>
            <a:ext cx="700002" cy="700002"/>
          </a:xfrm>
          <a:prstGeom prst="ellipse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0746" y="3247230"/>
            <a:ext cx="700002" cy="700002"/>
          </a:xfrm>
          <a:prstGeom prst="ellipse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12056" y="3247230"/>
            <a:ext cx="700002" cy="700002"/>
          </a:xfrm>
          <a:prstGeom prst="ellipse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1503" y="58333"/>
            <a:ext cx="2605562" cy="3856491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76873" y="362964"/>
            <a:ext cx="3214822" cy="3247230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76873" y="58333"/>
            <a:ext cx="609261" cy="609261"/>
          </a:xfrm>
          <a:prstGeom prst="ellipse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82435" y="58333"/>
            <a:ext cx="609261" cy="609261"/>
          </a:xfrm>
          <a:prstGeom prst="ellipse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76873" y="3305563"/>
            <a:ext cx="609261" cy="609261"/>
          </a:xfrm>
          <a:prstGeom prst="ellipse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82435" y="3305563"/>
            <a:ext cx="609261" cy="609261"/>
          </a:xfrm>
          <a:prstGeom prst="ellipse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18528" y="103704"/>
            <a:ext cx="3078711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448" b="1" dirty="0">
                <a:solidFill>
                  <a:srgbClr val="7A59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Hybrid Video Generation</a:t>
            </a:r>
            <a:endParaRPr lang="en-US" sz="2448" dirty="0"/>
          </a:p>
        </p:txBody>
      </p:sp>
      <p:sp>
        <p:nvSpPr>
          <p:cNvPr id="15" name="Text 13"/>
          <p:cNvSpPr/>
          <p:nvPr/>
        </p:nvSpPr>
        <p:spPr>
          <a:xfrm>
            <a:off x="9281503" y="103704"/>
            <a:ext cx="2579636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376" b="1" dirty="0">
                <a:solidFill>
                  <a:srgbClr val="304F27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Feature Matching Selector</a:t>
            </a:r>
            <a:endParaRPr lang="en-US" sz="2376" dirty="0"/>
          </a:p>
        </p:txBody>
      </p:sp>
      <p:sp>
        <p:nvSpPr>
          <p:cNvPr id="16" name="Shape 14"/>
          <p:cNvSpPr/>
          <p:nvPr/>
        </p:nvSpPr>
        <p:spPr>
          <a:xfrm>
            <a:off x="2320376" y="505557"/>
            <a:ext cx="3947231" cy="326667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20376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20376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56487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6487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92599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92599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28710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28710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64822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64822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00933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00933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37044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37044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73156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73156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09267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09267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45379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45379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81490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81490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17602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17602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53713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53713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89824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89824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25936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25936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62047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62047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98159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98159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34270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34270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70382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70382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06493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06493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42604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42604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78716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178716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14827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14827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50939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50939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587050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587050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23162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723162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59273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859273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995384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95384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31496" y="50555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31496" y="3772231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320376" y="50555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267607" y="50555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320376" y="64166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267607" y="64166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320376" y="777780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267607" y="777780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320376" y="91389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67607" y="91389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320376" y="105000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267607" y="105000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320376" y="118611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267607" y="118611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320376" y="132222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267607" y="132222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320376" y="145833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267607" y="145833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320376" y="159444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267607" y="159444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320376" y="1730560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267607" y="1730560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320376" y="186667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267607" y="186667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320376" y="200278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267607" y="200278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320376" y="213889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267607" y="213889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320376" y="227500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267607" y="227500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320376" y="241111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267607" y="241111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320376" y="254722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267607" y="254722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320376" y="2683340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267607" y="2683340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320376" y="281945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267607" y="281945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320376" y="295556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267607" y="295556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320376" y="309167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267607" y="309167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320376" y="322778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267607" y="322778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320376" y="336389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267607" y="336389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320376" y="350000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267607" y="350000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320376" y="3636120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267607" y="3636120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287052" y="499075"/>
            <a:ext cx="2469450" cy="326019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287052" y="49907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287052" y="3759268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423163" y="49907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423163" y="3759268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559275" y="49907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559275" y="3759268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695386" y="49907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695386" y="3759268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831497" y="49907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831497" y="3759268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967609" y="49907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967609" y="3759268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103720" y="49907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103720" y="3759268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239832" y="49907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239832" y="3759268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375943" y="49907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375943" y="3759268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512055" y="49907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512055" y="3759268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648166" y="49907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648166" y="3759268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784277" y="49907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784277" y="3759268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920389" y="49907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920389" y="3759268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056500" y="49907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056500" y="3759268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192612" y="49907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192612" y="3759268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328723" y="49907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328723" y="3759268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464835" y="49907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464835" y="3759268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600946" y="49907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600946" y="3759268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737057" y="499075"/>
            <a:ext cx="19444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737057" y="3759268"/>
            <a:ext cx="19444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287052" y="49907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756502" y="49907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287052" y="63518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756502" y="63518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287052" y="77129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756502" y="77129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287052" y="907410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756502" y="907410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287052" y="104352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756502" y="104352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287052" y="117963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756502" y="117963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287052" y="131574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756502" y="131574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287052" y="145185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756502" y="145185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287052" y="158796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756502" y="158796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287052" y="172407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8756502" y="172407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287052" y="1860190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756502" y="1860190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287052" y="199630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756502" y="199630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287052" y="213241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756502" y="213241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287052" y="226852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8756502" y="226852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287052" y="240463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756502" y="240463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287052" y="254074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756502" y="254074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287052" y="267685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8756502" y="267685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287052" y="2812970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756502" y="2812970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287052" y="294908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756502" y="294908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287052" y="308519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756502" y="308519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287052" y="322130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756502" y="322130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287052" y="335741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756502" y="335741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6287052" y="349352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756502" y="349352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287052" y="362963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756502" y="362963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461136" y="486112"/>
            <a:ext cx="1432411" cy="197037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461136" y="486112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461136" y="245648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597247" y="486112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597247" y="245648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733358" y="486112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733358" y="245648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869470" y="486112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869470" y="245648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1005581" y="486112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1005581" y="245648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1141693" y="486112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1141693" y="245648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1277804" y="486112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1277804" y="245648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1413916" y="486112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1413916" y="245648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1550027" y="486112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1550027" y="245648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1686138" y="486112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686138" y="2456487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822250" y="486112"/>
            <a:ext cx="71296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822250" y="2456487"/>
            <a:ext cx="71296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461136" y="48611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1893546" y="48611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0461136" y="62222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1893546" y="62222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461136" y="75833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893546" y="75833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0461136" y="89444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1893546" y="89444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461136" y="103055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1893546" y="103055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0461136" y="116666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1893546" y="116666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0461136" y="130278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1893546" y="130278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0461136" y="143889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1893546" y="143889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0461136" y="157500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1893546" y="157500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0461136" y="171111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1893546" y="171111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0461136" y="184722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11893546" y="184722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10461136" y="198333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11893546" y="198333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10461136" y="211944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1893546" y="211944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0461136" y="225556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1893546" y="225556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0461136" y="2391672"/>
            <a:ext cx="0" cy="64815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1893546" y="2391672"/>
            <a:ext cx="0" cy="64815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369445" y="589816"/>
            <a:ext cx="1782412" cy="30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376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Input Image Pair</a:t>
            </a:r>
            <a:endParaRPr lang="en-US" sz="2376" dirty="0"/>
          </a:p>
        </p:txBody>
      </p:sp>
      <p:pic>
        <p:nvPicPr>
          <p:cNvPr id="264" name="Image 0" descr="/home/wangfeifei/projects/skillopt/SkillOpt/ppt-rebuild/complex20-skill-ab-20260907/runs/gpt-5.6-sol/complex-008/.tmp/input_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779" y="1004632"/>
            <a:ext cx="1672226" cy="1056484"/>
          </a:xfrm>
          <a:prstGeom prst="rect">
            <a:avLst/>
          </a:prstGeom>
        </p:spPr>
      </p:pic>
      <p:sp>
        <p:nvSpPr>
          <p:cNvPr id="265" name="Shape 262"/>
          <p:cNvSpPr/>
          <p:nvPr/>
        </p:nvSpPr>
        <p:spPr>
          <a:xfrm>
            <a:off x="408334" y="991669"/>
            <a:ext cx="1704634" cy="1075928"/>
          </a:xfrm>
          <a:prstGeom prst="rect">
            <a:avLst/>
          </a:prstGeom>
          <a:solidFill>
            <a:srgbClr val="FFFFFF">
              <a:alpha val="0"/>
            </a:srgbClr>
          </a:solidFill>
          <a:ln w="41910">
            <a:solidFill>
              <a:srgbClr val="0000FF"/>
            </a:solidFill>
            <a:prstDash val="solid"/>
          </a:ln>
        </p:spPr>
      </p:sp>
      <p:pic>
        <p:nvPicPr>
          <p:cNvPr id="266" name="Image 1" descr="/home/wangfeifei/projects/skillopt/SkillOpt/ppt-rebuild/complex20-skill-ab-20260907/runs/gpt-5.6-sol/complex-008/.tmp/input_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79" y="2100005"/>
            <a:ext cx="1672226" cy="1056484"/>
          </a:xfrm>
          <a:prstGeom prst="rect">
            <a:avLst/>
          </a:prstGeom>
        </p:spPr>
      </p:pic>
      <p:sp>
        <p:nvSpPr>
          <p:cNvPr id="267" name="Shape 263"/>
          <p:cNvSpPr/>
          <p:nvPr/>
        </p:nvSpPr>
        <p:spPr>
          <a:xfrm>
            <a:off x="408334" y="2087042"/>
            <a:ext cx="1704634" cy="1082410"/>
          </a:xfrm>
          <a:prstGeom prst="rect">
            <a:avLst/>
          </a:prstGeom>
          <a:solidFill>
            <a:srgbClr val="FFFFFF">
              <a:alpha val="0"/>
            </a:srgbClr>
          </a:solidFill>
          <a:ln w="41910">
            <a:solidFill>
              <a:srgbClr val="FFF200"/>
            </a:solidFill>
            <a:prstDash val="solid"/>
          </a:ln>
        </p:spPr>
      </p:sp>
      <p:sp>
        <p:nvSpPr>
          <p:cNvPr id="268" name="Text 264"/>
          <p:cNvSpPr/>
          <p:nvPr/>
        </p:nvSpPr>
        <p:spPr>
          <a:xfrm>
            <a:off x="2527784" y="816669"/>
            <a:ext cx="1341670" cy="5055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088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Robust Relay</a:t>
            </a:r>
            <a:endParaRPr lang="en-US" sz="2088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2088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Frame Generation</a:t>
            </a:r>
            <a:endParaRPr lang="en-US" sz="2088" dirty="0"/>
          </a:p>
        </p:txBody>
      </p:sp>
      <p:sp>
        <p:nvSpPr>
          <p:cNvPr id="269" name="Shape 265"/>
          <p:cNvSpPr/>
          <p:nvPr/>
        </p:nvSpPr>
        <p:spPr>
          <a:xfrm>
            <a:off x="2508339" y="1685189"/>
            <a:ext cx="1315744" cy="680557"/>
          </a:xfrm>
          <a:prstGeom prst="rect">
            <a:avLst/>
          </a:prstGeom>
          <a:solidFill>
            <a:srgbClr val="D8E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6"/>
          <p:cNvSpPr/>
          <p:nvPr/>
        </p:nvSpPr>
        <p:spPr>
          <a:xfrm>
            <a:off x="2398154" y="1795375"/>
            <a:ext cx="1536115" cy="460186"/>
          </a:xfrm>
          <a:prstGeom prst="rect">
            <a:avLst/>
          </a:prstGeom>
          <a:solidFill>
            <a:srgbClr val="D8E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7"/>
          <p:cNvSpPr/>
          <p:nvPr/>
        </p:nvSpPr>
        <p:spPr>
          <a:xfrm>
            <a:off x="2398154" y="1685189"/>
            <a:ext cx="220371" cy="220371"/>
          </a:xfrm>
          <a:prstGeom prst="ellipse">
            <a:avLst/>
          </a:prstGeom>
          <a:solidFill>
            <a:srgbClr val="D8E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68"/>
          <p:cNvSpPr/>
          <p:nvPr/>
        </p:nvSpPr>
        <p:spPr>
          <a:xfrm>
            <a:off x="3713898" y="1685189"/>
            <a:ext cx="220371" cy="220371"/>
          </a:xfrm>
          <a:prstGeom prst="ellipse">
            <a:avLst/>
          </a:prstGeom>
          <a:solidFill>
            <a:srgbClr val="D8E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69"/>
          <p:cNvSpPr/>
          <p:nvPr/>
        </p:nvSpPr>
        <p:spPr>
          <a:xfrm>
            <a:off x="2398154" y="2145375"/>
            <a:ext cx="220371" cy="220371"/>
          </a:xfrm>
          <a:prstGeom prst="ellipse">
            <a:avLst/>
          </a:prstGeom>
          <a:solidFill>
            <a:srgbClr val="D8E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0"/>
          <p:cNvSpPr/>
          <p:nvPr/>
        </p:nvSpPr>
        <p:spPr>
          <a:xfrm>
            <a:off x="3713898" y="2145375"/>
            <a:ext cx="220371" cy="220371"/>
          </a:xfrm>
          <a:prstGeom prst="ellipse">
            <a:avLst/>
          </a:prstGeom>
          <a:solidFill>
            <a:srgbClr val="D8E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Text 271"/>
          <p:cNvSpPr/>
          <p:nvPr/>
        </p:nvSpPr>
        <p:spPr>
          <a:xfrm>
            <a:off x="2424080" y="1808338"/>
            <a:ext cx="1425929" cy="42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728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DynamicCrafter</a:t>
            </a:r>
            <a:endParaRPr lang="en-US" sz="1728" dirty="0"/>
          </a:p>
        </p:txBody>
      </p:sp>
      <p:sp>
        <p:nvSpPr>
          <p:cNvPr id="276" name="Text 272"/>
          <p:cNvSpPr/>
          <p:nvPr/>
        </p:nvSpPr>
        <p:spPr>
          <a:xfrm>
            <a:off x="3726861" y="1711115"/>
            <a:ext cx="181482" cy="27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232" b="1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❄</a:t>
            </a:r>
            <a:endParaRPr lang="en-US" sz="2232" dirty="0"/>
          </a:p>
        </p:txBody>
      </p:sp>
      <p:sp>
        <p:nvSpPr>
          <p:cNvPr id="277" name="Shape 273"/>
          <p:cNvSpPr/>
          <p:nvPr/>
        </p:nvSpPr>
        <p:spPr>
          <a:xfrm>
            <a:off x="4167602" y="622224"/>
            <a:ext cx="667594" cy="421297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278" name="Image 2" descr="/home/wangfeifei/projects/skillopt/SkillOpt/ppt-rebuild/complex20-skill-ab-20260907/runs/gpt-5.6-sol/complex-008/.tmp/vc_st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528" y="673103"/>
            <a:ext cx="615742" cy="319538"/>
          </a:xfrm>
          <a:prstGeom prst="rect">
            <a:avLst/>
          </a:prstGeom>
        </p:spPr>
      </p:pic>
      <p:sp>
        <p:nvSpPr>
          <p:cNvPr id="279" name="Shape 274"/>
          <p:cNvSpPr/>
          <p:nvPr/>
        </p:nvSpPr>
        <p:spPr>
          <a:xfrm>
            <a:off x="4180565" y="628705"/>
            <a:ext cx="51042" cy="31435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5"/>
          <p:cNvSpPr/>
          <p:nvPr/>
        </p:nvSpPr>
        <p:spPr>
          <a:xfrm>
            <a:off x="4180565" y="1005604"/>
            <a:ext cx="51042" cy="31435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6"/>
          <p:cNvSpPr/>
          <p:nvPr/>
        </p:nvSpPr>
        <p:spPr>
          <a:xfrm>
            <a:off x="4264015" y="628705"/>
            <a:ext cx="51042" cy="31435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77"/>
          <p:cNvSpPr/>
          <p:nvPr/>
        </p:nvSpPr>
        <p:spPr>
          <a:xfrm>
            <a:off x="4264015" y="1005604"/>
            <a:ext cx="51042" cy="31435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78"/>
          <p:cNvSpPr/>
          <p:nvPr/>
        </p:nvSpPr>
        <p:spPr>
          <a:xfrm>
            <a:off x="4347464" y="628705"/>
            <a:ext cx="51042" cy="31435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79"/>
          <p:cNvSpPr/>
          <p:nvPr/>
        </p:nvSpPr>
        <p:spPr>
          <a:xfrm>
            <a:off x="4347464" y="1005604"/>
            <a:ext cx="51042" cy="31435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0"/>
          <p:cNvSpPr/>
          <p:nvPr/>
        </p:nvSpPr>
        <p:spPr>
          <a:xfrm>
            <a:off x="4430913" y="628705"/>
            <a:ext cx="51042" cy="31435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1"/>
          <p:cNvSpPr/>
          <p:nvPr/>
        </p:nvSpPr>
        <p:spPr>
          <a:xfrm>
            <a:off x="4430913" y="1005604"/>
            <a:ext cx="51042" cy="31435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2"/>
          <p:cNvSpPr/>
          <p:nvPr/>
        </p:nvSpPr>
        <p:spPr>
          <a:xfrm>
            <a:off x="4514362" y="628705"/>
            <a:ext cx="51042" cy="31435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3"/>
          <p:cNvSpPr/>
          <p:nvPr/>
        </p:nvSpPr>
        <p:spPr>
          <a:xfrm>
            <a:off x="4514362" y="1005604"/>
            <a:ext cx="51042" cy="31435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4"/>
          <p:cNvSpPr/>
          <p:nvPr/>
        </p:nvSpPr>
        <p:spPr>
          <a:xfrm>
            <a:off x="4597812" y="628705"/>
            <a:ext cx="51042" cy="31435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5"/>
          <p:cNvSpPr/>
          <p:nvPr/>
        </p:nvSpPr>
        <p:spPr>
          <a:xfrm>
            <a:off x="4597812" y="1005604"/>
            <a:ext cx="51042" cy="31435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6"/>
          <p:cNvSpPr/>
          <p:nvPr/>
        </p:nvSpPr>
        <p:spPr>
          <a:xfrm>
            <a:off x="4681261" y="628705"/>
            <a:ext cx="51042" cy="31435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87"/>
          <p:cNvSpPr/>
          <p:nvPr/>
        </p:nvSpPr>
        <p:spPr>
          <a:xfrm>
            <a:off x="4681261" y="1005604"/>
            <a:ext cx="51042" cy="31435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88"/>
          <p:cNvSpPr/>
          <p:nvPr/>
        </p:nvSpPr>
        <p:spPr>
          <a:xfrm>
            <a:off x="4764710" y="628705"/>
            <a:ext cx="51042" cy="31435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89"/>
          <p:cNvSpPr/>
          <p:nvPr/>
        </p:nvSpPr>
        <p:spPr>
          <a:xfrm>
            <a:off x="4764710" y="1005604"/>
            <a:ext cx="51042" cy="31435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0"/>
          <p:cNvSpPr/>
          <p:nvPr/>
        </p:nvSpPr>
        <p:spPr>
          <a:xfrm>
            <a:off x="4187047" y="666622"/>
            <a:ext cx="628705" cy="332501"/>
          </a:xfrm>
          <a:prstGeom prst="rect">
            <a:avLst/>
          </a:prstGeom>
          <a:solidFill>
            <a:srgbClr val="FFFFFF">
              <a:alpha val="0"/>
            </a:srgbClr>
          </a:solidFill>
          <a:ln w="27940">
            <a:solidFill>
              <a:srgbClr val="0000FF"/>
            </a:solidFill>
            <a:prstDash val="solid"/>
          </a:ln>
        </p:spPr>
      </p:sp>
      <p:sp>
        <p:nvSpPr>
          <p:cNvPr id="296" name="Shape 291"/>
          <p:cNvSpPr/>
          <p:nvPr/>
        </p:nvSpPr>
        <p:spPr>
          <a:xfrm>
            <a:off x="4167602" y="1050002"/>
            <a:ext cx="667594" cy="453705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297" name="Image 3" descr="/home/wangfeifei/projects/skillopt/SkillOpt/ppt-rebuild/complex20-skill-ab-20260907/runs/gpt-5.6-sol/complex-008/.tmp/vc_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528" y="1103799"/>
            <a:ext cx="615742" cy="346112"/>
          </a:xfrm>
          <a:prstGeom prst="rect">
            <a:avLst/>
          </a:prstGeom>
        </p:spPr>
      </p:pic>
      <p:sp>
        <p:nvSpPr>
          <p:cNvPr id="298" name="Shape 292"/>
          <p:cNvSpPr/>
          <p:nvPr/>
        </p:nvSpPr>
        <p:spPr>
          <a:xfrm>
            <a:off x="4180565" y="105648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3"/>
          <p:cNvSpPr/>
          <p:nvPr/>
        </p:nvSpPr>
        <p:spPr>
          <a:xfrm>
            <a:off x="4180565" y="146287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4"/>
          <p:cNvSpPr/>
          <p:nvPr/>
        </p:nvSpPr>
        <p:spPr>
          <a:xfrm>
            <a:off x="4264015" y="105648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5"/>
          <p:cNvSpPr/>
          <p:nvPr/>
        </p:nvSpPr>
        <p:spPr>
          <a:xfrm>
            <a:off x="4264015" y="146287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296"/>
          <p:cNvSpPr/>
          <p:nvPr/>
        </p:nvSpPr>
        <p:spPr>
          <a:xfrm>
            <a:off x="4347464" y="105648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297"/>
          <p:cNvSpPr/>
          <p:nvPr/>
        </p:nvSpPr>
        <p:spPr>
          <a:xfrm>
            <a:off x="4347464" y="146287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298"/>
          <p:cNvSpPr/>
          <p:nvPr/>
        </p:nvSpPr>
        <p:spPr>
          <a:xfrm>
            <a:off x="4430913" y="105648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299"/>
          <p:cNvSpPr/>
          <p:nvPr/>
        </p:nvSpPr>
        <p:spPr>
          <a:xfrm>
            <a:off x="4430913" y="146287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0"/>
          <p:cNvSpPr/>
          <p:nvPr/>
        </p:nvSpPr>
        <p:spPr>
          <a:xfrm>
            <a:off x="4514362" y="105648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1"/>
          <p:cNvSpPr/>
          <p:nvPr/>
        </p:nvSpPr>
        <p:spPr>
          <a:xfrm>
            <a:off x="4514362" y="146287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2"/>
          <p:cNvSpPr/>
          <p:nvPr/>
        </p:nvSpPr>
        <p:spPr>
          <a:xfrm>
            <a:off x="4597812" y="105648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3"/>
          <p:cNvSpPr/>
          <p:nvPr/>
        </p:nvSpPr>
        <p:spPr>
          <a:xfrm>
            <a:off x="4597812" y="146287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4"/>
          <p:cNvSpPr/>
          <p:nvPr/>
        </p:nvSpPr>
        <p:spPr>
          <a:xfrm>
            <a:off x="4681261" y="105648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5"/>
          <p:cNvSpPr/>
          <p:nvPr/>
        </p:nvSpPr>
        <p:spPr>
          <a:xfrm>
            <a:off x="4681261" y="146287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06"/>
          <p:cNvSpPr/>
          <p:nvPr/>
        </p:nvSpPr>
        <p:spPr>
          <a:xfrm>
            <a:off x="4764710" y="105648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07"/>
          <p:cNvSpPr/>
          <p:nvPr/>
        </p:nvSpPr>
        <p:spPr>
          <a:xfrm>
            <a:off x="4764710" y="146287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08"/>
          <p:cNvSpPr/>
          <p:nvPr/>
        </p:nvSpPr>
        <p:spPr>
          <a:xfrm>
            <a:off x="4167602" y="1503707"/>
            <a:ext cx="667594" cy="453705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315" name="Image 4" descr="/home/wangfeifei/projects/skillopt/SkillOpt/ppt-rebuild/complex20-skill-ab-20260907/runs/gpt-5.6-sol/complex-008/.tmp/vc_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528" y="1557504"/>
            <a:ext cx="615742" cy="346112"/>
          </a:xfrm>
          <a:prstGeom prst="rect">
            <a:avLst/>
          </a:prstGeom>
        </p:spPr>
      </p:pic>
      <p:sp>
        <p:nvSpPr>
          <p:cNvPr id="316" name="Shape 309"/>
          <p:cNvSpPr/>
          <p:nvPr/>
        </p:nvSpPr>
        <p:spPr>
          <a:xfrm>
            <a:off x="4180565" y="151018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0"/>
          <p:cNvSpPr/>
          <p:nvPr/>
        </p:nvSpPr>
        <p:spPr>
          <a:xfrm>
            <a:off x="4180565" y="191657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1"/>
          <p:cNvSpPr/>
          <p:nvPr/>
        </p:nvSpPr>
        <p:spPr>
          <a:xfrm>
            <a:off x="4264015" y="151018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2"/>
          <p:cNvSpPr/>
          <p:nvPr/>
        </p:nvSpPr>
        <p:spPr>
          <a:xfrm>
            <a:off x="4264015" y="191657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3"/>
          <p:cNvSpPr/>
          <p:nvPr/>
        </p:nvSpPr>
        <p:spPr>
          <a:xfrm>
            <a:off x="4347464" y="151018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4"/>
          <p:cNvSpPr/>
          <p:nvPr/>
        </p:nvSpPr>
        <p:spPr>
          <a:xfrm>
            <a:off x="4347464" y="191657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15"/>
          <p:cNvSpPr/>
          <p:nvPr/>
        </p:nvSpPr>
        <p:spPr>
          <a:xfrm>
            <a:off x="4430913" y="151018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16"/>
          <p:cNvSpPr/>
          <p:nvPr/>
        </p:nvSpPr>
        <p:spPr>
          <a:xfrm>
            <a:off x="4430913" y="191657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17"/>
          <p:cNvSpPr/>
          <p:nvPr/>
        </p:nvSpPr>
        <p:spPr>
          <a:xfrm>
            <a:off x="4514362" y="151018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18"/>
          <p:cNvSpPr/>
          <p:nvPr/>
        </p:nvSpPr>
        <p:spPr>
          <a:xfrm>
            <a:off x="4514362" y="191657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19"/>
          <p:cNvSpPr/>
          <p:nvPr/>
        </p:nvSpPr>
        <p:spPr>
          <a:xfrm>
            <a:off x="4597812" y="151018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0"/>
          <p:cNvSpPr/>
          <p:nvPr/>
        </p:nvSpPr>
        <p:spPr>
          <a:xfrm>
            <a:off x="4597812" y="191657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1"/>
          <p:cNvSpPr/>
          <p:nvPr/>
        </p:nvSpPr>
        <p:spPr>
          <a:xfrm>
            <a:off x="4681261" y="151018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2"/>
          <p:cNvSpPr/>
          <p:nvPr/>
        </p:nvSpPr>
        <p:spPr>
          <a:xfrm>
            <a:off x="4681261" y="191657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3"/>
          <p:cNvSpPr/>
          <p:nvPr/>
        </p:nvSpPr>
        <p:spPr>
          <a:xfrm>
            <a:off x="4764710" y="151018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4"/>
          <p:cNvSpPr/>
          <p:nvPr/>
        </p:nvSpPr>
        <p:spPr>
          <a:xfrm>
            <a:off x="4764710" y="191657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25"/>
          <p:cNvSpPr/>
          <p:nvPr/>
        </p:nvSpPr>
        <p:spPr>
          <a:xfrm>
            <a:off x="4167602" y="1957412"/>
            <a:ext cx="667594" cy="557409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333" name="Image 5" descr="/home/wangfeifei/projects/skillopt/SkillOpt/ppt-rebuild/complex20-skill-ab-20260907/runs/gpt-5.6-sol/complex-008/.tmp/vc_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3528" y="2015745"/>
            <a:ext cx="615742" cy="440742"/>
          </a:xfrm>
          <a:prstGeom prst="rect">
            <a:avLst/>
          </a:prstGeom>
        </p:spPr>
      </p:pic>
      <p:sp>
        <p:nvSpPr>
          <p:cNvPr id="334" name="Shape 326"/>
          <p:cNvSpPr/>
          <p:nvPr/>
        </p:nvSpPr>
        <p:spPr>
          <a:xfrm>
            <a:off x="4180565" y="1963893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27"/>
          <p:cNvSpPr/>
          <p:nvPr/>
        </p:nvSpPr>
        <p:spPr>
          <a:xfrm>
            <a:off x="4180565" y="2469450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28"/>
          <p:cNvSpPr/>
          <p:nvPr/>
        </p:nvSpPr>
        <p:spPr>
          <a:xfrm>
            <a:off x="4264015" y="1963893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29"/>
          <p:cNvSpPr/>
          <p:nvPr/>
        </p:nvSpPr>
        <p:spPr>
          <a:xfrm>
            <a:off x="4264015" y="2469450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0"/>
          <p:cNvSpPr/>
          <p:nvPr/>
        </p:nvSpPr>
        <p:spPr>
          <a:xfrm>
            <a:off x="4347464" y="1963893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1"/>
          <p:cNvSpPr/>
          <p:nvPr/>
        </p:nvSpPr>
        <p:spPr>
          <a:xfrm>
            <a:off x="4347464" y="2469450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2"/>
          <p:cNvSpPr/>
          <p:nvPr/>
        </p:nvSpPr>
        <p:spPr>
          <a:xfrm>
            <a:off x="4430913" y="1963893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3"/>
          <p:cNvSpPr/>
          <p:nvPr/>
        </p:nvSpPr>
        <p:spPr>
          <a:xfrm>
            <a:off x="4430913" y="2469450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34"/>
          <p:cNvSpPr/>
          <p:nvPr/>
        </p:nvSpPr>
        <p:spPr>
          <a:xfrm>
            <a:off x="4514362" y="1963893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35"/>
          <p:cNvSpPr/>
          <p:nvPr/>
        </p:nvSpPr>
        <p:spPr>
          <a:xfrm>
            <a:off x="4514362" y="2469450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36"/>
          <p:cNvSpPr/>
          <p:nvPr/>
        </p:nvSpPr>
        <p:spPr>
          <a:xfrm>
            <a:off x="4597812" y="1963893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37"/>
          <p:cNvSpPr/>
          <p:nvPr/>
        </p:nvSpPr>
        <p:spPr>
          <a:xfrm>
            <a:off x="4597812" y="2469450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38"/>
          <p:cNvSpPr/>
          <p:nvPr/>
        </p:nvSpPr>
        <p:spPr>
          <a:xfrm>
            <a:off x="4681261" y="1963893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39"/>
          <p:cNvSpPr/>
          <p:nvPr/>
        </p:nvSpPr>
        <p:spPr>
          <a:xfrm>
            <a:off x="4681261" y="2469450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0"/>
          <p:cNvSpPr/>
          <p:nvPr/>
        </p:nvSpPr>
        <p:spPr>
          <a:xfrm>
            <a:off x="4764710" y="1963893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1"/>
          <p:cNvSpPr/>
          <p:nvPr/>
        </p:nvSpPr>
        <p:spPr>
          <a:xfrm>
            <a:off x="4764710" y="2469450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Text 342"/>
          <p:cNvSpPr/>
          <p:nvPr/>
        </p:nvSpPr>
        <p:spPr>
          <a:xfrm>
            <a:off x="4349084" y="2417598"/>
            <a:ext cx="304630" cy="2268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16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…</a:t>
            </a:r>
            <a:endParaRPr lang="en-US" sz="2160" dirty="0"/>
          </a:p>
        </p:txBody>
      </p:sp>
      <p:sp>
        <p:nvSpPr>
          <p:cNvPr id="351" name="Shape 343"/>
          <p:cNvSpPr/>
          <p:nvPr/>
        </p:nvSpPr>
        <p:spPr>
          <a:xfrm>
            <a:off x="4167602" y="2508339"/>
            <a:ext cx="667594" cy="486112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352" name="Image 6" descr="/home/wangfeifei/projects/skillopt/SkillOpt/ppt-rebuild/complex20-skill-ab-20260907/runs/gpt-5.6-sol/complex-008/.tmp/vc_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528" y="2565052"/>
            <a:ext cx="615742" cy="372686"/>
          </a:xfrm>
          <a:prstGeom prst="rect">
            <a:avLst/>
          </a:prstGeom>
        </p:spPr>
      </p:pic>
      <p:sp>
        <p:nvSpPr>
          <p:cNvPr id="353" name="Shape 344"/>
          <p:cNvSpPr/>
          <p:nvPr/>
        </p:nvSpPr>
        <p:spPr>
          <a:xfrm>
            <a:off x="4180565" y="251482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45"/>
          <p:cNvSpPr/>
          <p:nvPr/>
        </p:nvSpPr>
        <p:spPr>
          <a:xfrm>
            <a:off x="4180565" y="295070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46"/>
          <p:cNvSpPr/>
          <p:nvPr/>
        </p:nvSpPr>
        <p:spPr>
          <a:xfrm>
            <a:off x="4264015" y="251482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47"/>
          <p:cNvSpPr/>
          <p:nvPr/>
        </p:nvSpPr>
        <p:spPr>
          <a:xfrm>
            <a:off x="4264015" y="295070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48"/>
          <p:cNvSpPr/>
          <p:nvPr/>
        </p:nvSpPr>
        <p:spPr>
          <a:xfrm>
            <a:off x="4347464" y="251482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49"/>
          <p:cNvSpPr/>
          <p:nvPr/>
        </p:nvSpPr>
        <p:spPr>
          <a:xfrm>
            <a:off x="4347464" y="295070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0"/>
          <p:cNvSpPr/>
          <p:nvPr/>
        </p:nvSpPr>
        <p:spPr>
          <a:xfrm>
            <a:off x="4430913" y="251482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1"/>
          <p:cNvSpPr/>
          <p:nvPr/>
        </p:nvSpPr>
        <p:spPr>
          <a:xfrm>
            <a:off x="4430913" y="295070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2"/>
          <p:cNvSpPr/>
          <p:nvPr/>
        </p:nvSpPr>
        <p:spPr>
          <a:xfrm>
            <a:off x="4514362" y="251482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53"/>
          <p:cNvSpPr/>
          <p:nvPr/>
        </p:nvSpPr>
        <p:spPr>
          <a:xfrm>
            <a:off x="4514362" y="295070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54"/>
          <p:cNvSpPr/>
          <p:nvPr/>
        </p:nvSpPr>
        <p:spPr>
          <a:xfrm>
            <a:off x="4597812" y="251482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55"/>
          <p:cNvSpPr/>
          <p:nvPr/>
        </p:nvSpPr>
        <p:spPr>
          <a:xfrm>
            <a:off x="4597812" y="295070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56"/>
          <p:cNvSpPr/>
          <p:nvPr/>
        </p:nvSpPr>
        <p:spPr>
          <a:xfrm>
            <a:off x="4681261" y="251482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57"/>
          <p:cNvSpPr/>
          <p:nvPr/>
        </p:nvSpPr>
        <p:spPr>
          <a:xfrm>
            <a:off x="4681261" y="295070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58"/>
          <p:cNvSpPr/>
          <p:nvPr/>
        </p:nvSpPr>
        <p:spPr>
          <a:xfrm>
            <a:off x="4764710" y="251482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59"/>
          <p:cNvSpPr/>
          <p:nvPr/>
        </p:nvSpPr>
        <p:spPr>
          <a:xfrm>
            <a:off x="4764710" y="295070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0"/>
          <p:cNvSpPr/>
          <p:nvPr/>
        </p:nvSpPr>
        <p:spPr>
          <a:xfrm>
            <a:off x="4167602" y="2994451"/>
            <a:ext cx="667594" cy="447223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370" name="Image 7" descr="/home/wangfeifei/projects/skillopt/SkillOpt/ppt-rebuild/complex20-skill-ab-20260907/runs/gpt-5.6-sol/complex-008/.tmp/vc_en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3528" y="3047665"/>
            <a:ext cx="615742" cy="340797"/>
          </a:xfrm>
          <a:prstGeom prst="rect">
            <a:avLst/>
          </a:prstGeom>
        </p:spPr>
      </p:pic>
      <p:sp>
        <p:nvSpPr>
          <p:cNvPr id="371" name="Shape 361"/>
          <p:cNvSpPr/>
          <p:nvPr/>
        </p:nvSpPr>
        <p:spPr>
          <a:xfrm>
            <a:off x="4180565" y="3000933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62"/>
          <p:cNvSpPr/>
          <p:nvPr/>
        </p:nvSpPr>
        <p:spPr>
          <a:xfrm>
            <a:off x="4180565" y="3401425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63"/>
          <p:cNvSpPr/>
          <p:nvPr/>
        </p:nvSpPr>
        <p:spPr>
          <a:xfrm>
            <a:off x="4264015" y="3000933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64"/>
          <p:cNvSpPr/>
          <p:nvPr/>
        </p:nvSpPr>
        <p:spPr>
          <a:xfrm>
            <a:off x="4264015" y="3401425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65"/>
          <p:cNvSpPr/>
          <p:nvPr/>
        </p:nvSpPr>
        <p:spPr>
          <a:xfrm>
            <a:off x="4347464" y="3000933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66"/>
          <p:cNvSpPr/>
          <p:nvPr/>
        </p:nvSpPr>
        <p:spPr>
          <a:xfrm>
            <a:off x="4347464" y="3401425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67"/>
          <p:cNvSpPr/>
          <p:nvPr/>
        </p:nvSpPr>
        <p:spPr>
          <a:xfrm>
            <a:off x="4430913" y="3000933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68"/>
          <p:cNvSpPr/>
          <p:nvPr/>
        </p:nvSpPr>
        <p:spPr>
          <a:xfrm>
            <a:off x="4430913" y="3401425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69"/>
          <p:cNvSpPr/>
          <p:nvPr/>
        </p:nvSpPr>
        <p:spPr>
          <a:xfrm>
            <a:off x="4514362" y="3000933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0" name="Shape 370"/>
          <p:cNvSpPr/>
          <p:nvPr/>
        </p:nvSpPr>
        <p:spPr>
          <a:xfrm>
            <a:off x="4514362" y="3401425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1" name="Shape 371"/>
          <p:cNvSpPr/>
          <p:nvPr/>
        </p:nvSpPr>
        <p:spPr>
          <a:xfrm>
            <a:off x="4597812" y="3000933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2" name="Shape 372"/>
          <p:cNvSpPr/>
          <p:nvPr/>
        </p:nvSpPr>
        <p:spPr>
          <a:xfrm>
            <a:off x="4597812" y="3401425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3" name="Shape 373"/>
          <p:cNvSpPr/>
          <p:nvPr/>
        </p:nvSpPr>
        <p:spPr>
          <a:xfrm>
            <a:off x="4681261" y="3000933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4" name="Shape 374"/>
          <p:cNvSpPr/>
          <p:nvPr/>
        </p:nvSpPr>
        <p:spPr>
          <a:xfrm>
            <a:off x="4681261" y="3401425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5" name="Shape 375"/>
          <p:cNvSpPr/>
          <p:nvPr/>
        </p:nvSpPr>
        <p:spPr>
          <a:xfrm>
            <a:off x="4764710" y="3000933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6" name="Shape 376"/>
          <p:cNvSpPr/>
          <p:nvPr/>
        </p:nvSpPr>
        <p:spPr>
          <a:xfrm>
            <a:off x="4764710" y="3401425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7" name="Shape 377"/>
          <p:cNvSpPr/>
          <p:nvPr/>
        </p:nvSpPr>
        <p:spPr>
          <a:xfrm>
            <a:off x="4187047" y="3041183"/>
            <a:ext cx="628705" cy="353760"/>
          </a:xfrm>
          <a:prstGeom prst="rect">
            <a:avLst/>
          </a:prstGeom>
          <a:solidFill>
            <a:srgbClr val="FFFFFF">
              <a:alpha val="0"/>
            </a:srgbClr>
          </a:solidFill>
          <a:ln w="27940">
            <a:solidFill>
              <a:srgbClr val="FFF200"/>
            </a:solidFill>
            <a:prstDash val="solid"/>
          </a:ln>
        </p:spPr>
      </p:sp>
      <p:sp>
        <p:nvSpPr>
          <p:cNvPr id="388" name="Shape 378"/>
          <p:cNvSpPr/>
          <p:nvPr/>
        </p:nvSpPr>
        <p:spPr>
          <a:xfrm>
            <a:off x="5159271" y="622224"/>
            <a:ext cx="842595" cy="719446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389" name="Image 8" descr="/home/wangfeifei/projects/skillopt/SkillOpt/ppt-rebuild/complex20-skill-ab-20260907/runs/gpt-5.6-sol/complex-008/.tmp/relay_star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5197" y="680557"/>
            <a:ext cx="790743" cy="602779"/>
          </a:xfrm>
          <a:prstGeom prst="rect">
            <a:avLst/>
          </a:prstGeom>
        </p:spPr>
      </p:pic>
      <p:sp>
        <p:nvSpPr>
          <p:cNvPr id="390" name="Shape 379"/>
          <p:cNvSpPr/>
          <p:nvPr/>
        </p:nvSpPr>
        <p:spPr>
          <a:xfrm>
            <a:off x="5172234" y="628705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1" name="Shape 380"/>
          <p:cNvSpPr/>
          <p:nvPr/>
        </p:nvSpPr>
        <p:spPr>
          <a:xfrm>
            <a:off x="5172234" y="129629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2" name="Shape 381"/>
          <p:cNvSpPr/>
          <p:nvPr/>
        </p:nvSpPr>
        <p:spPr>
          <a:xfrm>
            <a:off x="5256494" y="628705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3" name="Shape 382"/>
          <p:cNvSpPr/>
          <p:nvPr/>
        </p:nvSpPr>
        <p:spPr>
          <a:xfrm>
            <a:off x="5256494" y="129629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4" name="Shape 383"/>
          <p:cNvSpPr/>
          <p:nvPr/>
        </p:nvSpPr>
        <p:spPr>
          <a:xfrm>
            <a:off x="5340753" y="628705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5" name="Shape 384"/>
          <p:cNvSpPr/>
          <p:nvPr/>
        </p:nvSpPr>
        <p:spPr>
          <a:xfrm>
            <a:off x="5340753" y="129629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6" name="Shape 385"/>
          <p:cNvSpPr/>
          <p:nvPr/>
        </p:nvSpPr>
        <p:spPr>
          <a:xfrm>
            <a:off x="5425013" y="628705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7" name="Shape 386"/>
          <p:cNvSpPr/>
          <p:nvPr/>
        </p:nvSpPr>
        <p:spPr>
          <a:xfrm>
            <a:off x="5425013" y="129629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8" name="Shape 387"/>
          <p:cNvSpPr/>
          <p:nvPr/>
        </p:nvSpPr>
        <p:spPr>
          <a:xfrm>
            <a:off x="5509272" y="628705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9" name="Shape 388"/>
          <p:cNvSpPr/>
          <p:nvPr/>
        </p:nvSpPr>
        <p:spPr>
          <a:xfrm>
            <a:off x="5509272" y="129629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0" name="Shape 389"/>
          <p:cNvSpPr/>
          <p:nvPr/>
        </p:nvSpPr>
        <p:spPr>
          <a:xfrm>
            <a:off x="5593532" y="628705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1" name="Shape 390"/>
          <p:cNvSpPr/>
          <p:nvPr/>
        </p:nvSpPr>
        <p:spPr>
          <a:xfrm>
            <a:off x="5593532" y="129629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2" name="Shape 391"/>
          <p:cNvSpPr/>
          <p:nvPr/>
        </p:nvSpPr>
        <p:spPr>
          <a:xfrm>
            <a:off x="5677791" y="628705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3" name="Shape 392"/>
          <p:cNvSpPr/>
          <p:nvPr/>
        </p:nvSpPr>
        <p:spPr>
          <a:xfrm>
            <a:off x="5677791" y="129629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4" name="Shape 393"/>
          <p:cNvSpPr/>
          <p:nvPr/>
        </p:nvSpPr>
        <p:spPr>
          <a:xfrm>
            <a:off x="5762051" y="628705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5" name="Shape 394"/>
          <p:cNvSpPr/>
          <p:nvPr/>
        </p:nvSpPr>
        <p:spPr>
          <a:xfrm>
            <a:off x="5762051" y="129629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6" name="Shape 395"/>
          <p:cNvSpPr/>
          <p:nvPr/>
        </p:nvSpPr>
        <p:spPr>
          <a:xfrm>
            <a:off x="5846310" y="628705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7" name="Shape 396"/>
          <p:cNvSpPr/>
          <p:nvPr/>
        </p:nvSpPr>
        <p:spPr>
          <a:xfrm>
            <a:off x="5846310" y="129629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8" name="Shape 397"/>
          <p:cNvSpPr/>
          <p:nvPr/>
        </p:nvSpPr>
        <p:spPr>
          <a:xfrm>
            <a:off x="5930569" y="628705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9" name="Shape 398"/>
          <p:cNvSpPr/>
          <p:nvPr/>
        </p:nvSpPr>
        <p:spPr>
          <a:xfrm>
            <a:off x="5930569" y="129629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0" name="Shape 399"/>
          <p:cNvSpPr/>
          <p:nvPr/>
        </p:nvSpPr>
        <p:spPr>
          <a:xfrm>
            <a:off x="5178716" y="674076"/>
            <a:ext cx="803706" cy="615742"/>
          </a:xfrm>
          <a:prstGeom prst="rect">
            <a:avLst/>
          </a:prstGeom>
          <a:solidFill>
            <a:srgbClr val="FFFFFF">
              <a:alpha val="0"/>
            </a:srgbClr>
          </a:solidFill>
          <a:ln w="27940">
            <a:solidFill>
              <a:srgbClr val="0000FF"/>
            </a:solidFill>
            <a:prstDash val="solid"/>
          </a:ln>
        </p:spPr>
      </p:sp>
      <p:sp>
        <p:nvSpPr>
          <p:cNvPr id="411" name="Shape 400"/>
          <p:cNvSpPr/>
          <p:nvPr/>
        </p:nvSpPr>
        <p:spPr>
          <a:xfrm>
            <a:off x="5159271" y="1341670"/>
            <a:ext cx="842595" cy="680557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412" name="Image 9" descr="/home/wangfeifei/projects/skillopt/SkillOpt/ppt-rebuild/complex20-skill-ab-20260907/runs/gpt-5.6-sol/complex-008/.tmp/relay_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85197" y="1400003"/>
            <a:ext cx="790743" cy="563890"/>
          </a:xfrm>
          <a:prstGeom prst="rect">
            <a:avLst/>
          </a:prstGeom>
        </p:spPr>
      </p:pic>
      <p:sp>
        <p:nvSpPr>
          <p:cNvPr id="413" name="Shape 401"/>
          <p:cNvSpPr/>
          <p:nvPr/>
        </p:nvSpPr>
        <p:spPr>
          <a:xfrm>
            <a:off x="5172234" y="1348151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4" name="Shape 402"/>
          <p:cNvSpPr/>
          <p:nvPr/>
        </p:nvSpPr>
        <p:spPr>
          <a:xfrm>
            <a:off x="5172234" y="1976856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5" name="Shape 403"/>
          <p:cNvSpPr/>
          <p:nvPr/>
        </p:nvSpPr>
        <p:spPr>
          <a:xfrm>
            <a:off x="5256494" y="1348151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6" name="Shape 404"/>
          <p:cNvSpPr/>
          <p:nvPr/>
        </p:nvSpPr>
        <p:spPr>
          <a:xfrm>
            <a:off x="5256494" y="1976856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7" name="Shape 405"/>
          <p:cNvSpPr/>
          <p:nvPr/>
        </p:nvSpPr>
        <p:spPr>
          <a:xfrm>
            <a:off x="5340753" y="1348151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8" name="Shape 406"/>
          <p:cNvSpPr/>
          <p:nvPr/>
        </p:nvSpPr>
        <p:spPr>
          <a:xfrm>
            <a:off x="5340753" y="1976856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9" name="Shape 407"/>
          <p:cNvSpPr/>
          <p:nvPr/>
        </p:nvSpPr>
        <p:spPr>
          <a:xfrm>
            <a:off x="5425013" y="1348151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0" name="Shape 408"/>
          <p:cNvSpPr/>
          <p:nvPr/>
        </p:nvSpPr>
        <p:spPr>
          <a:xfrm>
            <a:off x="5425013" y="1976856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1" name="Shape 409"/>
          <p:cNvSpPr/>
          <p:nvPr/>
        </p:nvSpPr>
        <p:spPr>
          <a:xfrm>
            <a:off x="5509272" y="1348151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2" name="Shape 410"/>
          <p:cNvSpPr/>
          <p:nvPr/>
        </p:nvSpPr>
        <p:spPr>
          <a:xfrm>
            <a:off x="5509272" y="1976856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3" name="Shape 411"/>
          <p:cNvSpPr/>
          <p:nvPr/>
        </p:nvSpPr>
        <p:spPr>
          <a:xfrm>
            <a:off x="5593532" y="1348151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4" name="Shape 412"/>
          <p:cNvSpPr/>
          <p:nvPr/>
        </p:nvSpPr>
        <p:spPr>
          <a:xfrm>
            <a:off x="5593532" y="1976856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5" name="Shape 413"/>
          <p:cNvSpPr/>
          <p:nvPr/>
        </p:nvSpPr>
        <p:spPr>
          <a:xfrm>
            <a:off x="5677791" y="1348151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6" name="Shape 414"/>
          <p:cNvSpPr/>
          <p:nvPr/>
        </p:nvSpPr>
        <p:spPr>
          <a:xfrm>
            <a:off x="5677791" y="1976856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7" name="Shape 415"/>
          <p:cNvSpPr/>
          <p:nvPr/>
        </p:nvSpPr>
        <p:spPr>
          <a:xfrm>
            <a:off x="5762051" y="1348151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8" name="Shape 416"/>
          <p:cNvSpPr/>
          <p:nvPr/>
        </p:nvSpPr>
        <p:spPr>
          <a:xfrm>
            <a:off x="5762051" y="1976856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9" name="Shape 417"/>
          <p:cNvSpPr/>
          <p:nvPr/>
        </p:nvSpPr>
        <p:spPr>
          <a:xfrm>
            <a:off x="5846310" y="1348151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0" name="Shape 418"/>
          <p:cNvSpPr/>
          <p:nvPr/>
        </p:nvSpPr>
        <p:spPr>
          <a:xfrm>
            <a:off x="5846310" y="1976856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1" name="Shape 419"/>
          <p:cNvSpPr/>
          <p:nvPr/>
        </p:nvSpPr>
        <p:spPr>
          <a:xfrm>
            <a:off x="5930569" y="1348151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2" name="Shape 420"/>
          <p:cNvSpPr/>
          <p:nvPr/>
        </p:nvSpPr>
        <p:spPr>
          <a:xfrm>
            <a:off x="5930569" y="1976856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3" name="Shape 421"/>
          <p:cNvSpPr/>
          <p:nvPr/>
        </p:nvSpPr>
        <p:spPr>
          <a:xfrm>
            <a:off x="5159271" y="2022227"/>
            <a:ext cx="842595" cy="693520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434" name="Image 10" descr="/home/wangfeifei/projects/skillopt/SkillOpt/ppt-rebuild/complex20-skill-ab-20260907/runs/gpt-5.6-sol/complex-008/.tmp/relay_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5197" y="2080560"/>
            <a:ext cx="790743" cy="576853"/>
          </a:xfrm>
          <a:prstGeom prst="rect">
            <a:avLst/>
          </a:prstGeom>
        </p:spPr>
      </p:pic>
      <p:sp>
        <p:nvSpPr>
          <p:cNvPr id="435" name="Shape 422"/>
          <p:cNvSpPr/>
          <p:nvPr/>
        </p:nvSpPr>
        <p:spPr>
          <a:xfrm>
            <a:off x="5172234" y="2028708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6" name="Shape 423"/>
          <p:cNvSpPr/>
          <p:nvPr/>
        </p:nvSpPr>
        <p:spPr>
          <a:xfrm>
            <a:off x="5172234" y="2670377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7" name="Shape 424"/>
          <p:cNvSpPr/>
          <p:nvPr/>
        </p:nvSpPr>
        <p:spPr>
          <a:xfrm>
            <a:off x="5256494" y="2028708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8" name="Shape 425"/>
          <p:cNvSpPr/>
          <p:nvPr/>
        </p:nvSpPr>
        <p:spPr>
          <a:xfrm>
            <a:off x="5256494" y="2670377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9" name="Shape 426"/>
          <p:cNvSpPr/>
          <p:nvPr/>
        </p:nvSpPr>
        <p:spPr>
          <a:xfrm>
            <a:off x="5340753" y="2028708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0" name="Shape 427"/>
          <p:cNvSpPr/>
          <p:nvPr/>
        </p:nvSpPr>
        <p:spPr>
          <a:xfrm>
            <a:off x="5340753" y="2670377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1" name="Shape 428"/>
          <p:cNvSpPr/>
          <p:nvPr/>
        </p:nvSpPr>
        <p:spPr>
          <a:xfrm>
            <a:off x="5425013" y="2028708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2" name="Shape 429"/>
          <p:cNvSpPr/>
          <p:nvPr/>
        </p:nvSpPr>
        <p:spPr>
          <a:xfrm>
            <a:off x="5425013" y="2670377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3" name="Shape 430"/>
          <p:cNvSpPr/>
          <p:nvPr/>
        </p:nvSpPr>
        <p:spPr>
          <a:xfrm>
            <a:off x="5509272" y="2028708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4" name="Shape 431"/>
          <p:cNvSpPr/>
          <p:nvPr/>
        </p:nvSpPr>
        <p:spPr>
          <a:xfrm>
            <a:off x="5509272" y="2670377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5" name="Shape 432"/>
          <p:cNvSpPr/>
          <p:nvPr/>
        </p:nvSpPr>
        <p:spPr>
          <a:xfrm>
            <a:off x="5593532" y="2028708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6" name="Shape 433"/>
          <p:cNvSpPr/>
          <p:nvPr/>
        </p:nvSpPr>
        <p:spPr>
          <a:xfrm>
            <a:off x="5593532" y="2670377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7" name="Shape 434"/>
          <p:cNvSpPr/>
          <p:nvPr/>
        </p:nvSpPr>
        <p:spPr>
          <a:xfrm>
            <a:off x="5677791" y="2028708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8" name="Shape 435"/>
          <p:cNvSpPr/>
          <p:nvPr/>
        </p:nvSpPr>
        <p:spPr>
          <a:xfrm>
            <a:off x="5677791" y="2670377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9" name="Shape 436"/>
          <p:cNvSpPr/>
          <p:nvPr/>
        </p:nvSpPr>
        <p:spPr>
          <a:xfrm>
            <a:off x="5762051" y="2028708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0" name="Shape 437"/>
          <p:cNvSpPr/>
          <p:nvPr/>
        </p:nvSpPr>
        <p:spPr>
          <a:xfrm>
            <a:off x="5762051" y="2670377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1" name="Shape 438"/>
          <p:cNvSpPr/>
          <p:nvPr/>
        </p:nvSpPr>
        <p:spPr>
          <a:xfrm>
            <a:off x="5846310" y="2028708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2" name="Shape 439"/>
          <p:cNvSpPr/>
          <p:nvPr/>
        </p:nvSpPr>
        <p:spPr>
          <a:xfrm>
            <a:off x="5846310" y="2670377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3" name="Shape 440"/>
          <p:cNvSpPr/>
          <p:nvPr/>
        </p:nvSpPr>
        <p:spPr>
          <a:xfrm>
            <a:off x="5930569" y="2028708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4" name="Shape 441"/>
          <p:cNvSpPr/>
          <p:nvPr/>
        </p:nvSpPr>
        <p:spPr>
          <a:xfrm>
            <a:off x="5930569" y="2670377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5" name="Shape 442"/>
          <p:cNvSpPr/>
          <p:nvPr/>
        </p:nvSpPr>
        <p:spPr>
          <a:xfrm>
            <a:off x="5159271" y="2715747"/>
            <a:ext cx="842595" cy="725928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456" name="Image 11" descr="/home/wangfeifei/projects/skillopt/SkillOpt/ppt-rebuild/complex20-skill-ab-20260907/runs/gpt-5.6-sol/complex-008/.tmp/relay_en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85197" y="2774081"/>
            <a:ext cx="790743" cy="609261"/>
          </a:xfrm>
          <a:prstGeom prst="rect">
            <a:avLst/>
          </a:prstGeom>
        </p:spPr>
      </p:pic>
      <p:sp>
        <p:nvSpPr>
          <p:cNvPr id="457" name="Shape 443"/>
          <p:cNvSpPr/>
          <p:nvPr/>
        </p:nvSpPr>
        <p:spPr>
          <a:xfrm>
            <a:off x="5172234" y="272222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8" name="Shape 444"/>
          <p:cNvSpPr/>
          <p:nvPr/>
        </p:nvSpPr>
        <p:spPr>
          <a:xfrm>
            <a:off x="5172234" y="3396304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9" name="Shape 445"/>
          <p:cNvSpPr/>
          <p:nvPr/>
        </p:nvSpPr>
        <p:spPr>
          <a:xfrm>
            <a:off x="5256494" y="272222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0" name="Shape 446"/>
          <p:cNvSpPr/>
          <p:nvPr/>
        </p:nvSpPr>
        <p:spPr>
          <a:xfrm>
            <a:off x="5256494" y="3396304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1" name="Shape 447"/>
          <p:cNvSpPr/>
          <p:nvPr/>
        </p:nvSpPr>
        <p:spPr>
          <a:xfrm>
            <a:off x="5340753" y="272222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2" name="Shape 448"/>
          <p:cNvSpPr/>
          <p:nvPr/>
        </p:nvSpPr>
        <p:spPr>
          <a:xfrm>
            <a:off x="5340753" y="3396304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3" name="Shape 449"/>
          <p:cNvSpPr/>
          <p:nvPr/>
        </p:nvSpPr>
        <p:spPr>
          <a:xfrm>
            <a:off x="5425013" y="272222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4" name="Shape 450"/>
          <p:cNvSpPr/>
          <p:nvPr/>
        </p:nvSpPr>
        <p:spPr>
          <a:xfrm>
            <a:off x="5425013" y="3396304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5" name="Shape 451"/>
          <p:cNvSpPr/>
          <p:nvPr/>
        </p:nvSpPr>
        <p:spPr>
          <a:xfrm>
            <a:off x="5509272" y="272222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6" name="Shape 452"/>
          <p:cNvSpPr/>
          <p:nvPr/>
        </p:nvSpPr>
        <p:spPr>
          <a:xfrm>
            <a:off x="5509272" y="3396304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7" name="Shape 453"/>
          <p:cNvSpPr/>
          <p:nvPr/>
        </p:nvSpPr>
        <p:spPr>
          <a:xfrm>
            <a:off x="5593532" y="272222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8" name="Shape 454"/>
          <p:cNvSpPr/>
          <p:nvPr/>
        </p:nvSpPr>
        <p:spPr>
          <a:xfrm>
            <a:off x="5593532" y="3396304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9" name="Shape 455"/>
          <p:cNvSpPr/>
          <p:nvPr/>
        </p:nvSpPr>
        <p:spPr>
          <a:xfrm>
            <a:off x="5677791" y="272222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0" name="Shape 456"/>
          <p:cNvSpPr/>
          <p:nvPr/>
        </p:nvSpPr>
        <p:spPr>
          <a:xfrm>
            <a:off x="5677791" y="3396304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1" name="Shape 457"/>
          <p:cNvSpPr/>
          <p:nvPr/>
        </p:nvSpPr>
        <p:spPr>
          <a:xfrm>
            <a:off x="5762051" y="272222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2" name="Shape 458"/>
          <p:cNvSpPr/>
          <p:nvPr/>
        </p:nvSpPr>
        <p:spPr>
          <a:xfrm>
            <a:off x="5762051" y="3396304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3" name="Shape 459"/>
          <p:cNvSpPr/>
          <p:nvPr/>
        </p:nvSpPr>
        <p:spPr>
          <a:xfrm>
            <a:off x="5846310" y="272222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4" name="Shape 460"/>
          <p:cNvSpPr/>
          <p:nvPr/>
        </p:nvSpPr>
        <p:spPr>
          <a:xfrm>
            <a:off x="5846310" y="3396304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5" name="Shape 461"/>
          <p:cNvSpPr/>
          <p:nvPr/>
        </p:nvSpPr>
        <p:spPr>
          <a:xfrm>
            <a:off x="5930569" y="2722229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6" name="Shape 462"/>
          <p:cNvSpPr/>
          <p:nvPr/>
        </p:nvSpPr>
        <p:spPr>
          <a:xfrm>
            <a:off x="5930569" y="3396304"/>
            <a:ext cx="5185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7" name="Shape 463"/>
          <p:cNvSpPr/>
          <p:nvPr/>
        </p:nvSpPr>
        <p:spPr>
          <a:xfrm>
            <a:off x="5178716" y="2767599"/>
            <a:ext cx="803706" cy="622224"/>
          </a:xfrm>
          <a:prstGeom prst="rect">
            <a:avLst/>
          </a:prstGeom>
          <a:solidFill>
            <a:srgbClr val="FFFFFF">
              <a:alpha val="0"/>
            </a:srgbClr>
          </a:solidFill>
          <a:ln w="27940">
            <a:solidFill>
              <a:srgbClr val="FFF200"/>
            </a:solidFill>
            <a:prstDash val="solid"/>
          </a:ln>
        </p:spPr>
      </p:sp>
      <p:sp>
        <p:nvSpPr>
          <p:cNvPr id="478" name="Shape 464"/>
          <p:cNvSpPr/>
          <p:nvPr/>
        </p:nvSpPr>
        <p:spPr>
          <a:xfrm>
            <a:off x="4841678" y="803706"/>
            <a:ext cx="304630" cy="220371"/>
          </a:xfrm>
          <a:prstGeom prst="line">
            <a:avLst/>
          </a:prstGeom>
          <a:noFill/>
          <a:ln w="17463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79" name="Shape 465"/>
          <p:cNvSpPr/>
          <p:nvPr/>
        </p:nvSpPr>
        <p:spPr>
          <a:xfrm>
            <a:off x="4841678" y="1257410"/>
            <a:ext cx="304630" cy="447223"/>
          </a:xfrm>
          <a:prstGeom prst="line">
            <a:avLst/>
          </a:prstGeom>
          <a:noFill/>
          <a:ln w="17463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80" name="Shape 466"/>
          <p:cNvSpPr/>
          <p:nvPr/>
        </p:nvSpPr>
        <p:spPr>
          <a:xfrm>
            <a:off x="4841678" y="2838896"/>
            <a:ext cx="304630" cy="-492594"/>
          </a:xfrm>
          <a:prstGeom prst="line">
            <a:avLst/>
          </a:prstGeom>
          <a:noFill/>
          <a:ln w="17463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81" name="Shape 467"/>
          <p:cNvSpPr/>
          <p:nvPr/>
        </p:nvSpPr>
        <p:spPr>
          <a:xfrm>
            <a:off x="4841678" y="3214822"/>
            <a:ext cx="304630" cy="-149074"/>
          </a:xfrm>
          <a:prstGeom prst="line">
            <a:avLst/>
          </a:prstGeom>
          <a:noFill/>
          <a:ln w="17463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82" name="Text 468"/>
          <p:cNvSpPr/>
          <p:nvPr/>
        </p:nvSpPr>
        <p:spPr>
          <a:xfrm>
            <a:off x="4005565" y="3493527"/>
            <a:ext cx="972224" cy="285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088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Video Clip</a:t>
            </a:r>
            <a:endParaRPr lang="en-US" sz="2088" dirty="0"/>
          </a:p>
        </p:txBody>
      </p:sp>
      <p:sp>
        <p:nvSpPr>
          <p:cNvPr id="483" name="Text 469"/>
          <p:cNvSpPr/>
          <p:nvPr/>
        </p:nvSpPr>
        <p:spPr>
          <a:xfrm>
            <a:off x="5087975" y="3493527"/>
            <a:ext cx="991669" cy="285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088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Relay Frame</a:t>
            </a:r>
            <a:endParaRPr lang="en-US" sz="2088" dirty="0"/>
          </a:p>
        </p:txBody>
      </p:sp>
      <p:sp>
        <p:nvSpPr>
          <p:cNvPr id="484" name="Text 470"/>
          <p:cNvSpPr/>
          <p:nvPr/>
        </p:nvSpPr>
        <p:spPr>
          <a:xfrm>
            <a:off x="6416682" y="829632"/>
            <a:ext cx="1231484" cy="49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872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Pose-Guided</a:t>
            </a:r>
            <a:endParaRPr lang="en-US" sz="1872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872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Video Refinement</a:t>
            </a:r>
            <a:endParaRPr lang="en-US" sz="1872" dirty="0"/>
          </a:p>
        </p:txBody>
      </p:sp>
      <p:sp>
        <p:nvSpPr>
          <p:cNvPr id="485" name="Shape 471"/>
          <p:cNvSpPr/>
          <p:nvPr/>
        </p:nvSpPr>
        <p:spPr>
          <a:xfrm>
            <a:off x="6500941" y="1665745"/>
            <a:ext cx="1050002" cy="680557"/>
          </a:xfrm>
          <a:prstGeom prst="rect">
            <a:avLst/>
          </a:prstGeom>
          <a:solidFill>
            <a:srgbClr val="D8E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6" name="Shape 472"/>
          <p:cNvSpPr/>
          <p:nvPr/>
        </p:nvSpPr>
        <p:spPr>
          <a:xfrm>
            <a:off x="6390756" y="1775930"/>
            <a:ext cx="1270373" cy="460186"/>
          </a:xfrm>
          <a:prstGeom prst="rect">
            <a:avLst/>
          </a:prstGeom>
          <a:solidFill>
            <a:srgbClr val="D8E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7" name="Shape 473"/>
          <p:cNvSpPr/>
          <p:nvPr/>
        </p:nvSpPr>
        <p:spPr>
          <a:xfrm>
            <a:off x="6390756" y="1665745"/>
            <a:ext cx="220371" cy="220371"/>
          </a:xfrm>
          <a:prstGeom prst="ellipse">
            <a:avLst/>
          </a:prstGeom>
          <a:solidFill>
            <a:srgbClr val="D8E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8" name="Shape 474"/>
          <p:cNvSpPr/>
          <p:nvPr/>
        </p:nvSpPr>
        <p:spPr>
          <a:xfrm>
            <a:off x="7440758" y="1665745"/>
            <a:ext cx="220371" cy="220371"/>
          </a:xfrm>
          <a:prstGeom prst="ellipse">
            <a:avLst/>
          </a:prstGeom>
          <a:solidFill>
            <a:srgbClr val="D8E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9" name="Shape 475"/>
          <p:cNvSpPr/>
          <p:nvPr/>
        </p:nvSpPr>
        <p:spPr>
          <a:xfrm>
            <a:off x="6390756" y="2125931"/>
            <a:ext cx="220371" cy="220371"/>
          </a:xfrm>
          <a:prstGeom prst="ellipse">
            <a:avLst/>
          </a:prstGeom>
          <a:solidFill>
            <a:srgbClr val="D8E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0" name="Shape 476"/>
          <p:cNvSpPr/>
          <p:nvPr/>
        </p:nvSpPr>
        <p:spPr>
          <a:xfrm>
            <a:off x="7440758" y="2125931"/>
            <a:ext cx="220371" cy="220371"/>
          </a:xfrm>
          <a:prstGeom prst="ellipse">
            <a:avLst/>
          </a:prstGeom>
          <a:solidFill>
            <a:srgbClr val="D8E1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1" name="Text 477"/>
          <p:cNvSpPr/>
          <p:nvPr/>
        </p:nvSpPr>
        <p:spPr>
          <a:xfrm>
            <a:off x="6442608" y="1795375"/>
            <a:ext cx="1101854" cy="408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728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ViewCrafter</a:t>
            </a:r>
            <a:endParaRPr lang="en-US" sz="1728" dirty="0"/>
          </a:p>
        </p:txBody>
      </p:sp>
      <p:sp>
        <p:nvSpPr>
          <p:cNvPr id="492" name="Text 478"/>
          <p:cNvSpPr/>
          <p:nvPr/>
        </p:nvSpPr>
        <p:spPr>
          <a:xfrm>
            <a:off x="7408351" y="1691671"/>
            <a:ext cx="233334" cy="27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304" b="1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❄</a:t>
            </a:r>
            <a:endParaRPr lang="en-US" sz="2304" dirty="0"/>
          </a:p>
        </p:txBody>
      </p:sp>
      <p:sp>
        <p:nvSpPr>
          <p:cNvPr id="493" name="Shape 479"/>
          <p:cNvSpPr/>
          <p:nvPr/>
        </p:nvSpPr>
        <p:spPr>
          <a:xfrm>
            <a:off x="7829648" y="622224"/>
            <a:ext cx="667594" cy="427779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494" name="Image 12" descr="/home/wangfeifei/projects/skillopt/SkillOpt/ppt-rebuild/complex20-skill-ab-20260907/runs/gpt-5.6-sol/complex-008/.tmp/hyb_star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5574" y="673687"/>
            <a:ext cx="615742" cy="324853"/>
          </a:xfrm>
          <a:prstGeom prst="rect">
            <a:avLst/>
          </a:prstGeom>
        </p:spPr>
      </p:pic>
      <p:sp>
        <p:nvSpPr>
          <p:cNvPr id="495" name="Shape 480"/>
          <p:cNvSpPr/>
          <p:nvPr/>
        </p:nvSpPr>
        <p:spPr>
          <a:xfrm>
            <a:off x="7842611" y="628705"/>
            <a:ext cx="51042" cy="3201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6" name="Shape 481"/>
          <p:cNvSpPr/>
          <p:nvPr/>
        </p:nvSpPr>
        <p:spPr>
          <a:xfrm>
            <a:off x="7842611" y="1011502"/>
            <a:ext cx="51042" cy="3201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7" name="Shape 482"/>
          <p:cNvSpPr/>
          <p:nvPr/>
        </p:nvSpPr>
        <p:spPr>
          <a:xfrm>
            <a:off x="7926060" y="628705"/>
            <a:ext cx="51042" cy="3201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8" name="Shape 483"/>
          <p:cNvSpPr/>
          <p:nvPr/>
        </p:nvSpPr>
        <p:spPr>
          <a:xfrm>
            <a:off x="7926060" y="1011502"/>
            <a:ext cx="51042" cy="3201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9" name="Shape 484"/>
          <p:cNvSpPr/>
          <p:nvPr/>
        </p:nvSpPr>
        <p:spPr>
          <a:xfrm>
            <a:off x="8009509" y="628705"/>
            <a:ext cx="51042" cy="3201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0" name="Shape 485"/>
          <p:cNvSpPr/>
          <p:nvPr/>
        </p:nvSpPr>
        <p:spPr>
          <a:xfrm>
            <a:off x="8009509" y="1011502"/>
            <a:ext cx="51042" cy="3201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1" name="Shape 486"/>
          <p:cNvSpPr/>
          <p:nvPr/>
        </p:nvSpPr>
        <p:spPr>
          <a:xfrm>
            <a:off x="8092959" y="628705"/>
            <a:ext cx="51042" cy="3201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2" name="Shape 487"/>
          <p:cNvSpPr/>
          <p:nvPr/>
        </p:nvSpPr>
        <p:spPr>
          <a:xfrm>
            <a:off x="8092959" y="1011502"/>
            <a:ext cx="51042" cy="3201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3" name="Shape 488"/>
          <p:cNvSpPr/>
          <p:nvPr/>
        </p:nvSpPr>
        <p:spPr>
          <a:xfrm>
            <a:off x="8176408" y="628705"/>
            <a:ext cx="51042" cy="3201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4" name="Shape 489"/>
          <p:cNvSpPr/>
          <p:nvPr/>
        </p:nvSpPr>
        <p:spPr>
          <a:xfrm>
            <a:off x="8176408" y="1011502"/>
            <a:ext cx="51042" cy="3201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5" name="Shape 490"/>
          <p:cNvSpPr/>
          <p:nvPr/>
        </p:nvSpPr>
        <p:spPr>
          <a:xfrm>
            <a:off x="8259857" y="628705"/>
            <a:ext cx="51042" cy="3201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6" name="Shape 491"/>
          <p:cNvSpPr/>
          <p:nvPr/>
        </p:nvSpPr>
        <p:spPr>
          <a:xfrm>
            <a:off x="8259857" y="1011502"/>
            <a:ext cx="51042" cy="3201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7" name="Shape 492"/>
          <p:cNvSpPr/>
          <p:nvPr/>
        </p:nvSpPr>
        <p:spPr>
          <a:xfrm>
            <a:off x="8343307" y="628705"/>
            <a:ext cx="51042" cy="3201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8" name="Shape 493"/>
          <p:cNvSpPr/>
          <p:nvPr/>
        </p:nvSpPr>
        <p:spPr>
          <a:xfrm>
            <a:off x="8343307" y="1011502"/>
            <a:ext cx="51042" cy="3201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9" name="Shape 494"/>
          <p:cNvSpPr/>
          <p:nvPr/>
        </p:nvSpPr>
        <p:spPr>
          <a:xfrm>
            <a:off x="8426756" y="628705"/>
            <a:ext cx="51042" cy="3201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0" name="Shape 495"/>
          <p:cNvSpPr/>
          <p:nvPr/>
        </p:nvSpPr>
        <p:spPr>
          <a:xfrm>
            <a:off x="8426756" y="1011502"/>
            <a:ext cx="51042" cy="3201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1" name="Shape 496"/>
          <p:cNvSpPr/>
          <p:nvPr/>
        </p:nvSpPr>
        <p:spPr>
          <a:xfrm>
            <a:off x="7849092" y="667205"/>
            <a:ext cx="628705" cy="337816"/>
          </a:xfrm>
          <a:prstGeom prst="rect">
            <a:avLst/>
          </a:prstGeom>
          <a:solidFill>
            <a:srgbClr val="FFFFFF">
              <a:alpha val="0"/>
            </a:srgbClr>
          </a:solidFill>
          <a:ln w="27940">
            <a:solidFill>
              <a:srgbClr val="0000FF"/>
            </a:solidFill>
            <a:prstDash val="solid"/>
          </a:ln>
        </p:spPr>
      </p:sp>
      <p:sp>
        <p:nvSpPr>
          <p:cNvPr id="512" name="Shape 497"/>
          <p:cNvSpPr/>
          <p:nvPr/>
        </p:nvSpPr>
        <p:spPr>
          <a:xfrm>
            <a:off x="7829648" y="1050002"/>
            <a:ext cx="667594" cy="453705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513" name="Image 13" descr="/home/wangfeifei/projects/skillopt/SkillOpt/ppt-rebuild/complex20-skill-ab-20260907/runs/gpt-5.6-sol/complex-008/.tmp/hyb_1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55574" y="1103799"/>
            <a:ext cx="615742" cy="346112"/>
          </a:xfrm>
          <a:prstGeom prst="rect">
            <a:avLst/>
          </a:prstGeom>
        </p:spPr>
      </p:pic>
      <p:sp>
        <p:nvSpPr>
          <p:cNvPr id="514" name="Shape 498"/>
          <p:cNvSpPr/>
          <p:nvPr/>
        </p:nvSpPr>
        <p:spPr>
          <a:xfrm>
            <a:off x="7842611" y="105648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5" name="Shape 499"/>
          <p:cNvSpPr/>
          <p:nvPr/>
        </p:nvSpPr>
        <p:spPr>
          <a:xfrm>
            <a:off x="7842611" y="146287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6" name="Shape 500"/>
          <p:cNvSpPr/>
          <p:nvPr/>
        </p:nvSpPr>
        <p:spPr>
          <a:xfrm>
            <a:off x="7926060" y="105648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7" name="Shape 501"/>
          <p:cNvSpPr/>
          <p:nvPr/>
        </p:nvSpPr>
        <p:spPr>
          <a:xfrm>
            <a:off x="7926060" y="146287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8" name="Shape 502"/>
          <p:cNvSpPr/>
          <p:nvPr/>
        </p:nvSpPr>
        <p:spPr>
          <a:xfrm>
            <a:off x="8009509" y="105648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9" name="Shape 503"/>
          <p:cNvSpPr/>
          <p:nvPr/>
        </p:nvSpPr>
        <p:spPr>
          <a:xfrm>
            <a:off x="8009509" y="146287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0" name="Shape 504"/>
          <p:cNvSpPr/>
          <p:nvPr/>
        </p:nvSpPr>
        <p:spPr>
          <a:xfrm>
            <a:off x="8092959" y="105648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1" name="Shape 505"/>
          <p:cNvSpPr/>
          <p:nvPr/>
        </p:nvSpPr>
        <p:spPr>
          <a:xfrm>
            <a:off x="8092959" y="146287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2" name="Shape 506"/>
          <p:cNvSpPr/>
          <p:nvPr/>
        </p:nvSpPr>
        <p:spPr>
          <a:xfrm>
            <a:off x="8176408" y="105648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3" name="Shape 507"/>
          <p:cNvSpPr/>
          <p:nvPr/>
        </p:nvSpPr>
        <p:spPr>
          <a:xfrm>
            <a:off x="8176408" y="146287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4" name="Shape 508"/>
          <p:cNvSpPr/>
          <p:nvPr/>
        </p:nvSpPr>
        <p:spPr>
          <a:xfrm>
            <a:off x="8259857" y="105648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5" name="Shape 509"/>
          <p:cNvSpPr/>
          <p:nvPr/>
        </p:nvSpPr>
        <p:spPr>
          <a:xfrm>
            <a:off x="8259857" y="146287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6" name="Shape 510"/>
          <p:cNvSpPr/>
          <p:nvPr/>
        </p:nvSpPr>
        <p:spPr>
          <a:xfrm>
            <a:off x="8343307" y="105648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7" name="Shape 511"/>
          <p:cNvSpPr/>
          <p:nvPr/>
        </p:nvSpPr>
        <p:spPr>
          <a:xfrm>
            <a:off x="8343307" y="146287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8" name="Shape 512"/>
          <p:cNvSpPr/>
          <p:nvPr/>
        </p:nvSpPr>
        <p:spPr>
          <a:xfrm>
            <a:off x="8426756" y="105648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9" name="Shape 513"/>
          <p:cNvSpPr/>
          <p:nvPr/>
        </p:nvSpPr>
        <p:spPr>
          <a:xfrm>
            <a:off x="8426756" y="1462874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0" name="Shape 514"/>
          <p:cNvSpPr/>
          <p:nvPr/>
        </p:nvSpPr>
        <p:spPr>
          <a:xfrm>
            <a:off x="7829648" y="1503707"/>
            <a:ext cx="667594" cy="453705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531" name="Image 14" descr="/home/wangfeifei/projects/skillopt/SkillOpt/ppt-rebuild/complex20-skill-ab-20260907/runs/gpt-5.6-sol/complex-008/.tmp/hyb_2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55574" y="1557504"/>
            <a:ext cx="615742" cy="346112"/>
          </a:xfrm>
          <a:prstGeom prst="rect">
            <a:avLst/>
          </a:prstGeom>
        </p:spPr>
      </p:pic>
      <p:sp>
        <p:nvSpPr>
          <p:cNvPr id="532" name="Shape 515"/>
          <p:cNvSpPr/>
          <p:nvPr/>
        </p:nvSpPr>
        <p:spPr>
          <a:xfrm>
            <a:off x="7842611" y="151018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3" name="Shape 516"/>
          <p:cNvSpPr/>
          <p:nvPr/>
        </p:nvSpPr>
        <p:spPr>
          <a:xfrm>
            <a:off x="7842611" y="191657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4" name="Shape 517"/>
          <p:cNvSpPr/>
          <p:nvPr/>
        </p:nvSpPr>
        <p:spPr>
          <a:xfrm>
            <a:off x="7926060" y="151018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5" name="Shape 518"/>
          <p:cNvSpPr/>
          <p:nvPr/>
        </p:nvSpPr>
        <p:spPr>
          <a:xfrm>
            <a:off x="7926060" y="191657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6" name="Shape 519"/>
          <p:cNvSpPr/>
          <p:nvPr/>
        </p:nvSpPr>
        <p:spPr>
          <a:xfrm>
            <a:off x="8009509" y="151018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7" name="Shape 520"/>
          <p:cNvSpPr/>
          <p:nvPr/>
        </p:nvSpPr>
        <p:spPr>
          <a:xfrm>
            <a:off x="8009509" y="191657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8" name="Shape 521"/>
          <p:cNvSpPr/>
          <p:nvPr/>
        </p:nvSpPr>
        <p:spPr>
          <a:xfrm>
            <a:off x="8092959" y="151018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9" name="Shape 522"/>
          <p:cNvSpPr/>
          <p:nvPr/>
        </p:nvSpPr>
        <p:spPr>
          <a:xfrm>
            <a:off x="8092959" y="191657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0" name="Shape 523"/>
          <p:cNvSpPr/>
          <p:nvPr/>
        </p:nvSpPr>
        <p:spPr>
          <a:xfrm>
            <a:off x="8176408" y="151018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1" name="Shape 524"/>
          <p:cNvSpPr/>
          <p:nvPr/>
        </p:nvSpPr>
        <p:spPr>
          <a:xfrm>
            <a:off x="8176408" y="191657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2" name="Shape 525"/>
          <p:cNvSpPr/>
          <p:nvPr/>
        </p:nvSpPr>
        <p:spPr>
          <a:xfrm>
            <a:off x="8259857" y="151018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3" name="Shape 526"/>
          <p:cNvSpPr/>
          <p:nvPr/>
        </p:nvSpPr>
        <p:spPr>
          <a:xfrm>
            <a:off x="8259857" y="191657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4" name="Shape 527"/>
          <p:cNvSpPr/>
          <p:nvPr/>
        </p:nvSpPr>
        <p:spPr>
          <a:xfrm>
            <a:off x="8343307" y="151018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5" name="Shape 528"/>
          <p:cNvSpPr/>
          <p:nvPr/>
        </p:nvSpPr>
        <p:spPr>
          <a:xfrm>
            <a:off x="8343307" y="191657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6" name="Shape 529"/>
          <p:cNvSpPr/>
          <p:nvPr/>
        </p:nvSpPr>
        <p:spPr>
          <a:xfrm>
            <a:off x="8426756" y="151018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7" name="Shape 530"/>
          <p:cNvSpPr/>
          <p:nvPr/>
        </p:nvSpPr>
        <p:spPr>
          <a:xfrm>
            <a:off x="8426756" y="1916579"/>
            <a:ext cx="51042" cy="34352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8" name="Shape 531"/>
          <p:cNvSpPr/>
          <p:nvPr/>
        </p:nvSpPr>
        <p:spPr>
          <a:xfrm>
            <a:off x="7829648" y="1957412"/>
            <a:ext cx="667594" cy="550927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549" name="Image 15" descr="/home/wangfeifei/projects/skillopt/SkillOpt/ppt-rebuild/complex20-skill-ab-20260907/runs/gpt-5.6-sol/complex-008/.tmp/hyb_3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55574" y="2015745"/>
            <a:ext cx="615742" cy="434260"/>
          </a:xfrm>
          <a:prstGeom prst="rect">
            <a:avLst/>
          </a:prstGeom>
        </p:spPr>
      </p:pic>
      <p:sp>
        <p:nvSpPr>
          <p:cNvPr id="550" name="Shape 532"/>
          <p:cNvSpPr/>
          <p:nvPr/>
        </p:nvSpPr>
        <p:spPr>
          <a:xfrm>
            <a:off x="7842611" y="1963893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1" name="Shape 533"/>
          <p:cNvSpPr/>
          <p:nvPr/>
        </p:nvSpPr>
        <p:spPr>
          <a:xfrm>
            <a:off x="7842611" y="2462969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2" name="Shape 534"/>
          <p:cNvSpPr/>
          <p:nvPr/>
        </p:nvSpPr>
        <p:spPr>
          <a:xfrm>
            <a:off x="7926060" y="1963893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3" name="Shape 535"/>
          <p:cNvSpPr/>
          <p:nvPr/>
        </p:nvSpPr>
        <p:spPr>
          <a:xfrm>
            <a:off x="7926060" y="2462969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4" name="Shape 536"/>
          <p:cNvSpPr/>
          <p:nvPr/>
        </p:nvSpPr>
        <p:spPr>
          <a:xfrm>
            <a:off x="8009509" y="1963893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5" name="Shape 537"/>
          <p:cNvSpPr/>
          <p:nvPr/>
        </p:nvSpPr>
        <p:spPr>
          <a:xfrm>
            <a:off x="8009509" y="2462969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6" name="Shape 538"/>
          <p:cNvSpPr/>
          <p:nvPr/>
        </p:nvSpPr>
        <p:spPr>
          <a:xfrm>
            <a:off x="8092959" y="1963893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7" name="Shape 539"/>
          <p:cNvSpPr/>
          <p:nvPr/>
        </p:nvSpPr>
        <p:spPr>
          <a:xfrm>
            <a:off x="8092959" y="2462969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8" name="Shape 540"/>
          <p:cNvSpPr/>
          <p:nvPr/>
        </p:nvSpPr>
        <p:spPr>
          <a:xfrm>
            <a:off x="8176408" y="1963893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9" name="Shape 541"/>
          <p:cNvSpPr/>
          <p:nvPr/>
        </p:nvSpPr>
        <p:spPr>
          <a:xfrm>
            <a:off x="8176408" y="2462969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0" name="Shape 542"/>
          <p:cNvSpPr/>
          <p:nvPr/>
        </p:nvSpPr>
        <p:spPr>
          <a:xfrm>
            <a:off x="8259857" y="1963893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1" name="Shape 543"/>
          <p:cNvSpPr/>
          <p:nvPr/>
        </p:nvSpPr>
        <p:spPr>
          <a:xfrm>
            <a:off x="8259857" y="2462969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2" name="Shape 544"/>
          <p:cNvSpPr/>
          <p:nvPr/>
        </p:nvSpPr>
        <p:spPr>
          <a:xfrm>
            <a:off x="8343307" y="1963893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3" name="Shape 545"/>
          <p:cNvSpPr/>
          <p:nvPr/>
        </p:nvSpPr>
        <p:spPr>
          <a:xfrm>
            <a:off x="8343307" y="2462969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4" name="Shape 546"/>
          <p:cNvSpPr/>
          <p:nvPr/>
        </p:nvSpPr>
        <p:spPr>
          <a:xfrm>
            <a:off x="8426756" y="1963893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5" name="Shape 547"/>
          <p:cNvSpPr/>
          <p:nvPr/>
        </p:nvSpPr>
        <p:spPr>
          <a:xfrm>
            <a:off x="8426756" y="2462969"/>
            <a:ext cx="51042" cy="3888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6" name="Text 548"/>
          <p:cNvSpPr/>
          <p:nvPr/>
        </p:nvSpPr>
        <p:spPr>
          <a:xfrm>
            <a:off x="8017611" y="2417598"/>
            <a:ext cx="298149" cy="2138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16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…</a:t>
            </a:r>
            <a:endParaRPr lang="en-US" sz="2160" dirty="0"/>
          </a:p>
        </p:txBody>
      </p:sp>
      <p:sp>
        <p:nvSpPr>
          <p:cNvPr id="567" name="Shape 549"/>
          <p:cNvSpPr/>
          <p:nvPr/>
        </p:nvSpPr>
        <p:spPr>
          <a:xfrm>
            <a:off x="7829648" y="2508339"/>
            <a:ext cx="667594" cy="486112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568" name="Image 16" descr="/home/wangfeifei/projects/skillopt/SkillOpt/ppt-rebuild/complex20-skill-ab-20260907/runs/gpt-5.6-sol/complex-008/.tmp/hyb_4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55574" y="2565052"/>
            <a:ext cx="615742" cy="372686"/>
          </a:xfrm>
          <a:prstGeom prst="rect">
            <a:avLst/>
          </a:prstGeom>
        </p:spPr>
      </p:pic>
      <p:sp>
        <p:nvSpPr>
          <p:cNvPr id="569" name="Shape 550"/>
          <p:cNvSpPr/>
          <p:nvPr/>
        </p:nvSpPr>
        <p:spPr>
          <a:xfrm>
            <a:off x="7842611" y="251482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0" name="Shape 551"/>
          <p:cNvSpPr/>
          <p:nvPr/>
        </p:nvSpPr>
        <p:spPr>
          <a:xfrm>
            <a:off x="7842611" y="295070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1" name="Shape 552"/>
          <p:cNvSpPr/>
          <p:nvPr/>
        </p:nvSpPr>
        <p:spPr>
          <a:xfrm>
            <a:off x="7926060" y="251482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2" name="Shape 553"/>
          <p:cNvSpPr/>
          <p:nvPr/>
        </p:nvSpPr>
        <p:spPr>
          <a:xfrm>
            <a:off x="7926060" y="295070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3" name="Shape 554"/>
          <p:cNvSpPr/>
          <p:nvPr/>
        </p:nvSpPr>
        <p:spPr>
          <a:xfrm>
            <a:off x="8009509" y="251482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4" name="Shape 555"/>
          <p:cNvSpPr/>
          <p:nvPr/>
        </p:nvSpPr>
        <p:spPr>
          <a:xfrm>
            <a:off x="8009509" y="295070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5" name="Shape 556"/>
          <p:cNvSpPr/>
          <p:nvPr/>
        </p:nvSpPr>
        <p:spPr>
          <a:xfrm>
            <a:off x="8092959" y="251482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6" name="Shape 557"/>
          <p:cNvSpPr/>
          <p:nvPr/>
        </p:nvSpPr>
        <p:spPr>
          <a:xfrm>
            <a:off x="8092959" y="295070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7" name="Shape 558"/>
          <p:cNvSpPr/>
          <p:nvPr/>
        </p:nvSpPr>
        <p:spPr>
          <a:xfrm>
            <a:off x="8176408" y="251482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8" name="Shape 559"/>
          <p:cNvSpPr/>
          <p:nvPr/>
        </p:nvSpPr>
        <p:spPr>
          <a:xfrm>
            <a:off x="8176408" y="295070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9" name="Shape 560"/>
          <p:cNvSpPr/>
          <p:nvPr/>
        </p:nvSpPr>
        <p:spPr>
          <a:xfrm>
            <a:off x="8259857" y="251482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0" name="Shape 561"/>
          <p:cNvSpPr/>
          <p:nvPr/>
        </p:nvSpPr>
        <p:spPr>
          <a:xfrm>
            <a:off x="8259857" y="295070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1" name="Shape 562"/>
          <p:cNvSpPr/>
          <p:nvPr/>
        </p:nvSpPr>
        <p:spPr>
          <a:xfrm>
            <a:off x="8343307" y="251482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2" name="Shape 563"/>
          <p:cNvSpPr/>
          <p:nvPr/>
        </p:nvSpPr>
        <p:spPr>
          <a:xfrm>
            <a:off x="8343307" y="295070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3" name="Shape 564"/>
          <p:cNvSpPr/>
          <p:nvPr/>
        </p:nvSpPr>
        <p:spPr>
          <a:xfrm>
            <a:off x="8426756" y="251482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4" name="Shape 565"/>
          <p:cNvSpPr/>
          <p:nvPr/>
        </p:nvSpPr>
        <p:spPr>
          <a:xfrm>
            <a:off x="8426756" y="2950701"/>
            <a:ext cx="51042" cy="372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5" name="Shape 566"/>
          <p:cNvSpPr/>
          <p:nvPr/>
        </p:nvSpPr>
        <p:spPr>
          <a:xfrm>
            <a:off x="7829648" y="2994451"/>
            <a:ext cx="667594" cy="447223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586" name="Image 17" descr="/home/wangfeifei/projects/skillopt/SkillOpt/ppt-rebuild/complex20-skill-ab-20260907/runs/gpt-5.6-sol/complex-008/.tmp/hyb_en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55574" y="3047665"/>
            <a:ext cx="615742" cy="340797"/>
          </a:xfrm>
          <a:prstGeom prst="rect">
            <a:avLst/>
          </a:prstGeom>
        </p:spPr>
      </p:pic>
      <p:sp>
        <p:nvSpPr>
          <p:cNvPr id="587" name="Shape 567"/>
          <p:cNvSpPr/>
          <p:nvPr/>
        </p:nvSpPr>
        <p:spPr>
          <a:xfrm>
            <a:off x="7842611" y="3000933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8" name="Shape 568"/>
          <p:cNvSpPr/>
          <p:nvPr/>
        </p:nvSpPr>
        <p:spPr>
          <a:xfrm>
            <a:off x="7842611" y="3401425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9" name="Shape 569"/>
          <p:cNvSpPr/>
          <p:nvPr/>
        </p:nvSpPr>
        <p:spPr>
          <a:xfrm>
            <a:off x="7926060" y="3000933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0" name="Shape 570"/>
          <p:cNvSpPr/>
          <p:nvPr/>
        </p:nvSpPr>
        <p:spPr>
          <a:xfrm>
            <a:off x="7926060" y="3401425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1" name="Shape 571"/>
          <p:cNvSpPr/>
          <p:nvPr/>
        </p:nvSpPr>
        <p:spPr>
          <a:xfrm>
            <a:off x="8009509" y="3000933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2" name="Shape 572"/>
          <p:cNvSpPr/>
          <p:nvPr/>
        </p:nvSpPr>
        <p:spPr>
          <a:xfrm>
            <a:off x="8009509" y="3401425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3" name="Shape 573"/>
          <p:cNvSpPr/>
          <p:nvPr/>
        </p:nvSpPr>
        <p:spPr>
          <a:xfrm>
            <a:off x="8092959" y="3000933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4" name="Shape 574"/>
          <p:cNvSpPr/>
          <p:nvPr/>
        </p:nvSpPr>
        <p:spPr>
          <a:xfrm>
            <a:off x="8092959" y="3401425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5" name="Shape 575"/>
          <p:cNvSpPr/>
          <p:nvPr/>
        </p:nvSpPr>
        <p:spPr>
          <a:xfrm>
            <a:off x="8176408" y="3000933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6" name="Shape 576"/>
          <p:cNvSpPr/>
          <p:nvPr/>
        </p:nvSpPr>
        <p:spPr>
          <a:xfrm>
            <a:off x="8176408" y="3401425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7" name="Shape 577"/>
          <p:cNvSpPr/>
          <p:nvPr/>
        </p:nvSpPr>
        <p:spPr>
          <a:xfrm>
            <a:off x="8259857" y="3000933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8" name="Shape 578"/>
          <p:cNvSpPr/>
          <p:nvPr/>
        </p:nvSpPr>
        <p:spPr>
          <a:xfrm>
            <a:off x="8259857" y="3401425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9" name="Shape 579"/>
          <p:cNvSpPr/>
          <p:nvPr/>
        </p:nvSpPr>
        <p:spPr>
          <a:xfrm>
            <a:off x="8343307" y="3000933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0" name="Shape 580"/>
          <p:cNvSpPr/>
          <p:nvPr/>
        </p:nvSpPr>
        <p:spPr>
          <a:xfrm>
            <a:off x="8343307" y="3401425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1" name="Shape 581"/>
          <p:cNvSpPr/>
          <p:nvPr/>
        </p:nvSpPr>
        <p:spPr>
          <a:xfrm>
            <a:off x="8426756" y="3000933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2" name="Shape 582"/>
          <p:cNvSpPr/>
          <p:nvPr/>
        </p:nvSpPr>
        <p:spPr>
          <a:xfrm>
            <a:off x="8426756" y="3401425"/>
            <a:ext cx="51042" cy="33769"/>
          </a:xfrm>
          <a:prstGeom prst="rect">
            <a:avLst/>
          </a:prstGeom>
          <a:solidFill>
            <a:srgbClr val="FFF0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3" name="Shape 583"/>
          <p:cNvSpPr/>
          <p:nvPr/>
        </p:nvSpPr>
        <p:spPr>
          <a:xfrm>
            <a:off x="7849092" y="3041183"/>
            <a:ext cx="628705" cy="353760"/>
          </a:xfrm>
          <a:prstGeom prst="rect">
            <a:avLst/>
          </a:prstGeom>
          <a:solidFill>
            <a:srgbClr val="FFFFFF">
              <a:alpha val="0"/>
            </a:srgbClr>
          </a:solidFill>
          <a:ln w="27940">
            <a:solidFill>
              <a:srgbClr val="FFF200"/>
            </a:solidFill>
            <a:prstDash val="solid"/>
          </a:ln>
        </p:spPr>
      </p:sp>
      <p:sp>
        <p:nvSpPr>
          <p:cNvPr id="604" name="Text 584"/>
          <p:cNvSpPr/>
          <p:nvPr/>
        </p:nvSpPr>
        <p:spPr>
          <a:xfrm>
            <a:off x="7706500" y="3493527"/>
            <a:ext cx="939817" cy="285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088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Hybrid Video</a:t>
            </a:r>
            <a:endParaRPr lang="en-US" sz="2088" dirty="0"/>
          </a:p>
        </p:txBody>
      </p:sp>
      <p:sp>
        <p:nvSpPr>
          <p:cNvPr id="605" name="Text 585"/>
          <p:cNvSpPr/>
          <p:nvPr/>
        </p:nvSpPr>
        <p:spPr>
          <a:xfrm>
            <a:off x="6384274" y="3059266"/>
            <a:ext cx="226852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232" b="1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❄</a:t>
            </a:r>
            <a:endParaRPr lang="en-US" sz="2232" dirty="0"/>
          </a:p>
        </p:txBody>
      </p:sp>
      <p:sp>
        <p:nvSpPr>
          <p:cNvPr id="606" name="Text 586"/>
          <p:cNvSpPr/>
          <p:nvPr/>
        </p:nvSpPr>
        <p:spPr>
          <a:xfrm>
            <a:off x="6611127" y="3059266"/>
            <a:ext cx="1037039" cy="29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84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: Frozen Network</a:t>
            </a:r>
            <a:endParaRPr lang="en-US" sz="1584" dirty="0"/>
          </a:p>
        </p:txBody>
      </p:sp>
      <p:sp>
        <p:nvSpPr>
          <p:cNvPr id="607" name="Shape 587"/>
          <p:cNvSpPr/>
          <p:nvPr/>
        </p:nvSpPr>
        <p:spPr>
          <a:xfrm>
            <a:off x="2119449" y="2074079"/>
            <a:ext cx="272223" cy="0"/>
          </a:xfrm>
          <a:prstGeom prst="line">
            <a:avLst/>
          </a:prstGeom>
          <a:noFill/>
          <a:ln w="279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08" name="Shape 588"/>
          <p:cNvSpPr/>
          <p:nvPr/>
        </p:nvSpPr>
        <p:spPr>
          <a:xfrm>
            <a:off x="3934268" y="2041671"/>
            <a:ext cx="213889" cy="0"/>
          </a:xfrm>
          <a:prstGeom prst="line">
            <a:avLst/>
          </a:prstGeom>
          <a:noFill/>
          <a:ln w="279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09" name="Shape 589"/>
          <p:cNvSpPr/>
          <p:nvPr/>
        </p:nvSpPr>
        <p:spPr>
          <a:xfrm>
            <a:off x="6027792" y="2022227"/>
            <a:ext cx="337038" cy="0"/>
          </a:xfrm>
          <a:prstGeom prst="line">
            <a:avLst/>
          </a:prstGeom>
          <a:noFill/>
          <a:ln w="279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10" name="Shape 590"/>
          <p:cNvSpPr/>
          <p:nvPr/>
        </p:nvSpPr>
        <p:spPr>
          <a:xfrm>
            <a:off x="7661129" y="2015745"/>
            <a:ext cx="149074" cy="0"/>
          </a:xfrm>
          <a:prstGeom prst="line">
            <a:avLst/>
          </a:prstGeom>
          <a:noFill/>
          <a:ln w="279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11" name="Shape 591"/>
          <p:cNvSpPr/>
          <p:nvPr/>
        </p:nvSpPr>
        <p:spPr>
          <a:xfrm>
            <a:off x="8523168" y="2015745"/>
            <a:ext cx="609261" cy="0"/>
          </a:xfrm>
          <a:prstGeom prst="line">
            <a:avLst/>
          </a:prstGeom>
          <a:noFill/>
          <a:ln w="27940">
            <a:solidFill>
              <a:srgbClr val="000000"/>
            </a:solidFill>
            <a:prstDash val="solid"/>
            <a:tailEnd type="triangle"/>
          </a:ln>
        </p:spPr>
      </p:sp>
      <p:pic>
        <p:nvPicPr>
          <p:cNvPr id="612" name="Image 18" descr="/home/wangfeifei/projects/skillopt/SkillOpt/ppt-rebuild/complex20-skill-ab-20260907/runs/gpt-5.6-sol/complex-008/.tmp/feature_start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16688" y="628705"/>
            <a:ext cx="1270373" cy="725928"/>
          </a:xfrm>
          <a:prstGeom prst="rect">
            <a:avLst/>
          </a:prstGeom>
        </p:spPr>
      </p:pic>
      <p:sp>
        <p:nvSpPr>
          <p:cNvPr id="613" name="Shape 592"/>
          <p:cNvSpPr/>
          <p:nvPr/>
        </p:nvSpPr>
        <p:spPr>
          <a:xfrm>
            <a:off x="9216688" y="622224"/>
            <a:ext cx="1276855" cy="738891"/>
          </a:xfrm>
          <a:prstGeom prst="rect">
            <a:avLst/>
          </a:prstGeom>
          <a:solidFill>
            <a:srgbClr val="FFFFFF">
              <a:alpha val="0"/>
            </a:srgbClr>
          </a:solidFill>
          <a:ln w="20955">
            <a:solidFill>
              <a:srgbClr val="0000FF"/>
            </a:solidFill>
            <a:prstDash val="solid"/>
          </a:ln>
        </p:spPr>
      </p:sp>
      <p:pic>
        <p:nvPicPr>
          <p:cNvPr id="614" name="Image 19" descr="/home/wangfeifei/projects/skillopt/SkillOpt/ppt-rebuild/complex20-skill-ab-20260907/runs/gpt-5.6-sol/complex-008/.tmp/feature_en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16688" y="1464818"/>
            <a:ext cx="1270373" cy="725928"/>
          </a:xfrm>
          <a:prstGeom prst="rect">
            <a:avLst/>
          </a:prstGeom>
        </p:spPr>
      </p:pic>
      <p:sp>
        <p:nvSpPr>
          <p:cNvPr id="615" name="Shape 593"/>
          <p:cNvSpPr/>
          <p:nvPr/>
        </p:nvSpPr>
        <p:spPr>
          <a:xfrm>
            <a:off x="9216688" y="1458337"/>
            <a:ext cx="1276855" cy="738891"/>
          </a:xfrm>
          <a:prstGeom prst="rect">
            <a:avLst/>
          </a:prstGeom>
          <a:solidFill>
            <a:srgbClr val="FFFFFF">
              <a:alpha val="0"/>
            </a:srgbClr>
          </a:solidFill>
          <a:ln w="20955">
            <a:solidFill>
              <a:srgbClr val="FFF200"/>
            </a:solidFill>
            <a:prstDash val="solid"/>
          </a:ln>
        </p:spPr>
      </p:sp>
      <p:sp>
        <p:nvSpPr>
          <p:cNvPr id="616" name="Shape 594"/>
          <p:cNvSpPr/>
          <p:nvPr/>
        </p:nvSpPr>
        <p:spPr>
          <a:xfrm>
            <a:off x="10506506" y="531483"/>
            <a:ext cx="1354633" cy="887965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617" name="Image 20" descr="/home/wangfeifei/projects/skillopt/SkillOpt/ppt-rebuild/complex20-skill-ab-20260907/runs/gpt-5.6-sol/complex-008/.tmp/cand_start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32432" y="589816"/>
            <a:ext cx="1302781" cy="771298"/>
          </a:xfrm>
          <a:prstGeom prst="rect">
            <a:avLst/>
          </a:prstGeom>
        </p:spPr>
      </p:pic>
      <p:sp>
        <p:nvSpPr>
          <p:cNvPr id="618" name="Shape 595"/>
          <p:cNvSpPr/>
          <p:nvPr/>
        </p:nvSpPr>
        <p:spPr>
          <a:xfrm>
            <a:off x="10519469" y="537964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9" name="Shape 596"/>
          <p:cNvSpPr/>
          <p:nvPr/>
        </p:nvSpPr>
        <p:spPr>
          <a:xfrm>
            <a:off x="10519469" y="137407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0" name="Shape 597"/>
          <p:cNvSpPr/>
          <p:nvPr/>
        </p:nvSpPr>
        <p:spPr>
          <a:xfrm>
            <a:off x="10599153" y="537964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1" name="Shape 598"/>
          <p:cNvSpPr/>
          <p:nvPr/>
        </p:nvSpPr>
        <p:spPr>
          <a:xfrm>
            <a:off x="10599153" y="137407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2" name="Shape 599"/>
          <p:cNvSpPr/>
          <p:nvPr/>
        </p:nvSpPr>
        <p:spPr>
          <a:xfrm>
            <a:off x="10678838" y="537964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3" name="Shape 600"/>
          <p:cNvSpPr/>
          <p:nvPr/>
        </p:nvSpPr>
        <p:spPr>
          <a:xfrm>
            <a:off x="10678838" y="137407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4" name="Shape 601"/>
          <p:cNvSpPr/>
          <p:nvPr/>
        </p:nvSpPr>
        <p:spPr>
          <a:xfrm>
            <a:off x="10758522" y="537964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5" name="Shape 602"/>
          <p:cNvSpPr/>
          <p:nvPr/>
        </p:nvSpPr>
        <p:spPr>
          <a:xfrm>
            <a:off x="10758522" y="137407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6" name="Shape 603"/>
          <p:cNvSpPr/>
          <p:nvPr/>
        </p:nvSpPr>
        <p:spPr>
          <a:xfrm>
            <a:off x="10838206" y="537964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7" name="Shape 604"/>
          <p:cNvSpPr/>
          <p:nvPr/>
        </p:nvSpPr>
        <p:spPr>
          <a:xfrm>
            <a:off x="10838206" y="137407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8" name="Shape 605"/>
          <p:cNvSpPr/>
          <p:nvPr/>
        </p:nvSpPr>
        <p:spPr>
          <a:xfrm>
            <a:off x="10917890" y="537964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9" name="Shape 606"/>
          <p:cNvSpPr/>
          <p:nvPr/>
        </p:nvSpPr>
        <p:spPr>
          <a:xfrm>
            <a:off x="10917890" y="137407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0" name="Shape 607"/>
          <p:cNvSpPr/>
          <p:nvPr/>
        </p:nvSpPr>
        <p:spPr>
          <a:xfrm>
            <a:off x="10997575" y="537964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1" name="Shape 608"/>
          <p:cNvSpPr/>
          <p:nvPr/>
        </p:nvSpPr>
        <p:spPr>
          <a:xfrm>
            <a:off x="10997575" y="137407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2" name="Shape 609"/>
          <p:cNvSpPr/>
          <p:nvPr/>
        </p:nvSpPr>
        <p:spPr>
          <a:xfrm>
            <a:off x="11077259" y="537964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3" name="Shape 610"/>
          <p:cNvSpPr/>
          <p:nvPr/>
        </p:nvSpPr>
        <p:spPr>
          <a:xfrm>
            <a:off x="11077259" y="137407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4" name="Shape 611"/>
          <p:cNvSpPr/>
          <p:nvPr/>
        </p:nvSpPr>
        <p:spPr>
          <a:xfrm>
            <a:off x="11156943" y="537964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5" name="Shape 612"/>
          <p:cNvSpPr/>
          <p:nvPr/>
        </p:nvSpPr>
        <p:spPr>
          <a:xfrm>
            <a:off x="11156943" y="137407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6" name="Shape 613"/>
          <p:cNvSpPr/>
          <p:nvPr/>
        </p:nvSpPr>
        <p:spPr>
          <a:xfrm>
            <a:off x="11236628" y="537964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7" name="Shape 614"/>
          <p:cNvSpPr/>
          <p:nvPr/>
        </p:nvSpPr>
        <p:spPr>
          <a:xfrm>
            <a:off x="11236628" y="137407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8" name="Shape 615"/>
          <p:cNvSpPr/>
          <p:nvPr/>
        </p:nvSpPr>
        <p:spPr>
          <a:xfrm>
            <a:off x="11316312" y="537964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9" name="Shape 616"/>
          <p:cNvSpPr/>
          <p:nvPr/>
        </p:nvSpPr>
        <p:spPr>
          <a:xfrm>
            <a:off x="11316312" y="137407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0" name="Shape 617"/>
          <p:cNvSpPr/>
          <p:nvPr/>
        </p:nvSpPr>
        <p:spPr>
          <a:xfrm>
            <a:off x="11395996" y="537964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1" name="Shape 618"/>
          <p:cNvSpPr/>
          <p:nvPr/>
        </p:nvSpPr>
        <p:spPr>
          <a:xfrm>
            <a:off x="11395996" y="137407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2" name="Shape 619"/>
          <p:cNvSpPr/>
          <p:nvPr/>
        </p:nvSpPr>
        <p:spPr>
          <a:xfrm>
            <a:off x="11475680" y="537964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3" name="Shape 620"/>
          <p:cNvSpPr/>
          <p:nvPr/>
        </p:nvSpPr>
        <p:spPr>
          <a:xfrm>
            <a:off x="11475680" y="137407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4" name="Shape 621"/>
          <p:cNvSpPr/>
          <p:nvPr/>
        </p:nvSpPr>
        <p:spPr>
          <a:xfrm>
            <a:off x="11555365" y="537964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5" name="Shape 622"/>
          <p:cNvSpPr/>
          <p:nvPr/>
        </p:nvSpPr>
        <p:spPr>
          <a:xfrm>
            <a:off x="11555365" y="137407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6" name="Shape 623"/>
          <p:cNvSpPr/>
          <p:nvPr/>
        </p:nvSpPr>
        <p:spPr>
          <a:xfrm>
            <a:off x="11635049" y="537964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7" name="Shape 624"/>
          <p:cNvSpPr/>
          <p:nvPr/>
        </p:nvSpPr>
        <p:spPr>
          <a:xfrm>
            <a:off x="11635049" y="137407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8" name="Shape 625"/>
          <p:cNvSpPr/>
          <p:nvPr/>
        </p:nvSpPr>
        <p:spPr>
          <a:xfrm>
            <a:off x="11714733" y="537964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9" name="Shape 626"/>
          <p:cNvSpPr/>
          <p:nvPr/>
        </p:nvSpPr>
        <p:spPr>
          <a:xfrm>
            <a:off x="11714733" y="137407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0" name="Shape 627"/>
          <p:cNvSpPr/>
          <p:nvPr/>
        </p:nvSpPr>
        <p:spPr>
          <a:xfrm>
            <a:off x="11794418" y="537964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1" name="Shape 628"/>
          <p:cNvSpPr/>
          <p:nvPr/>
        </p:nvSpPr>
        <p:spPr>
          <a:xfrm>
            <a:off x="11794418" y="137407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2" name="Shape 629"/>
          <p:cNvSpPr/>
          <p:nvPr/>
        </p:nvSpPr>
        <p:spPr>
          <a:xfrm>
            <a:off x="10506506" y="1387040"/>
            <a:ext cx="1354633" cy="855558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653" name="Image 21" descr="/home/wangfeifei/projects/skillopt/SkillOpt/ppt-rebuild/complex20-skill-ab-20260907/runs/gpt-5.6-sol/complex-008/.tmp/cand_en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32432" y="1445374"/>
            <a:ext cx="1302781" cy="738891"/>
          </a:xfrm>
          <a:prstGeom prst="rect">
            <a:avLst/>
          </a:prstGeom>
        </p:spPr>
      </p:pic>
      <p:sp>
        <p:nvSpPr>
          <p:cNvPr id="654" name="Shape 630"/>
          <p:cNvSpPr/>
          <p:nvPr/>
        </p:nvSpPr>
        <p:spPr>
          <a:xfrm>
            <a:off x="10519469" y="1393522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5" name="Shape 631"/>
          <p:cNvSpPr/>
          <p:nvPr/>
        </p:nvSpPr>
        <p:spPr>
          <a:xfrm>
            <a:off x="10519469" y="219722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6" name="Shape 632"/>
          <p:cNvSpPr/>
          <p:nvPr/>
        </p:nvSpPr>
        <p:spPr>
          <a:xfrm>
            <a:off x="10599153" y="1393522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7" name="Shape 633"/>
          <p:cNvSpPr/>
          <p:nvPr/>
        </p:nvSpPr>
        <p:spPr>
          <a:xfrm>
            <a:off x="10599153" y="219722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8" name="Shape 634"/>
          <p:cNvSpPr/>
          <p:nvPr/>
        </p:nvSpPr>
        <p:spPr>
          <a:xfrm>
            <a:off x="10678838" y="1393522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9" name="Shape 635"/>
          <p:cNvSpPr/>
          <p:nvPr/>
        </p:nvSpPr>
        <p:spPr>
          <a:xfrm>
            <a:off x="10678838" y="219722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0" name="Shape 636"/>
          <p:cNvSpPr/>
          <p:nvPr/>
        </p:nvSpPr>
        <p:spPr>
          <a:xfrm>
            <a:off x="10758522" y="1393522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1" name="Shape 637"/>
          <p:cNvSpPr/>
          <p:nvPr/>
        </p:nvSpPr>
        <p:spPr>
          <a:xfrm>
            <a:off x="10758522" y="219722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2" name="Shape 638"/>
          <p:cNvSpPr/>
          <p:nvPr/>
        </p:nvSpPr>
        <p:spPr>
          <a:xfrm>
            <a:off x="10838206" y="1393522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3" name="Shape 639"/>
          <p:cNvSpPr/>
          <p:nvPr/>
        </p:nvSpPr>
        <p:spPr>
          <a:xfrm>
            <a:off x="10838206" y="219722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4" name="Shape 640"/>
          <p:cNvSpPr/>
          <p:nvPr/>
        </p:nvSpPr>
        <p:spPr>
          <a:xfrm>
            <a:off x="10917890" y="1393522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5" name="Shape 641"/>
          <p:cNvSpPr/>
          <p:nvPr/>
        </p:nvSpPr>
        <p:spPr>
          <a:xfrm>
            <a:off x="10917890" y="219722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6" name="Shape 642"/>
          <p:cNvSpPr/>
          <p:nvPr/>
        </p:nvSpPr>
        <p:spPr>
          <a:xfrm>
            <a:off x="10997575" y="1393522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7" name="Shape 643"/>
          <p:cNvSpPr/>
          <p:nvPr/>
        </p:nvSpPr>
        <p:spPr>
          <a:xfrm>
            <a:off x="10997575" y="219722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8" name="Shape 644"/>
          <p:cNvSpPr/>
          <p:nvPr/>
        </p:nvSpPr>
        <p:spPr>
          <a:xfrm>
            <a:off x="11077259" y="1393522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9" name="Shape 645"/>
          <p:cNvSpPr/>
          <p:nvPr/>
        </p:nvSpPr>
        <p:spPr>
          <a:xfrm>
            <a:off x="11077259" y="219722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0" name="Shape 646"/>
          <p:cNvSpPr/>
          <p:nvPr/>
        </p:nvSpPr>
        <p:spPr>
          <a:xfrm>
            <a:off x="11156943" y="1393522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1" name="Shape 647"/>
          <p:cNvSpPr/>
          <p:nvPr/>
        </p:nvSpPr>
        <p:spPr>
          <a:xfrm>
            <a:off x="11156943" y="219722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2" name="Shape 648"/>
          <p:cNvSpPr/>
          <p:nvPr/>
        </p:nvSpPr>
        <p:spPr>
          <a:xfrm>
            <a:off x="11236628" y="1393522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3" name="Shape 649"/>
          <p:cNvSpPr/>
          <p:nvPr/>
        </p:nvSpPr>
        <p:spPr>
          <a:xfrm>
            <a:off x="11236628" y="219722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4" name="Shape 650"/>
          <p:cNvSpPr/>
          <p:nvPr/>
        </p:nvSpPr>
        <p:spPr>
          <a:xfrm>
            <a:off x="11316312" y="1393522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5" name="Shape 651"/>
          <p:cNvSpPr/>
          <p:nvPr/>
        </p:nvSpPr>
        <p:spPr>
          <a:xfrm>
            <a:off x="11316312" y="219722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6" name="Shape 652"/>
          <p:cNvSpPr/>
          <p:nvPr/>
        </p:nvSpPr>
        <p:spPr>
          <a:xfrm>
            <a:off x="11395996" y="1393522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7" name="Shape 653"/>
          <p:cNvSpPr/>
          <p:nvPr/>
        </p:nvSpPr>
        <p:spPr>
          <a:xfrm>
            <a:off x="11395996" y="219722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8" name="Shape 654"/>
          <p:cNvSpPr/>
          <p:nvPr/>
        </p:nvSpPr>
        <p:spPr>
          <a:xfrm>
            <a:off x="11475680" y="1393522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9" name="Shape 655"/>
          <p:cNvSpPr/>
          <p:nvPr/>
        </p:nvSpPr>
        <p:spPr>
          <a:xfrm>
            <a:off x="11475680" y="219722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0" name="Shape 656"/>
          <p:cNvSpPr/>
          <p:nvPr/>
        </p:nvSpPr>
        <p:spPr>
          <a:xfrm>
            <a:off x="11555365" y="1393522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1" name="Shape 657"/>
          <p:cNvSpPr/>
          <p:nvPr/>
        </p:nvSpPr>
        <p:spPr>
          <a:xfrm>
            <a:off x="11555365" y="219722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2" name="Shape 658"/>
          <p:cNvSpPr/>
          <p:nvPr/>
        </p:nvSpPr>
        <p:spPr>
          <a:xfrm>
            <a:off x="11635049" y="1393522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3" name="Shape 659"/>
          <p:cNvSpPr/>
          <p:nvPr/>
        </p:nvSpPr>
        <p:spPr>
          <a:xfrm>
            <a:off x="11635049" y="219722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4" name="Shape 660"/>
          <p:cNvSpPr/>
          <p:nvPr/>
        </p:nvSpPr>
        <p:spPr>
          <a:xfrm>
            <a:off x="11714733" y="1393522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5" name="Shape 661"/>
          <p:cNvSpPr/>
          <p:nvPr/>
        </p:nvSpPr>
        <p:spPr>
          <a:xfrm>
            <a:off x="11714733" y="219722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6" name="Shape 662"/>
          <p:cNvSpPr/>
          <p:nvPr/>
        </p:nvSpPr>
        <p:spPr>
          <a:xfrm>
            <a:off x="11794418" y="1393522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7" name="Shape 663"/>
          <p:cNvSpPr/>
          <p:nvPr/>
        </p:nvSpPr>
        <p:spPr>
          <a:xfrm>
            <a:off x="11794418" y="2197227"/>
            <a:ext cx="47277" cy="38889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8" name="Text 664"/>
          <p:cNvSpPr/>
          <p:nvPr/>
        </p:nvSpPr>
        <p:spPr>
          <a:xfrm>
            <a:off x="10940766" y="2210190"/>
            <a:ext cx="453705" cy="20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16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…</a:t>
            </a:r>
            <a:endParaRPr lang="en-US" sz="2160" dirty="0"/>
          </a:p>
        </p:txBody>
      </p:sp>
      <p:sp>
        <p:nvSpPr>
          <p:cNvPr id="689" name="Shape 665"/>
          <p:cNvSpPr/>
          <p:nvPr/>
        </p:nvSpPr>
        <p:spPr>
          <a:xfrm>
            <a:off x="8983354" y="2521302"/>
            <a:ext cx="291667" cy="0"/>
          </a:xfrm>
          <a:prstGeom prst="line">
            <a:avLst/>
          </a:prstGeom>
          <a:noFill/>
          <a:ln w="20955">
            <a:solidFill>
              <a:srgbClr val="F00000"/>
            </a:solidFill>
            <a:prstDash val="solid"/>
            <a:tailEnd type="triangle"/>
          </a:ln>
        </p:spPr>
      </p:sp>
      <p:sp>
        <p:nvSpPr>
          <p:cNvPr id="690" name="Text 666"/>
          <p:cNvSpPr/>
          <p:nvPr/>
        </p:nvSpPr>
        <p:spPr>
          <a:xfrm>
            <a:off x="9320392" y="2424080"/>
            <a:ext cx="1685189" cy="2268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12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: Matched Inlier Count</a:t>
            </a:r>
            <a:endParaRPr lang="en-US" sz="1512" dirty="0"/>
          </a:p>
        </p:txBody>
      </p:sp>
      <p:sp>
        <p:nvSpPr>
          <p:cNvPr id="691" name="Shape 667"/>
          <p:cNvSpPr/>
          <p:nvPr/>
        </p:nvSpPr>
        <p:spPr>
          <a:xfrm>
            <a:off x="9087058" y="2663895"/>
            <a:ext cx="155556" cy="155556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173866"/>
            </a:solidFill>
            <a:prstDash val="solid"/>
          </a:ln>
        </p:spPr>
      </p:sp>
      <p:sp>
        <p:nvSpPr>
          <p:cNvPr id="692" name="Shape 668"/>
          <p:cNvSpPr/>
          <p:nvPr/>
        </p:nvSpPr>
        <p:spPr>
          <a:xfrm>
            <a:off x="9100021" y="2741673"/>
            <a:ext cx="129630" cy="0"/>
          </a:xfrm>
          <a:prstGeom prst="line">
            <a:avLst/>
          </a:prstGeom>
          <a:noFill/>
          <a:ln w="13970">
            <a:solidFill>
              <a:srgbClr val="173866"/>
            </a:solidFill>
            <a:prstDash val="solid"/>
          </a:ln>
        </p:spPr>
      </p:sp>
      <p:sp>
        <p:nvSpPr>
          <p:cNvPr id="693" name="Shape 669"/>
          <p:cNvSpPr/>
          <p:nvPr/>
        </p:nvSpPr>
        <p:spPr>
          <a:xfrm>
            <a:off x="9164836" y="2676858"/>
            <a:ext cx="0" cy="129630"/>
          </a:xfrm>
          <a:prstGeom prst="line">
            <a:avLst/>
          </a:prstGeom>
          <a:noFill/>
          <a:ln w="13970">
            <a:solidFill>
              <a:srgbClr val="173866"/>
            </a:solidFill>
            <a:prstDash val="solid"/>
          </a:ln>
        </p:spPr>
      </p:sp>
      <p:sp>
        <p:nvSpPr>
          <p:cNvPr id="694" name="Text 670"/>
          <p:cNvSpPr/>
          <p:nvPr/>
        </p:nvSpPr>
        <p:spPr>
          <a:xfrm>
            <a:off x="9313911" y="2625006"/>
            <a:ext cx="1004632" cy="2203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12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: Addition</a:t>
            </a:r>
            <a:endParaRPr lang="en-US" sz="1512" dirty="0"/>
          </a:p>
        </p:txBody>
      </p:sp>
      <p:sp>
        <p:nvSpPr>
          <p:cNvPr id="695" name="Shape 671"/>
          <p:cNvSpPr/>
          <p:nvPr/>
        </p:nvSpPr>
        <p:spPr>
          <a:xfrm>
            <a:off x="11861139" y="946299"/>
            <a:ext cx="136111" cy="1529633"/>
          </a:xfrm>
          <a:prstGeom prst="line">
            <a:avLst/>
          </a:prstGeom>
          <a:noFill/>
          <a:ln w="20955">
            <a:solidFill>
              <a:srgbClr val="F00000"/>
            </a:solidFill>
            <a:prstDash val="solid"/>
            <a:tailEnd type="triangle"/>
          </a:ln>
        </p:spPr>
      </p:sp>
      <p:sp>
        <p:nvSpPr>
          <p:cNvPr id="696" name="Shape 672"/>
          <p:cNvSpPr/>
          <p:nvPr/>
        </p:nvSpPr>
        <p:spPr>
          <a:xfrm>
            <a:off x="11861139" y="1801856"/>
            <a:ext cx="136111" cy="674076"/>
          </a:xfrm>
          <a:prstGeom prst="line">
            <a:avLst/>
          </a:prstGeom>
          <a:noFill/>
          <a:ln w="20955">
            <a:solidFill>
              <a:srgbClr val="F00000"/>
            </a:solidFill>
            <a:prstDash val="solid"/>
            <a:tailEnd type="triangle"/>
          </a:ln>
        </p:spPr>
      </p:sp>
      <p:sp>
        <p:nvSpPr>
          <p:cNvPr id="697" name="Shape 673"/>
          <p:cNvSpPr/>
          <p:nvPr/>
        </p:nvSpPr>
        <p:spPr>
          <a:xfrm>
            <a:off x="11887065" y="2475932"/>
            <a:ext cx="220371" cy="220371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173866"/>
            </a:solidFill>
            <a:prstDash val="solid"/>
          </a:ln>
        </p:spPr>
      </p:sp>
      <p:sp>
        <p:nvSpPr>
          <p:cNvPr id="698" name="Shape 674"/>
          <p:cNvSpPr/>
          <p:nvPr/>
        </p:nvSpPr>
        <p:spPr>
          <a:xfrm>
            <a:off x="11906509" y="2586117"/>
            <a:ext cx="181482" cy="0"/>
          </a:xfrm>
          <a:prstGeom prst="line">
            <a:avLst/>
          </a:prstGeom>
          <a:noFill/>
          <a:ln w="13970">
            <a:solidFill>
              <a:srgbClr val="173866"/>
            </a:solidFill>
            <a:prstDash val="solid"/>
          </a:ln>
        </p:spPr>
      </p:sp>
      <p:sp>
        <p:nvSpPr>
          <p:cNvPr id="699" name="Shape 675"/>
          <p:cNvSpPr/>
          <p:nvPr/>
        </p:nvSpPr>
        <p:spPr>
          <a:xfrm>
            <a:off x="11997250" y="2495376"/>
            <a:ext cx="0" cy="181482"/>
          </a:xfrm>
          <a:prstGeom prst="line">
            <a:avLst/>
          </a:prstGeom>
          <a:noFill/>
          <a:ln w="13970">
            <a:solidFill>
              <a:srgbClr val="173866"/>
            </a:solidFill>
            <a:prstDash val="solid"/>
          </a:ln>
        </p:spPr>
      </p:sp>
      <p:sp>
        <p:nvSpPr>
          <p:cNvPr id="700" name="Shape 676"/>
          <p:cNvSpPr/>
          <p:nvPr/>
        </p:nvSpPr>
        <p:spPr>
          <a:xfrm>
            <a:off x="11997250" y="2696303"/>
            <a:ext cx="0" cy="103704"/>
          </a:xfrm>
          <a:prstGeom prst="line">
            <a:avLst/>
          </a:prstGeom>
          <a:noFill/>
          <a:ln w="20955">
            <a:solidFill>
              <a:srgbClr val="000000"/>
            </a:solidFill>
            <a:prstDash val="solid"/>
          </a:ln>
        </p:spPr>
      </p:sp>
      <p:sp>
        <p:nvSpPr>
          <p:cNvPr id="701" name="Shape 677"/>
          <p:cNvSpPr/>
          <p:nvPr/>
        </p:nvSpPr>
        <p:spPr>
          <a:xfrm>
            <a:off x="11997250" y="2800007"/>
            <a:ext cx="-557409" cy="84259"/>
          </a:xfrm>
          <a:prstGeom prst="line">
            <a:avLst/>
          </a:prstGeom>
          <a:noFill/>
          <a:ln w="20955">
            <a:solidFill>
              <a:srgbClr val="000000"/>
            </a:solidFill>
            <a:prstDash val="solid"/>
          </a:ln>
        </p:spPr>
      </p:sp>
      <p:sp>
        <p:nvSpPr>
          <p:cNvPr id="702" name="Shape 678"/>
          <p:cNvSpPr/>
          <p:nvPr/>
        </p:nvSpPr>
        <p:spPr>
          <a:xfrm>
            <a:off x="11439842" y="2884266"/>
            <a:ext cx="-550927" cy="0"/>
          </a:xfrm>
          <a:prstGeom prst="line">
            <a:avLst/>
          </a:prstGeom>
          <a:noFill/>
          <a:ln w="2095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03" name="Shape 679"/>
          <p:cNvSpPr/>
          <p:nvPr/>
        </p:nvSpPr>
        <p:spPr>
          <a:xfrm>
            <a:off x="11180582" y="2450006"/>
            <a:ext cx="0" cy="103704"/>
          </a:xfrm>
          <a:prstGeom prst="line">
            <a:avLst/>
          </a:prstGeom>
          <a:noFill/>
          <a:ln w="20955">
            <a:solidFill>
              <a:srgbClr val="000000"/>
            </a:solidFill>
            <a:prstDash val="solid"/>
          </a:ln>
        </p:spPr>
      </p:sp>
      <p:sp>
        <p:nvSpPr>
          <p:cNvPr id="704" name="Shape 680"/>
          <p:cNvSpPr/>
          <p:nvPr/>
        </p:nvSpPr>
        <p:spPr>
          <a:xfrm>
            <a:off x="11180582" y="2553710"/>
            <a:ext cx="-220371" cy="77778"/>
          </a:xfrm>
          <a:prstGeom prst="line">
            <a:avLst/>
          </a:prstGeom>
          <a:noFill/>
          <a:ln w="20955">
            <a:solidFill>
              <a:srgbClr val="000000"/>
            </a:solidFill>
            <a:prstDash val="solid"/>
          </a:ln>
        </p:spPr>
      </p:sp>
      <p:sp>
        <p:nvSpPr>
          <p:cNvPr id="705" name="Shape 681"/>
          <p:cNvSpPr/>
          <p:nvPr/>
        </p:nvSpPr>
        <p:spPr>
          <a:xfrm>
            <a:off x="10960211" y="2631488"/>
            <a:ext cx="-408334" cy="32407"/>
          </a:xfrm>
          <a:prstGeom prst="line">
            <a:avLst/>
          </a:prstGeom>
          <a:noFill/>
          <a:ln w="2095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06" name="Text 682"/>
          <p:cNvSpPr/>
          <p:nvPr/>
        </p:nvSpPr>
        <p:spPr>
          <a:xfrm>
            <a:off x="10337987" y="2787044"/>
            <a:ext cx="466668" cy="2268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728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Top k</a:t>
            </a:r>
            <a:endParaRPr lang="en-US" sz="1728" dirty="0"/>
          </a:p>
        </p:txBody>
      </p:sp>
      <p:sp>
        <p:nvSpPr>
          <p:cNvPr id="707" name="Shape 683"/>
          <p:cNvSpPr/>
          <p:nvPr/>
        </p:nvSpPr>
        <p:spPr>
          <a:xfrm>
            <a:off x="10564840" y="2994451"/>
            <a:ext cx="0" cy="168519"/>
          </a:xfrm>
          <a:prstGeom prst="line">
            <a:avLst/>
          </a:prstGeom>
          <a:noFill/>
          <a:ln w="2095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08" name="Shape 684"/>
          <p:cNvSpPr/>
          <p:nvPr/>
        </p:nvSpPr>
        <p:spPr>
          <a:xfrm>
            <a:off x="9106503" y="3175933"/>
            <a:ext cx="2942599" cy="525001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9" name="Shape 685"/>
          <p:cNvSpPr/>
          <p:nvPr/>
        </p:nvSpPr>
        <p:spPr>
          <a:xfrm>
            <a:off x="9119466" y="3201859"/>
            <a:ext cx="674076" cy="479631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710" name="Image 22" descr="/home/wangfeifei/projects/skillopt/SkillOpt/ppt-rebuild/complex20-skill-ab-20260907/runs/gpt-5.6-sol/complex-008/.tmp/relay_start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45392" y="3257989"/>
            <a:ext cx="622224" cy="367371"/>
          </a:xfrm>
          <a:prstGeom prst="rect">
            <a:avLst/>
          </a:prstGeom>
        </p:spPr>
      </p:pic>
      <p:sp>
        <p:nvSpPr>
          <p:cNvPr id="711" name="Shape 686"/>
          <p:cNvSpPr/>
          <p:nvPr/>
        </p:nvSpPr>
        <p:spPr>
          <a:xfrm>
            <a:off x="9132429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2" name="Shape 687"/>
          <p:cNvSpPr/>
          <p:nvPr/>
        </p:nvSpPr>
        <p:spPr>
          <a:xfrm>
            <a:off x="9132429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3" name="Shape 688"/>
          <p:cNvSpPr/>
          <p:nvPr/>
        </p:nvSpPr>
        <p:spPr>
          <a:xfrm>
            <a:off x="9216688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4" name="Shape 689"/>
          <p:cNvSpPr/>
          <p:nvPr/>
        </p:nvSpPr>
        <p:spPr>
          <a:xfrm>
            <a:off x="9216688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5" name="Shape 690"/>
          <p:cNvSpPr/>
          <p:nvPr/>
        </p:nvSpPr>
        <p:spPr>
          <a:xfrm>
            <a:off x="9300948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6" name="Shape 691"/>
          <p:cNvSpPr/>
          <p:nvPr/>
        </p:nvSpPr>
        <p:spPr>
          <a:xfrm>
            <a:off x="9300948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7" name="Shape 692"/>
          <p:cNvSpPr/>
          <p:nvPr/>
        </p:nvSpPr>
        <p:spPr>
          <a:xfrm>
            <a:off x="9385207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8" name="Shape 693"/>
          <p:cNvSpPr/>
          <p:nvPr/>
        </p:nvSpPr>
        <p:spPr>
          <a:xfrm>
            <a:off x="9385207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9" name="Shape 694"/>
          <p:cNvSpPr/>
          <p:nvPr/>
        </p:nvSpPr>
        <p:spPr>
          <a:xfrm>
            <a:off x="9469467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0" name="Shape 695"/>
          <p:cNvSpPr/>
          <p:nvPr/>
        </p:nvSpPr>
        <p:spPr>
          <a:xfrm>
            <a:off x="9469467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1" name="Shape 696"/>
          <p:cNvSpPr/>
          <p:nvPr/>
        </p:nvSpPr>
        <p:spPr>
          <a:xfrm>
            <a:off x="9553726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2" name="Shape 697"/>
          <p:cNvSpPr/>
          <p:nvPr/>
        </p:nvSpPr>
        <p:spPr>
          <a:xfrm>
            <a:off x="9553726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3" name="Shape 698"/>
          <p:cNvSpPr/>
          <p:nvPr/>
        </p:nvSpPr>
        <p:spPr>
          <a:xfrm>
            <a:off x="9637986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4" name="Shape 699"/>
          <p:cNvSpPr/>
          <p:nvPr/>
        </p:nvSpPr>
        <p:spPr>
          <a:xfrm>
            <a:off x="9637986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5" name="Shape 700"/>
          <p:cNvSpPr/>
          <p:nvPr/>
        </p:nvSpPr>
        <p:spPr>
          <a:xfrm>
            <a:off x="9722245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6" name="Shape 701"/>
          <p:cNvSpPr/>
          <p:nvPr/>
        </p:nvSpPr>
        <p:spPr>
          <a:xfrm>
            <a:off x="9722245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7" name="Shape 702"/>
          <p:cNvSpPr/>
          <p:nvPr/>
        </p:nvSpPr>
        <p:spPr>
          <a:xfrm>
            <a:off x="9138910" y="3251508"/>
            <a:ext cx="635187" cy="380334"/>
          </a:xfrm>
          <a:prstGeom prst="rect">
            <a:avLst/>
          </a:prstGeom>
          <a:solidFill>
            <a:srgbClr val="FFFFFF">
              <a:alpha val="0"/>
            </a:srgbClr>
          </a:solidFill>
          <a:ln w="27940">
            <a:solidFill>
              <a:srgbClr val="0000FF"/>
            </a:solidFill>
            <a:prstDash val="solid"/>
          </a:ln>
        </p:spPr>
      </p:sp>
      <p:sp>
        <p:nvSpPr>
          <p:cNvPr id="728" name="Shape 703"/>
          <p:cNvSpPr/>
          <p:nvPr/>
        </p:nvSpPr>
        <p:spPr>
          <a:xfrm>
            <a:off x="9793541" y="3201859"/>
            <a:ext cx="674076" cy="479631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729" name="Image 23" descr="/home/wangfeifei/projects/skillopt/SkillOpt/ppt-rebuild/complex20-skill-ab-20260907/runs/gpt-5.6-sol/complex-008/.tmp/relay_1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819467" y="3257989"/>
            <a:ext cx="622224" cy="367371"/>
          </a:xfrm>
          <a:prstGeom prst="rect">
            <a:avLst/>
          </a:prstGeom>
        </p:spPr>
      </p:pic>
      <p:sp>
        <p:nvSpPr>
          <p:cNvPr id="730" name="Shape 704"/>
          <p:cNvSpPr/>
          <p:nvPr/>
        </p:nvSpPr>
        <p:spPr>
          <a:xfrm>
            <a:off x="9806504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1" name="Shape 705"/>
          <p:cNvSpPr/>
          <p:nvPr/>
        </p:nvSpPr>
        <p:spPr>
          <a:xfrm>
            <a:off x="9806504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2" name="Shape 706"/>
          <p:cNvSpPr/>
          <p:nvPr/>
        </p:nvSpPr>
        <p:spPr>
          <a:xfrm>
            <a:off x="9890764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3" name="Shape 707"/>
          <p:cNvSpPr/>
          <p:nvPr/>
        </p:nvSpPr>
        <p:spPr>
          <a:xfrm>
            <a:off x="9890764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4" name="Shape 708"/>
          <p:cNvSpPr/>
          <p:nvPr/>
        </p:nvSpPr>
        <p:spPr>
          <a:xfrm>
            <a:off x="9975023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5" name="Shape 709"/>
          <p:cNvSpPr/>
          <p:nvPr/>
        </p:nvSpPr>
        <p:spPr>
          <a:xfrm>
            <a:off x="9975023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6" name="Shape 710"/>
          <p:cNvSpPr/>
          <p:nvPr/>
        </p:nvSpPr>
        <p:spPr>
          <a:xfrm>
            <a:off x="10059283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7" name="Shape 711"/>
          <p:cNvSpPr/>
          <p:nvPr/>
        </p:nvSpPr>
        <p:spPr>
          <a:xfrm>
            <a:off x="10059283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8" name="Shape 712"/>
          <p:cNvSpPr/>
          <p:nvPr/>
        </p:nvSpPr>
        <p:spPr>
          <a:xfrm>
            <a:off x="10143542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9" name="Shape 713"/>
          <p:cNvSpPr/>
          <p:nvPr/>
        </p:nvSpPr>
        <p:spPr>
          <a:xfrm>
            <a:off x="10143542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0" name="Shape 714"/>
          <p:cNvSpPr/>
          <p:nvPr/>
        </p:nvSpPr>
        <p:spPr>
          <a:xfrm>
            <a:off x="10227802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1" name="Shape 715"/>
          <p:cNvSpPr/>
          <p:nvPr/>
        </p:nvSpPr>
        <p:spPr>
          <a:xfrm>
            <a:off x="10227802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2" name="Shape 716"/>
          <p:cNvSpPr/>
          <p:nvPr/>
        </p:nvSpPr>
        <p:spPr>
          <a:xfrm>
            <a:off x="10312061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3" name="Shape 717"/>
          <p:cNvSpPr/>
          <p:nvPr/>
        </p:nvSpPr>
        <p:spPr>
          <a:xfrm>
            <a:off x="10312061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4" name="Shape 718"/>
          <p:cNvSpPr/>
          <p:nvPr/>
        </p:nvSpPr>
        <p:spPr>
          <a:xfrm>
            <a:off x="10396321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5" name="Shape 719"/>
          <p:cNvSpPr/>
          <p:nvPr/>
        </p:nvSpPr>
        <p:spPr>
          <a:xfrm>
            <a:off x="10396321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6" name="Shape 720"/>
          <p:cNvSpPr/>
          <p:nvPr/>
        </p:nvSpPr>
        <p:spPr>
          <a:xfrm>
            <a:off x="10467617" y="3201859"/>
            <a:ext cx="226852" cy="479631"/>
          </a:xfrm>
          <a:prstGeom prst="rect">
            <a:avLst/>
          </a:prstGeom>
          <a:solidFill>
            <a:srgbClr val="E2F1D8"/>
          </a:solidFill>
          <a:ln w="13970">
            <a:solidFill>
              <a:srgbClr val="000000"/>
            </a:solidFill>
            <a:prstDash val="solid"/>
          </a:ln>
        </p:spPr>
      </p:sp>
      <p:sp>
        <p:nvSpPr>
          <p:cNvPr id="747" name="Text 721"/>
          <p:cNvSpPr/>
          <p:nvPr/>
        </p:nvSpPr>
        <p:spPr>
          <a:xfrm>
            <a:off x="10474099" y="3318526"/>
            <a:ext cx="213889" cy="2398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…</a:t>
            </a:r>
            <a:endParaRPr lang="en-US" sz="1800" dirty="0"/>
          </a:p>
        </p:txBody>
      </p:sp>
      <p:sp>
        <p:nvSpPr>
          <p:cNvPr id="748" name="Shape 722"/>
          <p:cNvSpPr/>
          <p:nvPr/>
        </p:nvSpPr>
        <p:spPr>
          <a:xfrm>
            <a:off x="10694469" y="3201859"/>
            <a:ext cx="674076" cy="479631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749" name="Image 24" descr="/home/wangfeifei/projects/skillopt/SkillOpt/ppt-rebuild/complex20-skill-ab-20260907/runs/gpt-5.6-sol/complex-008/.tmp/relay_2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20395" y="3257989"/>
            <a:ext cx="622224" cy="367371"/>
          </a:xfrm>
          <a:prstGeom prst="rect">
            <a:avLst/>
          </a:prstGeom>
        </p:spPr>
      </p:pic>
      <p:sp>
        <p:nvSpPr>
          <p:cNvPr id="750" name="Shape 723"/>
          <p:cNvSpPr/>
          <p:nvPr/>
        </p:nvSpPr>
        <p:spPr>
          <a:xfrm>
            <a:off x="10707432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1" name="Shape 724"/>
          <p:cNvSpPr/>
          <p:nvPr/>
        </p:nvSpPr>
        <p:spPr>
          <a:xfrm>
            <a:off x="10707432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2" name="Shape 725"/>
          <p:cNvSpPr/>
          <p:nvPr/>
        </p:nvSpPr>
        <p:spPr>
          <a:xfrm>
            <a:off x="10791692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3" name="Shape 726"/>
          <p:cNvSpPr/>
          <p:nvPr/>
        </p:nvSpPr>
        <p:spPr>
          <a:xfrm>
            <a:off x="10791692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4" name="Shape 727"/>
          <p:cNvSpPr/>
          <p:nvPr/>
        </p:nvSpPr>
        <p:spPr>
          <a:xfrm>
            <a:off x="10875951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5" name="Shape 728"/>
          <p:cNvSpPr/>
          <p:nvPr/>
        </p:nvSpPr>
        <p:spPr>
          <a:xfrm>
            <a:off x="10875951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6" name="Shape 729"/>
          <p:cNvSpPr/>
          <p:nvPr/>
        </p:nvSpPr>
        <p:spPr>
          <a:xfrm>
            <a:off x="10960211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7" name="Shape 730"/>
          <p:cNvSpPr/>
          <p:nvPr/>
        </p:nvSpPr>
        <p:spPr>
          <a:xfrm>
            <a:off x="10960211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8" name="Shape 731"/>
          <p:cNvSpPr/>
          <p:nvPr/>
        </p:nvSpPr>
        <p:spPr>
          <a:xfrm>
            <a:off x="11044470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9" name="Shape 732"/>
          <p:cNvSpPr/>
          <p:nvPr/>
        </p:nvSpPr>
        <p:spPr>
          <a:xfrm>
            <a:off x="11044470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0" name="Shape 733"/>
          <p:cNvSpPr/>
          <p:nvPr/>
        </p:nvSpPr>
        <p:spPr>
          <a:xfrm>
            <a:off x="11128730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1" name="Shape 734"/>
          <p:cNvSpPr/>
          <p:nvPr/>
        </p:nvSpPr>
        <p:spPr>
          <a:xfrm>
            <a:off x="11128730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2" name="Shape 735"/>
          <p:cNvSpPr/>
          <p:nvPr/>
        </p:nvSpPr>
        <p:spPr>
          <a:xfrm>
            <a:off x="11212989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3" name="Shape 736"/>
          <p:cNvSpPr/>
          <p:nvPr/>
        </p:nvSpPr>
        <p:spPr>
          <a:xfrm>
            <a:off x="11212989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4" name="Shape 737"/>
          <p:cNvSpPr/>
          <p:nvPr/>
        </p:nvSpPr>
        <p:spPr>
          <a:xfrm>
            <a:off x="11297249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5" name="Shape 738"/>
          <p:cNvSpPr/>
          <p:nvPr/>
        </p:nvSpPr>
        <p:spPr>
          <a:xfrm>
            <a:off x="11297249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6" name="Shape 739"/>
          <p:cNvSpPr/>
          <p:nvPr/>
        </p:nvSpPr>
        <p:spPr>
          <a:xfrm>
            <a:off x="11368545" y="3201859"/>
            <a:ext cx="674076" cy="479631"/>
          </a:xfrm>
          <a:prstGeom prst="rect">
            <a:avLst/>
          </a:prstGeom>
          <a:solidFill>
            <a:srgbClr val="080808"/>
          </a:solidFill>
          <a:ln w="6985">
            <a:solidFill>
              <a:srgbClr val="000000"/>
            </a:solidFill>
            <a:prstDash val="solid"/>
          </a:ln>
        </p:spPr>
      </p:sp>
      <p:pic>
        <p:nvPicPr>
          <p:cNvPr id="767" name="Image 25" descr="/home/wangfeifei/projects/skillopt/SkillOpt/ppt-rebuild/complex20-skill-ab-20260907/runs/gpt-5.6-sol/complex-008/.tmp/relay_en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394471" y="3257989"/>
            <a:ext cx="622224" cy="367371"/>
          </a:xfrm>
          <a:prstGeom prst="rect">
            <a:avLst/>
          </a:prstGeom>
        </p:spPr>
      </p:pic>
      <p:sp>
        <p:nvSpPr>
          <p:cNvPr id="768" name="Shape 740"/>
          <p:cNvSpPr/>
          <p:nvPr/>
        </p:nvSpPr>
        <p:spPr>
          <a:xfrm>
            <a:off x="11381508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9" name="Shape 741"/>
          <p:cNvSpPr/>
          <p:nvPr/>
        </p:nvSpPr>
        <p:spPr>
          <a:xfrm>
            <a:off x="11381508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0" name="Shape 742"/>
          <p:cNvSpPr/>
          <p:nvPr/>
        </p:nvSpPr>
        <p:spPr>
          <a:xfrm>
            <a:off x="11465768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1" name="Shape 743"/>
          <p:cNvSpPr/>
          <p:nvPr/>
        </p:nvSpPr>
        <p:spPr>
          <a:xfrm>
            <a:off x="11465768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2" name="Shape 744"/>
          <p:cNvSpPr/>
          <p:nvPr/>
        </p:nvSpPr>
        <p:spPr>
          <a:xfrm>
            <a:off x="11550027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3" name="Shape 745"/>
          <p:cNvSpPr/>
          <p:nvPr/>
        </p:nvSpPr>
        <p:spPr>
          <a:xfrm>
            <a:off x="11550027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4" name="Shape 746"/>
          <p:cNvSpPr/>
          <p:nvPr/>
        </p:nvSpPr>
        <p:spPr>
          <a:xfrm>
            <a:off x="11634286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5" name="Shape 747"/>
          <p:cNvSpPr/>
          <p:nvPr/>
        </p:nvSpPr>
        <p:spPr>
          <a:xfrm>
            <a:off x="11634286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6" name="Shape 748"/>
          <p:cNvSpPr/>
          <p:nvPr/>
        </p:nvSpPr>
        <p:spPr>
          <a:xfrm>
            <a:off x="11718546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7" name="Shape 749"/>
          <p:cNvSpPr/>
          <p:nvPr/>
        </p:nvSpPr>
        <p:spPr>
          <a:xfrm>
            <a:off x="11718546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8" name="Shape 750"/>
          <p:cNvSpPr/>
          <p:nvPr/>
        </p:nvSpPr>
        <p:spPr>
          <a:xfrm>
            <a:off x="11802805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9" name="Shape 751"/>
          <p:cNvSpPr/>
          <p:nvPr/>
        </p:nvSpPr>
        <p:spPr>
          <a:xfrm>
            <a:off x="11802805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0" name="Shape 752"/>
          <p:cNvSpPr/>
          <p:nvPr/>
        </p:nvSpPr>
        <p:spPr>
          <a:xfrm>
            <a:off x="11887065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1" name="Shape 753"/>
          <p:cNvSpPr/>
          <p:nvPr/>
        </p:nvSpPr>
        <p:spPr>
          <a:xfrm>
            <a:off x="11887065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2" name="Shape 754"/>
          <p:cNvSpPr/>
          <p:nvPr/>
        </p:nvSpPr>
        <p:spPr>
          <a:xfrm>
            <a:off x="11971324" y="3208341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3" name="Shape 755"/>
          <p:cNvSpPr/>
          <p:nvPr/>
        </p:nvSpPr>
        <p:spPr>
          <a:xfrm>
            <a:off x="11971324" y="3638323"/>
            <a:ext cx="51852" cy="36685"/>
          </a:xfrm>
          <a:prstGeom prst="rect">
            <a:avLst/>
          </a:prstGeom>
          <a:solidFill>
            <a:srgbClr val="E2F1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4" name="Shape 756"/>
          <p:cNvSpPr/>
          <p:nvPr/>
        </p:nvSpPr>
        <p:spPr>
          <a:xfrm>
            <a:off x="11387990" y="3251508"/>
            <a:ext cx="635187" cy="380334"/>
          </a:xfrm>
          <a:prstGeom prst="rect">
            <a:avLst/>
          </a:prstGeom>
          <a:solidFill>
            <a:srgbClr val="FFFFFF">
              <a:alpha val="0"/>
            </a:srgbClr>
          </a:solidFill>
          <a:ln w="27940">
            <a:solidFill>
              <a:srgbClr val="FFF200"/>
            </a:solidFill>
            <a:prstDash val="solid"/>
          </a:ln>
        </p:spPr>
      </p:sp>
      <p:sp>
        <p:nvSpPr>
          <p:cNvPr id="785" name="Shape 757"/>
          <p:cNvSpPr/>
          <p:nvPr/>
        </p:nvSpPr>
        <p:spPr>
          <a:xfrm>
            <a:off x="2456487" y="2722229"/>
            <a:ext cx="544446" cy="330556"/>
          </a:xfrm>
          <a:prstGeom prst="rect">
            <a:avLst/>
          </a:prstGeom>
          <a:solidFill>
            <a:srgbClr val="FFFFFF">
              <a:alpha val="0"/>
            </a:srgbClr>
          </a:solidFill>
          <a:ln w="34925">
            <a:solidFill>
              <a:srgbClr val="0000FF"/>
            </a:solidFill>
            <a:prstDash val="solid"/>
          </a:ln>
        </p:spPr>
      </p:sp>
      <p:sp>
        <p:nvSpPr>
          <p:cNvPr id="786" name="Text 758"/>
          <p:cNvSpPr/>
          <p:nvPr/>
        </p:nvSpPr>
        <p:spPr>
          <a:xfrm>
            <a:off x="3059266" y="2715747"/>
            <a:ext cx="933336" cy="246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12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: Start Frame</a:t>
            </a:r>
            <a:endParaRPr lang="en-US" sz="1512" dirty="0"/>
          </a:p>
        </p:txBody>
      </p:sp>
      <p:sp>
        <p:nvSpPr>
          <p:cNvPr id="787" name="Shape 759"/>
          <p:cNvSpPr/>
          <p:nvPr/>
        </p:nvSpPr>
        <p:spPr>
          <a:xfrm>
            <a:off x="2456487" y="3085192"/>
            <a:ext cx="544446" cy="330556"/>
          </a:xfrm>
          <a:prstGeom prst="rect">
            <a:avLst/>
          </a:prstGeom>
          <a:solidFill>
            <a:srgbClr val="FFFFFF">
              <a:alpha val="0"/>
            </a:srgbClr>
          </a:solidFill>
          <a:ln w="34925">
            <a:solidFill>
              <a:srgbClr val="FFF200"/>
            </a:solidFill>
            <a:prstDash val="solid"/>
          </a:ln>
        </p:spPr>
      </p:sp>
      <p:sp>
        <p:nvSpPr>
          <p:cNvPr id="788" name="Text 760"/>
          <p:cNvSpPr/>
          <p:nvPr/>
        </p:nvSpPr>
        <p:spPr>
          <a:xfrm>
            <a:off x="3059266" y="3085192"/>
            <a:ext cx="933336" cy="2462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12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: End Frame</a:t>
            </a:r>
            <a:endParaRPr lang="en-US" sz="1512" dirty="0"/>
          </a:p>
        </p:txBody>
      </p:sp>
      <p:sp>
        <p:nvSpPr>
          <p:cNvPr id="789" name="Shape 761"/>
          <p:cNvSpPr/>
          <p:nvPr/>
        </p:nvSpPr>
        <p:spPr>
          <a:xfrm>
            <a:off x="77778" y="4050935"/>
            <a:ext cx="2359265" cy="382408"/>
          </a:xfrm>
          <a:prstGeom prst="rect">
            <a:avLst/>
          </a:prstGeom>
          <a:solidFill>
            <a:srgbClr val="AFB9CC"/>
          </a:solidFill>
          <a:ln w="13970">
            <a:solidFill>
              <a:srgbClr val="000000"/>
            </a:solidFill>
            <a:prstDash val="solid"/>
          </a:ln>
        </p:spPr>
      </p:sp>
      <p:sp>
        <p:nvSpPr>
          <p:cNvPr id="790" name="Text 762"/>
          <p:cNvSpPr/>
          <p:nvPr/>
        </p:nvSpPr>
        <p:spPr>
          <a:xfrm>
            <a:off x="149074" y="4102787"/>
            <a:ext cx="2216672" cy="27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232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Pose Model (e.g. DUSt3R)</a:t>
            </a:r>
            <a:endParaRPr lang="en-US" sz="2232" dirty="0"/>
          </a:p>
        </p:txBody>
      </p:sp>
      <p:sp>
        <p:nvSpPr>
          <p:cNvPr id="791" name="Shape 763"/>
          <p:cNvSpPr/>
          <p:nvPr/>
        </p:nvSpPr>
        <p:spPr>
          <a:xfrm>
            <a:off x="3435193" y="4050935"/>
            <a:ext cx="5334272" cy="382408"/>
          </a:xfrm>
          <a:prstGeom prst="rect">
            <a:avLst/>
          </a:prstGeom>
          <a:solidFill>
            <a:srgbClr val="AFB9CC"/>
          </a:solidFill>
          <a:ln w="13970">
            <a:solidFill>
              <a:srgbClr val="000000"/>
            </a:solidFill>
            <a:prstDash val="solid"/>
          </a:ln>
        </p:spPr>
      </p:sp>
      <p:sp>
        <p:nvSpPr>
          <p:cNvPr id="792" name="Text 764"/>
          <p:cNvSpPr/>
          <p:nvPr/>
        </p:nvSpPr>
        <p:spPr>
          <a:xfrm>
            <a:off x="3564823" y="4102787"/>
            <a:ext cx="5081493" cy="27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232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Pose Model (e.g. DUSt3R)</a:t>
            </a:r>
            <a:endParaRPr lang="en-US" sz="2232" dirty="0"/>
          </a:p>
        </p:txBody>
      </p:sp>
      <p:sp>
        <p:nvSpPr>
          <p:cNvPr id="793" name="Shape 765"/>
          <p:cNvSpPr/>
          <p:nvPr/>
        </p:nvSpPr>
        <p:spPr>
          <a:xfrm>
            <a:off x="9087058" y="4050935"/>
            <a:ext cx="2949081" cy="382408"/>
          </a:xfrm>
          <a:prstGeom prst="rect">
            <a:avLst/>
          </a:prstGeom>
          <a:solidFill>
            <a:srgbClr val="AFB9CC"/>
          </a:solidFill>
          <a:ln w="13970">
            <a:solidFill>
              <a:srgbClr val="000000"/>
            </a:solidFill>
            <a:prstDash val="solid"/>
          </a:ln>
        </p:spPr>
      </p:sp>
      <p:sp>
        <p:nvSpPr>
          <p:cNvPr id="794" name="Text 766"/>
          <p:cNvSpPr/>
          <p:nvPr/>
        </p:nvSpPr>
        <p:spPr>
          <a:xfrm>
            <a:off x="9190762" y="4102787"/>
            <a:ext cx="2741673" cy="27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232" b="1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Pose Model (e.g. DUSt3R)</a:t>
            </a:r>
            <a:endParaRPr lang="en-US" sz="2232" dirty="0"/>
          </a:p>
        </p:txBody>
      </p:sp>
      <p:sp>
        <p:nvSpPr>
          <p:cNvPr id="795" name="Shape 767"/>
          <p:cNvSpPr/>
          <p:nvPr/>
        </p:nvSpPr>
        <p:spPr>
          <a:xfrm>
            <a:off x="1257410" y="3169452"/>
            <a:ext cx="0" cy="862039"/>
          </a:xfrm>
          <a:prstGeom prst="line">
            <a:avLst/>
          </a:prstGeom>
          <a:noFill/>
          <a:ln w="20955">
            <a:solidFill>
              <a:srgbClr val="000000"/>
            </a:solidFill>
            <a:prstDash val="solid"/>
          </a:ln>
        </p:spPr>
      </p:sp>
      <p:sp>
        <p:nvSpPr>
          <p:cNvPr id="796" name="Shape 768"/>
          <p:cNvSpPr/>
          <p:nvPr/>
        </p:nvSpPr>
        <p:spPr>
          <a:xfrm>
            <a:off x="1257410" y="4433344"/>
            <a:ext cx="0" cy="129630"/>
          </a:xfrm>
          <a:prstGeom prst="line">
            <a:avLst/>
          </a:prstGeom>
          <a:noFill/>
          <a:ln w="2095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97" name="Shape 769"/>
          <p:cNvSpPr/>
          <p:nvPr/>
        </p:nvSpPr>
        <p:spPr>
          <a:xfrm>
            <a:off x="4556492" y="3778713"/>
            <a:ext cx="0" cy="187963"/>
          </a:xfrm>
          <a:prstGeom prst="line">
            <a:avLst/>
          </a:prstGeom>
          <a:noFill/>
          <a:ln w="20955">
            <a:solidFill>
              <a:srgbClr val="000000"/>
            </a:solidFill>
            <a:prstDash val="solid"/>
          </a:ln>
        </p:spPr>
      </p:sp>
      <p:sp>
        <p:nvSpPr>
          <p:cNvPr id="798" name="Shape 770"/>
          <p:cNvSpPr/>
          <p:nvPr/>
        </p:nvSpPr>
        <p:spPr>
          <a:xfrm>
            <a:off x="4556492" y="3966676"/>
            <a:ext cx="129630" cy="84259"/>
          </a:xfrm>
          <a:prstGeom prst="line">
            <a:avLst/>
          </a:prstGeom>
          <a:noFill/>
          <a:ln w="20955">
            <a:solidFill>
              <a:srgbClr val="000000"/>
            </a:solidFill>
            <a:prstDash val="solid"/>
          </a:ln>
        </p:spPr>
      </p:sp>
      <p:sp>
        <p:nvSpPr>
          <p:cNvPr id="799" name="Shape 771"/>
          <p:cNvSpPr/>
          <p:nvPr/>
        </p:nvSpPr>
        <p:spPr>
          <a:xfrm>
            <a:off x="7978722" y="3778713"/>
            <a:ext cx="0" cy="187963"/>
          </a:xfrm>
          <a:prstGeom prst="line">
            <a:avLst/>
          </a:prstGeom>
          <a:noFill/>
          <a:ln w="20955">
            <a:solidFill>
              <a:srgbClr val="000000"/>
            </a:solidFill>
            <a:prstDash val="solid"/>
          </a:ln>
        </p:spPr>
      </p:sp>
      <p:sp>
        <p:nvSpPr>
          <p:cNvPr id="800" name="Shape 772"/>
          <p:cNvSpPr/>
          <p:nvPr/>
        </p:nvSpPr>
        <p:spPr>
          <a:xfrm>
            <a:off x="7978722" y="3966676"/>
            <a:ext cx="-246297" cy="84259"/>
          </a:xfrm>
          <a:prstGeom prst="line">
            <a:avLst/>
          </a:prstGeom>
          <a:noFill/>
          <a:ln w="20955">
            <a:solidFill>
              <a:srgbClr val="000000"/>
            </a:solidFill>
            <a:prstDash val="solid"/>
          </a:ln>
        </p:spPr>
      </p:sp>
      <p:sp>
        <p:nvSpPr>
          <p:cNvPr id="801" name="Shape 773"/>
          <p:cNvSpPr/>
          <p:nvPr/>
        </p:nvSpPr>
        <p:spPr>
          <a:xfrm>
            <a:off x="4686122" y="4433344"/>
            <a:ext cx="0" cy="129630"/>
          </a:xfrm>
          <a:prstGeom prst="line">
            <a:avLst/>
          </a:prstGeom>
          <a:noFill/>
          <a:ln w="2095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02" name="Shape 774"/>
          <p:cNvSpPr/>
          <p:nvPr/>
        </p:nvSpPr>
        <p:spPr>
          <a:xfrm>
            <a:off x="7499092" y="4433344"/>
            <a:ext cx="0" cy="129630"/>
          </a:xfrm>
          <a:prstGeom prst="line">
            <a:avLst/>
          </a:prstGeom>
          <a:noFill/>
          <a:ln w="2095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03" name="Shape 775"/>
          <p:cNvSpPr/>
          <p:nvPr/>
        </p:nvSpPr>
        <p:spPr>
          <a:xfrm>
            <a:off x="10558358" y="3694453"/>
            <a:ext cx="0" cy="350001"/>
          </a:xfrm>
          <a:prstGeom prst="line">
            <a:avLst/>
          </a:prstGeom>
          <a:noFill/>
          <a:ln w="20955">
            <a:solidFill>
              <a:srgbClr val="000000"/>
            </a:solidFill>
            <a:prstDash val="solid"/>
          </a:ln>
        </p:spPr>
      </p:sp>
      <p:sp>
        <p:nvSpPr>
          <p:cNvPr id="804" name="Shape 776"/>
          <p:cNvSpPr/>
          <p:nvPr/>
        </p:nvSpPr>
        <p:spPr>
          <a:xfrm>
            <a:off x="10558358" y="4433344"/>
            <a:ext cx="0" cy="129630"/>
          </a:xfrm>
          <a:prstGeom prst="line">
            <a:avLst/>
          </a:prstGeom>
          <a:noFill/>
          <a:ln w="20955">
            <a:solidFill>
              <a:srgbClr val="000000"/>
            </a:solidFill>
            <a:prstDash val="solid"/>
            <a:tailEnd type="triangle"/>
          </a:ln>
        </p:spPr>
      </p:sp>
      <p:pic>
        <p:nvPicPr>
          <p:cNvPr id="805" name="Image 26" descr="/home/wangfeifei/projects/skillopt/SkillOpt/ppt-rebuild/complex20-skill-ab-20260907/runs/gpt-5.6-sol/complex-008/.tmp/pc_1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7778" y="4653715"/>
            <a:ext cx="2365746" cy="1639819"/>
          </a:xfrm>
          <a:prstGeom prst="rect">
            <a:avLst/>
          </a:prstGeom>
        </p:spPr>
      </p:pic>
      <p:sp>
        <p:nvSpPr>
          <p:cNvPr id="806" name="Shape 777"/>
          <p:cNvSpPr/>
          <p:nvPr/>
        </p:nvSpPr>
        <p:spPr>
          <a:xfrm>
            <a:off x="0" y="4569455"/>
            <a:ext cx="2521302" cy="181481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7" name="Shape 778"/>
          <p:cNvSpPr/>
          <p:nvPr/>
        </p:nvSpPr>
        <p:spPr>
          <a:xfrm>
            <a:off x="0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08" name="Shape 779"/>
          <p:cNvSpPr/>
          <p:nvPr/>
        </p:nvSpPr>
        <p:spPr>
          <a:xfrm>
            <a:off x="0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09" name="Shape 780"/>
          <p:cNvSpPr/>
          <p:nvPr/>
        </p:nvSpPr>
        <p:spPr>
          <a:xfrm>
            <a:off x="136111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10" name="Shape 781"/>
          <p:cNvSpPr/>
          <p:nvPr/>
        </p:nvSpPr>
        <p:spPr>
          <a:xfrm>
            <a:off x="136111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11" name="Shape 782"/>
          <p:cNvSpPr/>
          <p:nvPr/>
        </p:nvSpPr>
        <p:spPr>
          <a:xfrm>
            <a:off x="272223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12" name="Shape 783"/>
          <p:cNvSpPr/>
          <p:nvPr/>
        </p:nvSpPr>
        <p:spPr>
          <a:xfrm>
            <a:off x="272223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13" name="Shape 784"/>
          <p:cNvSpPr/>
          <p:nvPr/>
        </p:nvSpPr>
        <p:spPr>
          <a:xfrm>
            <a:off x="408334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14" name="Shape 785"/>
          <p:cNvSpPr/>
          <p:nvPr/>
        </p:nvSpPr>
        <p:spPr>
          <a:xfrm>
            <a:off x="408334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15" name="Shape 786"/>
          <p:cNvSpPr/>
          <p:nvPr/>
        </p:nvSpPr>
        <p:spPr>
          <a:xfrm>
            <a:off x="544446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16" name="Shape 787"/>
          <p:cNvSpPr/>
          <p:nvPr/>
        </p:nvSpPr>
        <p:spPr>
          <a:xfrm>
            <a:off x="544446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17" name="Shape 788"/>
          <p:cNvSpPr/>
          <p:nvPr/>
        </p:nvSpPr>
        <p:spPr>
          <a:xfrm>
            <a:off x="680557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18" name="Shape 789"/>
          <p:cNvSpPr/>
          <p:nvPr/>
        </p:nvSpPr>
        <p:spPr>
          <a:xfrm>
            <a:off x="680557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19" name="Shape 790"/>
          <p:cNvSpPr/>
          <p:nvPr/>
        </p:nvSpPr>
        <p:spPr>
          <a:xfrm>
            <a:off x="816669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20" name="Shape 791"/>
          <p:cNvSpPr/>
          <p:nvPr/>
        </p:nvSpPr>
        <p:spPr>
          <a:xfrm>
            <a:off x="816669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21" name="Shape 792"/>
          <p:cNvSpPr/>
          <p:nvPr/>
        </p:nvSpPr>
        <p:spPr>
          <a:xfrm>
            <a:off x="952780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22" name="Shape 793"/>
          <p:cNvSpPr/>
          <p:nvPr/>
        </p:nvSpPr>
        <p:spPr>
          <a:xfrm>
            <a:off x="952780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23" name="Shape 794"/>
          <p:cNvSpPr/>
          <p:nvPr/>
        </p:nvSpPr>
        <p:spPr>
          <a:xfrm>
            <a:off x="1088891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24" name="Shape 795"/>
          <p:cNvSpPr/>
          <p:nvPr/>
        </p:nvSpPr>
        <p:spPr>
          <a:xfrm>
            <a:off x="1088891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25" name="Shape 796"/>
          <p:cNvSpPr/>
          <p:nvPr/>
        </p:nvSpPr>
        <p:spPr>
          <a:xfrm>
            <a:off x="1225003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26" name="Shape 797"/>
          <p:cNvSpPr/>
          <p:nvPr/>
        </p:nvSpPr>
        <p:spPr>
          <a:xfrm>
            <a:off x="1225003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27" name="Shape 798"/>
          <p:cNvSpPr/>
          <p:nvPr/>
        </p:nvSpPr>
        <p:spPr>
          <a:xfrm>
            <a:off x="1361114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28" name="Shape 799"/>
          <p:cNvSpPr/>
          <p:nvPr/>
        </p:nvSpPr>
        <p:spPr>
          <a:xfrm>
            <a:off x="1361114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29" name="Shape 800"/>
          <p:cNvSpPr/>
          <p:nvPr/>
        </p:nvSpPr>
        <p:spPr>
          <a:xfrm>
            <a:off x="1497226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30" name="Shape 801"/>
          <p:cNvSpPr/>
          <p:nvPr/>
        </p:nvSpPr>
        <p:spPr>
          <a:xfrm>
            <a:off x="1497226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31" name="Shape 802"/>
          <p:cNvSpPr/>
          <p:nvPr/>
        </p:nvSpPr>
        <p:spPr>
          <a:xfrm>
            <a:off x="1633337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32" name="Shape 803"/>
          <p:cNvSpPr/>
          <p:nvPr/>
        </p:nvSpPr>
        <p:spPr>
          <a:xfrm>
            <a:off x="1633337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33" name="Shape 804"/>
          <p:cNvSpPr/>
          <p:nvPr/>
        </p:nvSpPr>
        <p:spPr>
          <a:xfrm>
            <a:off x="1769449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34" name="Shape 805"/>
          <p:cNvSpPr/>
          <p:nvPr/>
        </p:nvSpPr>
        <p:spPr>
          <a:xfrm>
            <a:off x="1769449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35" name="Shape 806"/>
          <p:cNvSpPr/>
          <p:nvPr/>
        </p:nvSpPr>
        <p:spPr>
          <a:xfrm>
            <a:off x="1905560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36" name="Shape 807"/>
          <p:cNvSpPr/>
          <p:nvPr/>
        </p:nvSpPr>
        <p:spPr>
          <a:xfrm>
            <a:off x="1905560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37" name="Shape 808"/>
          <p:cNvSpPr/>
          <p:nvPr/>
        </p:nvSpPr>
        <p:spPr>
          <a:xfrm>
            <a:off x="2041671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38" name="Shape 809"/>
          <p:cNvSpPr/>
          <p:nvPr/>
        </p:nvSpPr>
        <p:spPr>
          <a:xfrm>
            <a:off x="2041671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39" name="Shape 810"/>
          <p:cNvSpPr/>
          <p:nvPr/>
        </p:nvSpPr>
        <p:spPr>
          <a:xfrm>
            <a:off x="2177783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40" name="Shape 811"/>
          <p:cNvSpPr/>
          <p:nvPr/>
        </p:nvSpPr>
        <p:spPr>
          <a:xfrm>
            <a:off x="2177783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41" name="Shape 812"/>
          <p:cNvSpPr/>
          <p:nvPr/>
        </p:nvSpPr>
        <p:spPr>
          <a:xfrm>
            <a:off x="2313894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42" name="Shape 813"/>
          <p:cNvSpPr/>
          <p:nvPr/>
        </p:nvSpPr>
        <p:spPr>
          <a:xfrm>
            <a:off x="2313894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43" name="Shape 814"/>
          <p:cNvSpPr/>
          <p:nvPr/>
        </p:nvSpPr>
        <p:spPr>
          <a:xfrm>
            <a:off x="2450006" y="4569455"/>
            <a:ext cx="71296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44" name="Shape 815"/>
          <p:cNvSpPr/>
          <p:nvPr/>
        </p:nvSpPr>
        <p:spPr>
          <a:xfrm>
            <a:off x="2450006" y="6384274"/>
            <a:ext cx="71296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45" name="Shape 816"/>
          <p:cNvSpPr/>
          <p:nvPr/>
        </p:nvSpPr>
        <p:spPr>
          <a:xfrm>
            <a:off x="0" y="456945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46" name="Shape 817"/>
          <p:cNvSpPr/>
          <p:nvPr/>
        </p:nvSpPr>
        <p:spPr>
          <a:xfrm>
            <a:off x="2521302" y="456945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47" name="Shape 818"/>
          <p:cNvSpPr/>
          <p:nvPr/>
        </p:nvSpPr>
        <p:spPr>
          <a:xfrm>
            <a:off x="0" y="470556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48" name="Shape 819"/>
          <p:cNvSpPr/>
          <p:nvPr/>
        </p:nvSpPr>
        <p:spPr>
          <a:xfrm>
            <a:off x="2521302" y="470556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49" name="Shape 820"/>
          <p:cNvSpPr/>
          <p:nvPr/>
        </p:nvSpPr>
        <p:spPr>
          <a:xfrm>
            <a:off x="0" y="484167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50" name="Shape 821"/>
          <p:cNvSpPr/>
          <p:nvPr/>
        </p:nvSpPr>
        <p:spPr>
          <a:xfrm>
            <a:off x="2521302" y="484167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51" name="Shape 822"/>
          <p:cNvSpPr/>
          <p:nvPr/>
        </p:nvSpPr>
        <p:spPr>
          <a:xfrm>
            <a:off x="0" y="497778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52" name="Shape 823"/>
          <p:cNvSpPr/>
          <p:nvPr/>
        </p:nvSpPr>
        <p:spPr>
          <a:xfrm>
            <a:off x="2521302" y="497778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53" name="Shape 824"/>
          <p:cNvSpPr/>
          <p:nvPr/>
        </p:nvSpPr>
        <p:spPr>
          <a:xfrm>
            <a:off x="0" y="511390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54" name="Shape 825"/>
          <p:cNvSpPr/>
          <p:nvPr/>
        </p:nvSpPr>
        <p:spPr>
          <a:xfrm>
            <a:off x="2521302" y="511390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55" name="Shape 826"/>
          <p:cNvSpPr/>
          <p:nvPr/>
        </p:nvSpPr>
        <p:spPr>
          <a:xfrm>
            <a:off x="0" y="525001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56" name="Shape 827"/>
          <p:cNvSpPr/>
          <p:nvPr/>
        </p:nvSpPr>
        <p:spPr>
          <a:xfrm>
            <a:off x="2521302" y="525001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57" name="Shape 828"/>
          <p:cNvSpPr/>
          <p:nvPr/>
        </p:nvSpPr>
        <p:spPr>
          <a:xfrm>
            <a:off x="0" y="538612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58" name="Shape 829"/>
          <p:cNvSpPr/>
          <p:nvPr/>
        </p:nvSpPr>
        <p:spPr>
          <a:xfrm>
            <a:off x="2521302" y="538612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59" name="Shape 830"/>
          <p:cNvSpPr/>
          <p:nvPr/>
        </p:nvSpPr>
        <p:spPr>
          <a:xfrm>
            <a:off x="0" y="552223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60" name="Shape 831"/>
          <p:cNvSpPr/>
          <p:nvPr/>
        </p:nvSpPr>
        <p:spPr>
          <a:xfrm>
            <a:off x="2521302" y="552223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61" name="Shape 832"/>
          <p:cNvSpPr/>
          <p:nvPr/>
        </p:nvSpPr>
        <p:spPr>
          <a:xfrm>
            <a:off x="0" y="565834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62" name="Shape 833"/>
          <p:cNvSpPr/>
          <p:nvPr/>
        </p:nvSpPr>
        <p:spPr>
          <a:xfrm>
            <a:off x="2521302" y="565834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63" name="Shape 834"/>
          <p:cNvSpPr/>
          <p:nvPr/>
        </p:nvSpPr>
        <p:spPr>
          <a:xfrm>
            <a:off x="0" y="579445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64" name="Shape 835"/>
          <p:cNvSpPr/>
          <p:nvPr/>
        </p:nvSpPr>
        <p:spPr>
          <a:xfrm>
            <a:off x="2521302" y="579445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65" name="Shape 836"/>
          <p:cNvSpPr/>
          <p:nvPr/>
        </p:nvSpPr>
        <p:spPr>
          <a:xfrm>
            <a:off x="0" y="593056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66" name="Shape 837"/>
          <p:cNvSpPr/>
          <p:nvPr/>
        </p:nvSpPr>
        <p:spPr>
          <a:xfrm>
            <a:off x="2521302" y="593056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67" name="Shape 838"/>
          <p:cNvSpPr/>
          <p:nvPr/>
        </p:nvSpPr>
        <p:spPr>
          <a:xfrm>
            <a:off x="0" y="606668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68" name="Shape 839"/>
          <p:cNvSpPr/>
          <p:nvPr/>
        </p:nvSpPr>
        <p:spPr>
          <a:xfrm>
            <a:off x="2521302" y="606668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69" name="Shape 840"/>
          <p:cNvSpPr/>
          <p:nvPr/>
        </p:nvSpPr>
        <p:spPr>
          <a:xfrm>
            <a:off x="0" y="620279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70" name="Shape 841"/>
          <p:cNvSpPr/>
          <p:nvPr/>
        </p:nvSpPr>
        <p:spPr>
          <a:xfrm>
            <a:off x="2521302" y="620279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71" name="Shape 842"/>
          <p:cNvSpPr/>
          <p:nvPr/>
        </p:nvSpPr>
        <p:spPr>
          <a:xfrm>
            <a:off x="0" y="6338904"/>
            <a:ext cx="0" cy="4537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72" name="Shape 843"/>
          <p:cNvSpPr/>
          <p:nvPr/>
        </p:nvSpPr>
        <p:spPr>
          <a:xfrm>
            <a:off x="2521302" y="6338904"/>
            <a:ext cx="0" cy="4537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pic>
        <p:nvPicPr>
          <p:cNvPr id="873" name="Image 27" descr="/home/wangfeifei/projects/skillopt/SkillOpt/ppt-rebuild/complex20-skill-ab-20260907/runs/gpt-5.6-sol/complex-008/.tmp/pc_2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500008" y="4653715"/>
            <a:ext cx="2385191" cy="1639819"/>
          </a:xfrm>
          <a:prstGeom prst="rect">
            <a:avLst/>
          </a:prstGeom>
        </p:spPr>
      </p:pic>
      <p:sp>
        <p:nvSpPr>
          <p:cNvPr id="874" name="Shape 844"/>
          <p:cNvSpPr/>
          <p:nvPr/>
        </p:nvSpPr>
        <p:spPr>
          <a:xfrm>
            <a:off x="3422230" y="4569455"/>
            <a:ext cx="2540747" cy="181481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5" name="Shape 845"/>
          <p:cNvSpPr/>
          <p:nvPr/>
        </p:nvSpPr>
        <p:spPr>
          <a:xfrm>
            <a:off x="3422230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76" name="Shape 846"/>
          <p:cNvSpPr/>
          <p:nvPr/>
        </p:nvSpPr>
        <p:spPr>
          <a:xfrm>
            <a:off x="3422230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77" name="Shape 847"/>
          <p:cNvSpPr/>
          <p:nvPr/>
        </p:nvSpPr>
        <p:spPr>
          <a:xfrm>
            <a:off x="3558342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78" name="Shape 848"/>
          <p:cNvSpPr/>
          <p:nvPr/>
        </p:nvSpPr>
        <p:spPr>
          <a:xfrm>
            <a:off x="3558342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79" name="Shape 849"/>
          <p:cNvSpPr/>
          <p:nvPr/>
        </p:nvSpPr>
        <p:spPr>
          <a:xfrm>
            <a:off x="3694453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80" name="Shape 850"/>
          <p:cNvSpPr/>
          <p:nvPr/>
        </p:nvSpPr>
        <p:spPr>
          <a:xfrm>
            <a:off x="3694453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81" name="Shape 851"/>
          <p:cNvSpPr/>
          <p:nvPr/>
        </p:nvSpPr>
        <p:spPr>
          <a:xfrm>
            <a:off x="3830565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82" name="Shape 852"/>
          <p:cNvSpPr/>
          <p:nvPr/>
        </p:nvSpPr>
        <p:spPr>
          <a:xfrm>
            <a:off x="3830565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83" name="Shape 853"/>
          <p:cNvSpPr/>
          <p:nvPr/>
        </p:nvSpPr>
        <p:spPr>
          <a:xfrm>
            <a:off x="3966676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84" name="Shape 854"/>
          <p:cNvSpPr/>
          <p:nvPr/>
        </p:nvSpPr>
        <p:spPr>
          <a:xfrm>
            <a:off x="3966676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85" name="Shape 855"/>
          <p:cNvSpPr/>
          <p:nvPr/>
        </p:nvSpPr>
        <p:spPr>
          <a:xfrm>
            <a:off x="4102787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86" name="Shape 856"/>
          <p:cNvSpPr/>
          <p:nvPr/>
        </p:nvSpPr>
        <p:spPr>
          <a:xfrm>
            <a:off x="4102787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87" name="Shape 857"/>
          <p:cNvSpPr/>
          <p:nvPr/>
        </p:nvSpPr>
        <p:spPr>
          <a:xfrm>
            <a:off x="4238899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88" name="Shape 858"/>
          <p:cNvSpPr/>
          <p:nvPr/>
        </p:nvSpPr>
        <p:spPr>
          <a:xfrm>
            <a:off x="4238899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89" name="Shape 859"/>
          <p:cNvSpPr/>
          <p:nvPr/>
        </p:nvSpPr>
        <p:spPr>
          <a:xfrm>
            <a:off x="4375010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90" name="Shape 860"/>
          <p:cNvSpPr/>
          <p:nvPr/>
        </p:nvSpPr>
        <p:spPr>
          <a:xfrm>
            <a:off x="4375010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91" name="Shape 861"/>
          <p:cNvSpPr/>
          <p:nvPr/>
        </p:nvSpPr>
        <p:spPr>
          <a:xfrm>
            <a:off x="4511122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92" name="Shape 862"/>
          <p:cNvSpPr/>
          <p:nvPr/>
        </p:nvSpPr>
        <p:spPr>
          <a:xfrm>
            <a:off x="4511122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93" name="Shape 863"/>
          <p:cNvSpPr/>
          <p:nvPr/>
        </p:nvSpPr>
        <p:spPr>
          <a:xfrm>
            <a:off x="4647233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94" name="Shape 864"/>
          <p:cNvSpPr/>
          <p:nvPr/>
        </p:nvSpPr>
        <p:spPr>
          <a:xfrm>
            <a:off x="4647233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95" name="Shape 865"/>
          <p:cNvSpPr/>
          <p:nvPr/>
        </p:nvSpPr>
        <p:spPr>
          <a:xfrm>
            <a:off x="4783345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96" name="Shape 866"/>
          <p:cNvSpPr/>
          <p:nvPr/>
        </p:nvSpPr>
        <p:spPr>
          <a:xfrm>
            <a:off x="4783345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97" name="Shape 867"/>
          <p:cNvSpPr/>
          <p:nvPr/>
        </p:nvSpPr>
        <p:spPr>
          <a:xfrm>
            <a:off x="4919456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98" name="Shape 868"/>
          <p:cNvSpPr/>
          <p:nvPr/>
        </p:nvSpPr>
        <p:spPr>
          <a:xfrm>
            <a:off x="4919456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899" name="Shape 869"/>
          <p:cNvSpPr/>
          <p:nvPr/>
        </p:nvSpPr>
        <p:spPr>
          <a:xfrm>
            <a:off x="5055567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00" name="Shape 870"/>
          <p:cNvSpPr/>
          <p:nvPr/>
        </p:nvSpPr>
        <p:spPr>
          <a:xfrm>
            <a:off x="5055567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01" name="Shape 871"/>
          <p:cNvSpPr/>
          <p:nvPr/>
        </p:nvSpPr>
        <p:spPr>
          <a:xfrm>
            <a:off x="5191679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02" name="Shape 872"/>
          <p:cNvSpPr/>
          <p:nvPr/>
        </p:nvSpPr>
        <p:spPr>
          <a:xfrm>
            <a:off x="5191679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03" name="Shape 873"/>
          <p:cNvSpPr/>
          <p:nvPr/>
        </p:nvSpPr>
        <p:spPr>
          <a:xfrm>
            <a:off x="5327790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04" name="Shape 874"/>
          <p:cNvSpPr/>
          <p:nvPr/>
        </p:nvSpPr>
        <p:spPr>
          <a:xfrm>
            <a:off x="5327790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05" name="Shape 875"/>
          <p:cNvSpPr/>
          <p:nvPr/>
        </p:nvSpPr>
        <p:spPr>
          <a:xfrm>
            <a:off x="5463902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06" name="Shape 876"/>
          <p:cNvSpPr/>
          <p:nvPr/>
        </p:nvSpPr>
        <p:spPr>
          <a:xfrm>
            <a:off x="5463902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07" name="Shape 877"/>
          <p:cNvSpPr/>
          <p:nvPr/>
        </p:nvSpPr>
        <p:spPr>
          <a:xfrm>
            <a:off x="5600013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08" name="Shape 878"/>
          <p:cNvSpPr/>
          <p:nvPr/>
        </p:nvSpPr>
        <p:spPr>
          <a:xfrm>
            <a:off x="5600013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09" name="Shape 879"/>
          <p:cNvSpPr/>
          <p:nvPr/>
        </p:nvSpPr>
        <p:spPr>
          <a:xfrm>
            <a:off x="5736125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10" name="Shape 880"/>
          <p:cNvSpPr/>
          <p:nvPr/>
        </p:nvSpPr>
        <p:spPr>
          <a:xfrm>
            <a:off x="5736125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11" name="Shape 881"/>
          <p:cNvSpPr/>
          <p:nvPr/>
        </p:nvSpPr>
        <p:spPr>
          <a:xfrm>
            <a:off x="5872236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12" name="Shape 882"/>
          <p:cNvSpPr/>
          <p:nvPr/>
        </p:nvSpPr>
        <p:spPr>
          <a:xfrm>
            <a:off x="5872236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13" name="Shape 883"/>
          <p:cNvSpPr/>
          <p:nvPr/>
        </p:nvSpPr>
        <p:spPr>
          <a:xfrm>
            <a:off x="3422230" y="456945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14" name="Shape 884"/>
          <p:cNvSpPr/>
          <p:nvPr/>
        </p:nvSpPr>
        <p:spPr>
          <a:xfrm>
            <a:off x="5962977" y="456945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15" name="Shape 885"/>
          <p:cNvSpPr/>
          <p:nvPr/>
        </p:nvSpPr>
        <p:spPr>
          <a:xfrm>
            <a:off x="3422230" y="470556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16" name="Shape 886"/>
          <p:cNvSpPr/>
          <p:nvPr/>
        </p:nvSpPr>
        <p:spPr>
          <a:xfrm>
            <a:off x="5962977" y="470556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17" name="Shape 887"/>
          <p:cNvSpPr/>
          <p:nvPr/>
        </p:nvSpPr>
        <p:spPr>
          <a:xfrm>
            <a:off x="3422230" y="484167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18" name="Shape 888"/>
          <p:cNvSpPr/>
          <p:nvPr/>
        </p:nvSpPr>
        <p:spPr>
          <a:xfrm>
            <a:off x="5962977" y="484167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19" name="Shape 889"/>
          <p:cNvSpPr/>
          <p:nvPr/>
        </p:nvSpPr>
        <p:spPr>
          <a:xfrm>
            <a:off x="3422230" y="497778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20" name="Shape 890"/>
          <p:cNvSpPr/>
          <p:nvPr/>
        </p:nvSpPr>
        <p:spPr>
          <a:xfrm>
            <a:off x="5962977" y="497778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21" name="Shape 891"/>
          <p:cNvSpPr/>
          <p:nvPr/>
        </p:nvSpPr>
        <p:spPr>
          <a:xfrm>
            <a:off x="3422230" y="511390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22" name="Shape 892"/>
          <p:cNvSpPr/>
          <p:nvPr/>
        </p:nvSpPr>
        <p:spPr>
          <a:xfrm>
            <a:off x="5962977" y="511390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23" name="Shape 893"/>
          <p:cNvSpPr/>
          <p:nvPr/>
        </p:nvSpPr>
        <p:spPr>
          <a:xfrm>
            <a:off x="3422230" y="525001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24" name="Shape 894"/>
          <p:cNvSpPr/>
          <p:nvPr/>
        </p:nvSpPr>
        <p:spPr>
          <a:xfrm>
            <a:off x="5962977" y="525001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25" name="Shape 895"/>
          <p:cNvSpPr/>
          <p:nvPr/>
        </p:nvSpPr>
        <p:spPr>
          <a:xfrm>
            <a:off x="3422230" y="538612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26" name="Shape 896"/>
          <p:cNvSpPr/>
          <p:nvPr/>
        </p:nvSpPr>
        <p:spPr>
          <a:xfrm>
            <a:off x="5962977" y="538612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27" name="Shape 897"/>
          <p:cNvSpPr/>
          <p:nvPr/>
        </p:nvSpPr>
        <p:spPr>
          <a:xfrm>
            <a:off x="3422230" y="552223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28" name="Shape 898"/>
          <p:cNvSpPr/>
          <p:nvPr/>
        </p:nvSpPr>
        <p:spPr>
          <a:xfrm>
            <a:off x="5962977" y="552223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29" name="Shape 899"/>
          <p:cNvSpPr/>
          <p:nvPr/>
        </p:nvSpPr>
        <p:spPr>
          <a:xfrm>
            <a:off x="3422230" y="565834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30" name="Shape 900"/>
          <p:cNvSpPr/>
          <p:nvPr/>
        </p:nvSpPr>
        <p:spPr>
          <a:xfrm>
            <a:off x="5962977" y="565834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31" name="Shape 901"/>
          <p:cNvSpPr/>
          <p:nvPr/>
        </p:nvSpPr>
        <p:spPr>
          <a:xfrm>
            <a:off x="3422230" y="579445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32" name="Shape 902"/>
          <p:cNvSpPr/>
          <p:nvPr/>
        </p:nvSpPr>
        <p:spPr>
          <a:xfrm>
            <a:off x="5962977" y="579445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33" name="Shape 903"/>
          <p:cNvSpPr/>
          <p:nvPr/>
        </p:nvSpPr>
        <p:spPr>
          <a:xfrm>
            <a:off x="3422230" y="593056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34" name="Shape 904"/>
          <p:cNvSpPr/>
          <p:nvPr/>
        </p:nvSpPr>
        <p:spPr>
          <a:xfrm>
            <a:off x="5962977" y="593056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35" name="Shape 905"/>
          <p:cNvSpPr/>
          <p:nvPr/>
        </p:nvSpPr>
        <p:spPr>
          <a:xfrm>
            <a:off x="3422230" y="606668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36" name="Shape 906"/>
          <p:cNvSpPr/>
          <p:nvPr/>
        </p:nvSpPr>
        <p:spPr>
          <a:xfrm>
            <a:off x="5962977" y="606668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37" name="Shape 907"/>
          <p:cNvSpPr/>
          <p:nvPr/>
        </p:nvSpPr>
        <p:spPr>
          <a:xfrm>
            <a:off x="3422230" y="620279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38" name="Shape 908"/>
          <p:cNvSpPr/>
          <p:nvPr/>
        </p:nvSpPr>
        <p:spPr>
          <a:xfrm>
            <a:off x="5962977" y="620279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39" name="Shape 909"/>
          <p:cNvSpPr/>
          <p:nvPr/>
        </p:nvSpPr>
        <p:spPr>
          <a:xfrm>
            <a:off x="3422230" y="6338904"/>
            <a:ext cx="0" cy="4537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40" name="Shape 910"/>
          <p:cNvSpPr/>
          <p:nvPr/>
        </p:nvSpPr>
        <p:spPr>
          <a:xfrm>
            <a:off x="5962977" y="6338904"/>
            <a:ext cx="0" cy="4537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pic>
        <p:nvPicPr>
          <p:cNvPr id="941" name="Image 28" descr="/home/wangfeifei/projects/skillopt/SkillOpt/ppt-rebuild/complex20-skill-ab-20260907/runs/gpt-5.6-sol/complex-008/.tmp/pc_3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00015" y="4653715"/>
            <a:ext cx="2391672" cy="1639819"/>
          </a:xfrm>
          <a:prstGeom prst="rect">
            <a:avLst/>
          </a:prstGeom>
        </p:spPr>
      </p:pic>
      <p:sp>
        <p:nvSpPr>
          <p:cNvPr id="942" name="Shape 911"/>
          <p:cNvSpPr/>
          <p:nvPr/>
        </p:nvSpPr>
        <p:spPr>
          <a:xfrm>
            <a:off x="6222237" y="4569455"/>
            <a:ext cx="2547228" cy="181481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3" name="Shape 912"/>
          <p:cNvSpPr/>
          <p:nvPr/>
        </p:nvSpPr>
        <p:spPr>
          <a:xfrm>
            <a:off x="6222237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44" name="Shape 913"/>
          <p:cNvSpPr/>
          <p:nvPr/>
        </p:nvSpPr>
        <p:spPr>
          <a:xfrm>
            <a:off x="6222237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45" name="Shape 914"/>
          <p:cNvSpPr/>
          <p:nvPr/>
        </p:nvSpPr>
        <p:spPr>
          <a:xfrm>
            <a:off x="6358348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46" name="Shape 915"/>
          <p:cNvSpPr/>
          <p:nvPr/>
        </p:nvSpPr>
        <p:spPr>
          <a:xfrm>
            <a:off x="6358348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47" name="Shape 916"/>
          <p:cNvSpPr/>
          <p:nvPr/>
        </p:nvSpPr>
        <p:spPr>
          <a:xfrm>
            <a:off x="6494460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48" name="Shape 917"/>
          <p:cNvSpPr/>
          <p:nvPr/>
        </p:nvSpPr>
        <p:spPr>
          <a:xfrm>
            <a:off x="6494460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49" name="Shape 918"/>
          <p:cNvSpPr/>
          <p:nvPr/>
        </p:nvSpPr>
        <p:spPr>
          <a:xfrm>
            <a:off x="6630571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50" name="Shape 919"/>
          <p:cNvSpPr/>
          <p:nvPr/>
        </p:nvSpPr>
        <p:spPr>
          <a:xfrm>
            <a:off x="6630571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51" name="Shape 920"/>
          <p:cNvSpPr/>
          <p:nvPr/>
        </p:nvSpPr>
        <p:spPr>
          <a:xfrm>
            <a:off x="6766683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52" name="Shape 921"/>
          <p:cNvSpPr/>
          <p:nvPr/>
        </p:nvSpPr>
        <p:spPr>
          <a:xfrm>
            <a:off x="6766683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53" name="Shape 922"/>
          <p:cNvSpPr/>
          <p:nvPr/>
        </p:nvSpPr>
        <p:spPr>
          <a:xfrm>
            <a:off x="6902794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54" name="Shape 923"/>
          <p:cNvSpPr/>
          <p:nvPr/>
        </p:nvSpPr>
        <p:spPr>
          <a:xfrm>
            <a:off x="6902794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55" name="Shape 924"/>
          <p:cNvSpPr/>
          <p:nvPr/>
        </p:nvSpPr>
        <p:spPr>
          <a:xfrm>
            <a:off x="7038905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56" name="Shape 925"/>
          <p:cNvSpPr/>
          <p:nvPr/>
        </p:nvSpPr>
        <p:spPr>
          <a:xfrm>
            <a:off x="7038905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57" name="Shape 926"/>
          <p:cNvSpPr/>
          <p:nvPr/>
        </p:nvSpPr>
        <p:spPr>
          <a:xfrm>
            <a:off x="7175017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58" name="Shape 927"/>
          <p:cNvSpPr/>
          <p:nvPr/>
        </p:nvSpPr>
        <p:spPr>
          <a:xfrm>
            <a:off x="7175017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59" name="Shape 928"/>
          <p:cNvSpPr/>
          <p:nvPr/>
        </p:nvSpPr>
        <p:spPr>
          <a:xfrm>
            <a:off x="7311128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60" name="Shape 929"/>
          <p:cNvSpPr/>
          <p:nvPr/>
        </p:nvSpPr>
        <p:spPr>
          <a:xfrm>
            <a:off x="7311128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61" name="Shape 930"/>
          <p:cNvSpPr/>
          <p:nvPr/>
        </p:nvSpPr>
        <p:spPr>
          <a:xfrm>
            <a:off x="7447240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62" name="Shape 931"/>
          <p:cNvSpPr/>
          <p:nvPr/>
        </p:nvSpPr>
        <p:spPr>
          <a:xfrm>
            <a:off x="7447240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63" name="Shape 932"/>
          <p:cNvSpPr/>
          <p:nvPr/>
        </p:nvSpPr>
        <p:spPr>
          <a:xfrm>
            <a:off x="7583351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64" name="Shape 933"/>
          <p:cNvSpPr/>
          <p:nvPr/>
        </p:nvSpPr>
        <p:spPr>
          <a:xfrm>
            <a:off x="7583351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65" name="Shape 934"/>
          <p:cNvSpPr/>
          <p:nvPr/>
        </p:nvSpPr>
        <p:spPr>
          <a:xfrm>
            <a:off x="7719463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66" name="Shape 935"/>
          <p:cNvSpPr/>
          <p:nvPr/>
        </p:nvSpPr>
        <p:spPr>
          <a:xfrm>
            <a:off x="7719463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67" name="Shape 936"/>
          <p:cNvSpPr/>
          <p:nvPr/>
        </p:nvSpPr>
        <p:spPr>
          <a:xfrm>
            <a:off x="7855574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68" name="Shape 937"/>
          <p:cNvSpPr/>
          <p:nvPr/>
        </p:nvSpPr>
        <p:spPr>
          <a:xfrm>
            <a:off x="7855574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69" name="Shape 938"/>
          <p:cNvSpPr/>
          <p:nvPr/>
        </p:nvSpPr>
        <p:spPr>
          <a:xfrm>
            <a:off x="7991685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70" name="Shape 939"/>
          <p:cNvSpPr/>
          <p:nvPr/>
        </p:nvSpPr>
        <p:spPr>
          <a:xfrm>
            <a:off x="7991685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71" name="Shape 940"/>
          <p:cNvSpPr/>
          <p:nvPr/>
        </p:nvSpPr>
        <p:spPr>
          <a:xfrm>
            <a:off x="8127797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72" name="Shape 941"/>
          <p:cNvSpPr/>
          <p:nvPr/>
        </p:nvSpPr>
        <p:spPr>
          <a:xfrm>
            <a:off x="8127797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73" name="Shape 942"/>
          <p:cNvSpPr/>
          <p:nvPr/>
        </p:nvSpPr>
        <p:spPr>
          <a:xfrm>
            <a:off x="8263908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74" name="Shape 943"/>
          <p:cNvSpPr/>
          <p:nvPr/>
        </p:nvSpPr>
        <p:spPr>
          <a:xfrm>
            <a:off x="8263908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75" name="Shape 944"/>
          <p:cNvSpPr/>
          <p:nvPr/>
        </p:nvSpPr>
        <p:spPr>
          <a:xfrm>
            <a:off x="8400020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76" name="Shape 945"/>
          <p:cNvSpPr/>
          <p:nvPr/>
        </p:nvSpPr>
        <p:spPr>
          <a:xfrm>
            <a:off x="8400020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77" name="Shape 946"/>
          <p:cNvSpPr/>
          <p:nvPr/>
        </p:nvSpPr>
        <p:spPr>
          <a:xfrm>
            <a:off x="8536131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78" name="Shape 947"/>
          <p:cNvSpPr/>
          <p:nvPr/>
        </p:nvSpPr>
        <p:spPr>
          <a:xfrm>
            <a:off x="8536131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79" name="Shape 948"/>
          <p:cNvSpPr/>
          <p:nvPr/>
        </p:nvSpPr>
        <p:spPr>
          <a:xfrm>
            <a:off x="8672243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80" name="Shape 949"/>
          <p:cNvSpPr/>
          <p:nvPr/>
        </p:nvSpPr>
        <p:spPr>
          <a:xfrm>
            <a:off x="8672243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81" name="Shape 950"/>
          <p:cNvSpPr/>
          <p:nvPr/>
        </p:nvSpPr>
        <p:spPr>
          <a:xfrm>
            <a:off x="6222237" y="456945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82" name="Shape 951"/>
          <p:cNvSpPr/>
          <p:nvPr/>
        </p:nvSpPr>
        <p:spPr>
          <a:xfrm>
            <a:off x="8769465" y="456945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83" name="Shape 952"/>
          <p:cNvSpPr/>
          <p:nvPr/>
        </p:nvSpPr>
        <p:spPr>
          <a:xfrm>
            <a:off x="6222237" y="470556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84" name="Shape 953"/>
          <p:cNvSpPr/>
          <p:nvPr/>
        </p:nvSpPr>
        <p:spPr>
          <a:xfrm>
            <a:off x="8769465" y="470556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85" name="Shape 954"/>
          <p:cNvSpPr/>
          <p:nvPr/>
        </p:nvSpPr>
        <p:spPr>
          <a:xfrm>
            <a:off x="6222237" y="484167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86" name="Shape 955"/>
          <p:cNvSpPr/>
          <p:nvPr/>
        </p:nvSpPr>
        <p:spPr>
          <a:xfrm>
            <a:off x="8769465" y="484167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87" name="Shape 956"/>
          <p:cNvSpPr/>
          <p:nvPr/>
        </p:nvSpPr>
        <p:spPr>
          <a:xfrm>
            <a:off x="6222237" y="497778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88" name="Shape 957"/>
          <p:cNvSpPr/>
          <p:nvPr/>
        </p:nvSpPr>
        <p:spPr>
          <a:xfrm>
            <a:off x="8769465" y="497778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89" name="Shape 958"/>
          <p:cNvSpPr/>
          <p:nvPr/>
        </p:nvSpPr>
        <p:spPr>
          <a:xfrm>
            <a:off x="6222237" y="511390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90" name="Shape 959"/>
          <p:cNvSpPr/>
          <p:nvPr/>
        </p:nvSpPr>
        <p:spPr>
          <a:xfrm>
            <a:off x="8769465" y="511390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91" name="Shape 960"/>
          <p:cNvSpPr/>
          <p:nvPr/>
        </p:nvSpPr>
        <p:spPr>
          <a:xfrm>
            <a:off x="6222237" y="525001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92" name="Shape 961"/>
          <p:cNvSpPr/>
          <p:nvPr/>
        </p:nvSpPr>
        <p:spPr>
          <a:xfrm>
            <a:off x="8769465" y="525001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93" name="Shape 962"/>
          <p:cNvSpPr/>
          <p:nvPr/>
        </p:nvSpPr>
        <p:spPr>
          <a:xfrm>
            <a:off x="6222237" y="538612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94" name="Shape 963"/>
          <p:cNvSpPr/>
          <p:nvPr/>
        </p:nvSpPr>
        <p:spPr>
          <a:xfrm>
            <a:off x="8769465" y="538612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95" name="Shape 964"/>
          <p:cNvSpPr/>
          <p:nvPr/>
        </p:nvSpPr>
        <p:spPr>
          <a:xfrm>
            <a:off x="6222237" y="552223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96" name="Shape 965"/>
          <p:cNvSpPr/>
          <p:nvPr/>
        </p:nvSpPr>
        <p:spPr>
          <a:xfrm>
            <a:off x="8769465" y="552223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97" name="Shape 966"/>
          <p:cNvSpPr/>
          <p:nvPr/>
        </p:nvSpPr>
        <p:spPr>
          <a:xfrm>
            <a:off x="6222237" y="565834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98" name="Shape 967"/>
          <p:cNvSpPr/>
          <p:nvPr/>
        </p:nvSpPr>
        <p:spPr>
          <a:xfrm>
            <a:off x="8769465" y="565834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999" name="Shape 968"/>
          <p:cNvSpPr/>
          <p:nvPr/>
        </p:nvSpPr>
        <p:spPr>
          <a:xfrm>
            <a:off x="6222237" y="579445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00" name="Shape 969"/>
          <p:cNvSpPr/>
          <p:nvPr/>
        </p:nvSpPr>
        <p:spPr>
          <a:xfrm>
            <a:off x="8769465" y="579445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01" name="Shape 970"/>
          <p:cNvSpPr/>
          <p:nvPr/>
        </p:nvSpPr>
        <p:spPr>
          <a:xfrm>
            <a:off x="6222237" y="593056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02" name="Shape 971"/>
          <p:cNvSpPr/>
          <p:nvPr/>
        </p:nvSpPr>
        <p:spPr>
          <a:xfrm>
            <a:off x="8769465" y="593056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03" name="Shape 972"/>
          <p:cNvSpPr/>
          <p:nvPr/>
        </p:nvSpPr>
        <p:spPr>
          <a:xfrm>
            <a:off x="6222237" y="606668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04" name="Shape 973"/>
          <p:cNvSpPr/>
          <p:nvPr/>
        </p:nvSpPr>
        <p:spPr>
          <a:xfrm>
            <a:off x="8769465" y="606668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05" name="Shape 974"/>
          <p:cNvSpPr/>
          <p:nvPr/>
        </p:nvSpPr>
        <p:spPr>
          <a:xfrm>
            <a:off x="6222237" y="620279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06" name="Shape 975"/>
          <p:cNvSpPr/>
          <p:nvPr/>
        </p:nvSpPr>
        <p:spPr>
          <a:xfrm>
            <a:off x="8769465" y="620279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07" name="Shape 976"/>
          <p:cNvSpPr/>
          <p:nvPr/>
        </p:nvSpPr>
        <p:spPr>
          <a:xfrm>
            <a:off x="6222237" y="6338904"/>
            <a:ext cx="0" cy="4537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08" name="Shape 977"/>
          <p:cNvSpPr/>
          <p:nvPr/>
        </p:nvSpPr>
        <p:spPr>
          <a:xfrm>
            <a:off x="8769465" y="6338904"/>
            <a:ext cx="0" cy="4537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pic>
        <p:nvPicPr>
          <p:cNvPr id="1009" name="Image 29" descr="/home/wangfeifei/projects/skillopt/SkillOpt/ppt-rebuild/complex20-skill-ab-20260907/runs/gpt-5.6-sol/complex-008/.tmp/pc_4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359281" y="4653715"/>
            <a:ext cx="2404635" cy="1639819"/>
          </a:xfrm>
          <a:prstGeom prst="rect">
            <a:avLst/>
          </a:prstGeom>
        </p:spPr>
      </p:pic>
      <p:sp>
        <p:nvSpPr>
          <p:cNvPr id="1010" name="Shape 978"/>
          <p:cNvSpPr/>
          <p:nvPr/>
        </p:nvSpPr>
        <p:spPr>
          <a:xfrm>
            <a:off x="9281503" y="4569455"/>
            <a:ext cx="2560191" cy="181481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1" name="Shape 979"/>
          <p:cNvSpPr/>
          <p:nvPr/>
        </p:nvSpPr>
        <p:spPr>
          <a:xfrm>
            <a:off x="9281503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12" name="Shape 980"/>
          <p:cNvSpPr/>
          <p:nvPr/>
        </p:nvSpPr>
        <p:spPr>
          <a:xfrm>
            <a:off x="9281503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13" name="Shape 981"/>
          <p:cNvSpPr/>
          <p:nvPr/>
        </p:nvSpPr>
        <p:spPr>
          <a:xfrm>
            <a:off x="9417615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14" name="Shape 982"/>
          <p:cNvSpPr/>
          <p:nvPr/>
        </p:nvSpPr>
        <p:spPr>
          <a:xfrm>
            <a:off x="9417615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15" name="Shape 983"/>
          <p:cNvSpPr/>
          <p:nvPr/>
        </p:nvSpPr>
        <p:spPr>
          <a:xfrm>
            <a:off x="9553726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16" name="Shape 984"/>
          <p:cNvSpPr/>
          <p:nvPr/>
        </p:nvSpPr>
        <p:spPr>
          <a:xfrm>
            <a:off x="9553726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17" name="Shape 985"/>
          <p:cNvSpPr/>
          <p:nvPr/>
        </p:nvSpPr>
        <p:spPr>
          <a:xfrm>
            <a:off x="9689837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18" name="Shape 986"/>
          <p:cNvSpPr/>
          <p:nvPr/>
        </p:nvSpPr>
        <p:spPr>
          <a:xfrm>
            <a:off x="9689837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19" name="Shape 987"/>
          <p:cNvSpPr/>
          <p:nvPr/>
        </p:nvSpPr>
        <p:spPr>
          <a:xfrm>
            <a:off x="9825949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20" name="Shape 988"/>
          <p:cNvSpPr/>
          <p:nvPr/>
        </p:nvSpPr>
        <p:spPr>
          <a:xfrm>
            <a:off x="9825949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21" name="Shape 989"/>
          <p:cNvSpPr/>
          <p:nvPr/>
        </p:nvSpPr>
        <p:spPr>
          <a:xfrm>
            <a:off x="9962060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22" name="Shape 990"/>
          <p:cNvSpPr/>
          <p:nvPr/>
        </p:nvSpPr>
        <p:spPr>
          <a:xfrm>
            <a:off x="9962060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23" name="Shape 991"/>
          <p:cNvSpPr/>
          <p:nvPr/>
        </p:nvSpPr>
        <p:spPr>
          <a:xfrm>
            <a:off x="10098172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24" name="Shape 992"/>
          <p:cNvSpPr/>
          <p:nvPr/>
        </p:nvSpPr>
        <p:spPr>
          <a:xfrm>
            <a:off x="10098172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25" name="Shape 993"/>
          <p:cNvSpPr/>
          <p:nvPr/>
        </p:nvSpPr>
        <p:spPr>
          <a:xfrm>
            <a:off x="10234283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26" name="Shape 994"/>
          <p:cNvSpPr/>
          <p:nvPr/>
        </p:nvSpPr>
        <p:spPr>
          <a:xfrm>
            <a:off x="10234283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27" name="Shape 995"/>
          <p:cNvSpPr/>
          <p:nvPr/>
        </p:nvSpPr>
        <p:spPr>
          <a:xfrm>
            <a:off x="10370395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28" name="Shape 996"/>
          <p:cNvSpPr/>
          <p:nvPr/>
        </p:nvSpPr>
        <p:spPr>
          <a:xfrm>
            <a:off x="10370395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29" name="Shape 997"/>
          <p:cNvSpPr/>
          <p:nvPr/>
        </p:nvSpPr>
        <p:spPr>
          <a:xfrm>
            <a:off x="10506506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30" name="Shape 998"/>
          <p:cNvSpPr/>
          <p:nvPr/>
        </p:nvSpPr>
        <p:spPr>
          <a:xfrm>
            <a:off x="10506506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31" name="Shape 999"/>
          <p:cNvSpPr/>
          <p:nvPr/>
        </p:nvSpPr>
        <p:spPr>
          <a:xfrm>
            <a:off x="10642618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32" name="Shape 1000"/>
          <p:cNvSpPr/>
          <p:nvPr/>
        </p:nvSpPr>
        <p:spPr>
          <a:xfrm>
            <a:off x="10642618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33" name="Shape 1001"/>
          <p:cNvSpPr/>
          <p:nvPr/>
        </p:nvSpPr>
        <p:spPr>
          <a:xfrm>
            <a:off x="10778729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34" name="Shape 1002"/>
          <p:cNvSpPr/>
          <p:nvPr/>
        </p:nvSpPr>
        <p:spPr>
          <a:xfrm>
            <a:off x="10778729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35" name="Shape 1003"/>
          <p:cNvSpPr/>
          <p:nvPr/>
        </p:nvSpPr>
        <p:spPr>
          <a:xfrm>
            <a:off x="10914840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36" name="Shape 1004"/>
          <p:cNvSpPr/>
          <p:nvPr/>
        </p:nvSpPr>
        <p:spPr>
          <a:xfrm>
            <a:off x="10914840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37" name="Shape 1005"/>
          <p:cNvSpPr/>
          <p:nvPr/>
        </p:nvSpPr>
        <p:spPr>
          <a:xfrm>
            <a:off x="11050952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38" name="Shape 1006"/>
          <p:cNvSpPr/>
          <p:nvPr/>
        </p:nvSpPr>
        <p:spPr>
          <a:xfrm>
            <a:off x="11050952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39" name="Shape 1007"/>
          <p:cNvSpPr/>
          <p:nvPr/>
        </p:nvSpPr>
        <p:spPr>
          <a:xfrm>
            <a:off x="11187063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40" name="Shape 1008"/>
          <p:cNvSpPr/>
          <p:nvPr/>
        </p:nvSpPr>
        <p:spPr>
          <a:xfrm>
            <a:off x="11187063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41" name="Shape 1009"/>
          <p:cNvSpPr/>
          <p:nvPr/>
        </p:nvSpPr>
        <p:spPr>
          <a:xfrm>
            <a:off x="11323175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42" name="Shape 1010"/>
          <p:cNvSpPr/>
          <p:nvPr/>
        </p:nvSpPr>
        <p:spPr>
          <a:xfrm>
            <a:off x="11323175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43" name="Shape 1011"/>
          <p:cNvSpPr/>
          <p:nvPr/>
        </p:nvSpPr>
        <p:spPr>
          <a:xfrm>
            <a:off x="11459286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44" name="Shape 1012"/>
          <p:cNvSpPr/>
          <p:nvPr/>
        </p:nvSpPr>
        <p:spPr>
          <a:xfrm>
            <a:off x="11459286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45" name="Shape 1013"/>
          <p:cNvSpPr/>
          <p:nvPr/>
        </p:nvSpPr>
        <p:spPr>
          <a:xfrm>
            <a:off x="11595398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46" name="Shape 1014"/>
          <p:cNvSpPr/>
          <p:nvPr/>
        </p:nvSpPr>
        <p:spPr>
          <a:xfrm>
            <a:off x="11595398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47" name="Shape 1015"/>
          <p:cNvSpPr/>
          <p:nvPr/>
        </p:nvSpPr>
        <p:spPr>
          <a:xfrm>
            <a:off x="11731509" y="4569455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48" name="Shape 1016"/>
          <p:cNvSpPr/>
          <p:nvPr/>
        </p:nvSpPr>
        <p:spPr>
          <a:xfrm>
            <a:off x="11731509" y="6384274"/>
            <a:ext cx="77778" cy="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49" name="Shape 1017"/>
          <p:cNvSpPr/>
          <p:nvPr/>
        </p:nvSpPr>
        <p:spPr>
          <a:xfrm>
            <a:off x="9281503" y="456945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50" name="Shape 1018"/>
          <p:cNvSpPr/>
          <p:nvPr/>
        </p:nvSpPr>
        <p:spPr>
          <a:xfrm>
            <a:off x="11841694" y="456945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51" name="Shape 1019"/>
          <p:cNvSpPr/>
          <p:nvPr/>
        </p:nvSpPr>
        <p:spPr>
          <a:xfrm>
            <a:off x="9281503" y="470556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52" name="Shape 1020"/>
          <p:cNvSpPr/>
          <p:nvPr/>
        </p:nvSpPr>
        <p:spPr>
          <a:xfrm>
            <a:off x="11841694" y="470556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53" name="Shape 1021"/>
          <p:cNvSpPr/>
          <p:nvPr/>
        </p:nvSpPr>
        <p:spPr>
          <a:xfrm>
            <a:off x="9281503" y="484167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54" name="Shape 1022"/>
          <p:cNvSpPr/>
          <p:nvPr/>
        </p:nvSpPr>
        <p:spPr>
          <a:xfrm>
            <a:off x="11841694" y="484167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55" name="Shape 1023"/>
          <p:cNvSpPr/>
          <p:nvPr/>
        </p:nvSpPr>
        <p:spPr>
          <a:xfrm>
            <a:off x="9281503" y="497778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56" name="Shape 1024"/>
          <p:cNvSpPr/>
          <p:nvPr/>
        </p:nvSpPr>
        <p:spPr>
          <a:xfrm>
            <a:off x="11841694" y="497778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57" name="Shape 1025"/>
          <p:cNvSpPr/>
          <p:nvPr/>
        </p:nvSpPr>
        <p:spPr>
          <a:xfrm>
            <a:off x="9281503" y="511390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58" name="Shape 1026"/>
          <p:cNvSpPr/>
          <p:nvPr/>
        </p:nvSpPr>
        <p:spPr>
          <a:xfrm>
            <a:off x="11841694" y="511390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59" name="Shape 1027"/>
          <p:cNvSpPr/>
          <p:nvPr/>
        </p:nvSpPr>
        <p:spPr>
          <a:xfrm>
            <a:off x="9281503" y="525001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60" name="Shape 1028"/>
          <p:cNvSpPr/>
          <p:nvPr/>
        </p:nvSpPr>
        <p:spPr>
          <a:xfrm>
            <a:off x="11841694" y="525001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61" name="Shape 1029"/>
          <p:cNvSpPr/>
          <p:nvPr/>
        </p:nvSpPr>
        <p:spPr>
          <a:xfrm>
            <a:off x="9281503" y="538612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62" name="Shape 1030"/>
          <p:cNvSpPr/>
          <p:nvPr/>
        </p:nvSpPr>
        <p:spPr>
          <a:xfrm>
            <a:off x="11841694" y="5386124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63" name="Shape 1031"/>
          <p:cNvSpPr/>
          <p:nvPr/>
        </p:nvSpPr>
        <p:spPr>
          <a:xfrm>
            <a:off x="9281503" y="552223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64" name="Shape 1032"/>
          <p:cNvSpPr/>
          <p:nvPr/>
        </p:nvSpPr>
        <p:spPr>
          <a:xfrm>
            <a:off x="11841694" y="5522235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65" name="Shape 1033"/>
          <p:cNvSpPr/>
          <p:nvPr/>
        </p:nvSpPr>
        <p:spPr>
          <a:xfrm>
            <a:off x="9281503" y="565834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66" name="Shape 1034"/>
          <p:cNvSpPr/>
          <p:nvPr/>
        </p:nvSpPr>
        <p:spPr>
          <a:xfrm>
            <a:off x="11841694" y="5658347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67" name="Shape 1035"/>
          <p:cNvSpPr/>
          <p:nvPr/>
        </p:nvSpPr>
        <p:spPr>
          <a:xfrm>
            <a:off x="9281503" y="579445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68" name="Shape 1036"/>
          <p:cNvSpPr/>
          <p:nvPr/>
        </p:nvSpPr>
        <p:spPr>
          <a:xfrm>
            <a:off x="11841694" y="5794458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69" name="Shape 1037"/>
          <p:cNvSpPr/>
          <p:nvPr/>
        </p:nvSpPr>
        <p:spPr>
          <a:xfrm>
            <a:off x="9281503" y="593056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70" name="Shape 1038"/>
          <p:cNvSpPr/>
          <p:nvPr/>
        </p:nvSpPr>
        <p:spPr>
          <a:xfrm>
            <a:off x="11841694" y="5930569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71" name="Shape 1039"/>
          <p:cNvSpPr/>
          <p:nvPr/>
        </p:nvSpPr>
        <p:spPr>
          <a:xfrm>
            <a:off x="9281503" y="606668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72" name="Shape 1040"/>
          <p:cNvSpPr/>
          <p:nvPr/>
        </p:nvSpPr>
        <p:spPr>
          <a:xfrm>
            <a:off x="11841694" y="6066681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73" name="Shape 1041"/>
          <p:cNvSpPr/>
          <p:nvPr/>
        </p:nvSpPr>
        <p:spPr>
          <a:xfrm>
            <a:off x="9281503" y="620279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74" name="Shape 1042"/>
          <p:cNvSpPr/>
          <p:nvPr/>
        </p:nvSpPr>
        <p:spPr>
          <a:xfrm>
            <a:off x="11841694" y="6202792"/>
            <a:ext cx="0" cy="77778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75" name="Shape 1043"/>
          <p:cNvSpPr/>
          <p:nvPr/>
        </p:nvSpPr>
        <p:spPr>
          <a:xfrm>
            <a:off x="9281503" y="6338904"/>
            <a:ext cx="0" cy="4537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76" name="Shape 1044"/>
          <p:cNvSpPr/>
          <p:nvPr/>
        </p:nvSpPr>
        <p:spPr>
          <a:xfrm>
            <a:off x="11841694" y="6338904"/>
            <a:ext cx="0" cy="45370"/>
          </a:xfrm>
          <a:prstGeom prst="line">
            <a:avLst/>
          </a:prstGeom>
          <a:noFill/>
          <a:ln w="20955">
            <a:solidFill>
              <a:srgbClr val="173866"/>
            </a:solidFill>
            <a:prstDash val="solid"/>
          </a:ln>
        </p:spPr>
      </p:sp>
      <p:sp>
        <p:nvSpPr>
          <p:cNvPr id="1077" name="Shape 1045"/>
          <p:cNvSpPr/>
          <p:nvPr/>
        </p:nvSpPr>
        <p:spPr>
          <a:xfrm>
            <a:off x="2527784" y="5463902"/>
            <a:ext cx="887965" cy="0"/>
          </a:xfrm>
          <a:prstGeom prst="line">
            <a:avLst/>
          </a:prstGeom>
          <a:noFill/>
          <a:ln w="279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78" name="Shape 1046"/>
          <p:cNvSpPr/>
          <p:nvPr/>
        </p:nvSpPr>
        <p:spPr>
          <a:xfrm>
            <a:off x="5969458" y="5463902"/>
            <a:ext cx="246297" cy="0"/>
          </a:xfrm>
          <a:prstGeom prst="line">
            <a:avLst/>
          </a:prstGeom>
          <a:noFill/>
          <a:ln w="279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79" name="Shape 1047"/>
          <p:cNvSpPr/>
          <p:nvPr/>
        </p:nvSpPr>
        <p:spPr>
          <a:xfrm>
            <a:off x="8775946" y="5463902"/>
            <a:ext cx="499075" cy="0"/>
          </a:xfrm>
          <a:prstGeom prst="line">
            <a:avLst/>
          </a:prstGeom>
          <a:noFill/>
          <a:ln w="27940">
            <a:solidFill>
              <a:srgbClr val="00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PoseCrafter Extreme Pose Estimation with Hybrid Video Synthesi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3907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erif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PoseCrafter: Extreme Pose Estimation with Hybrid Video Synthesis</dc:title>
  <dc:subject>Editable reconstruction of PoseCrafter pipeline diagram</dc:subject>
  <dc:creator>OpenAI</dc:creator>
  <cp:lastModifiedBy>OpenAI</cp:lastModifiedBy>
  <cp:revision>1</cp:revision>
  <dcterms:created xsi:type="dcterms:W3CDTF">2026-09-07T13:53:31Z</dcterms:created>
  <dcterms:modified xsi:type="dcterms:W3CDTF">2026-09-07T13:53:31Z</dcterms:modified>
</cp:coreProperties>
</file>