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4561820" cy="9136685"/>
  <p:notesSz cx="9136685" cy="145618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as an embedded SVG vector object. In desktop PowerPoint, right-click the artwork and choose Convert to Shape, then Ungroup, for element-level editing.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561820" cy="9136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Continuous Thought Machine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"/>
            <a:ext cx="14561820" cy="9136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Thought Machines — editable reconstruction</dc:title>
  <dc:subject>Editable vector reconstruction of Continuous Thought Machines diagram</dc:subject>
  <dc:creator>OpenAI</dc:creator>
  <cp:lastModifiedBy>OpenAI</cp:lastModifiedBy>
  <cp:revision>1</cp:revision>
  <dcterms:created xsi:type="dcterms:W3CDTF">2026-09-07T14:06:44Z</dcterms:created>
  <dcterms:modified xsi:type="dcterms:W3CDTF">2026-09-07T14:06:44Z</dcterms:modified>
</cp:coreProperties>
</file>