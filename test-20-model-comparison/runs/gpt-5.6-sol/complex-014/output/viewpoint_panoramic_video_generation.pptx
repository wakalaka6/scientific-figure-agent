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-10.jpg" ContentType="image/jpg"/>
  <Override PartName="/ppt/media/image-1-2.jpg" ContentType="image/jpg"/>
  <Override PartName="/ppt/media/image-1-3.jpg" ContentType="image/jpg"/>
  <Override PartName="/ppt/media/image-1-5.jpg" ContentType="image/jpg"/>
  <Override PartName="/ppt/media/image-1-6.jpg" ContentType="image/jpg"/>
  <Override PartName="/ppt/media/image-1-8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</p:sldIdLst>
  <p:notesMasterIdLst>
    <p:notesMasterId r:id="rId3"/>
  </p:notesMasterIdLst>
  <p:sldSz cx="12574097" cy="6858000"/>
  <p:notesSz cx="6858000" cy="12574097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2.jpg"/><Relationship Id="rId5" Type="http://schemas.openxmlformats.org/officeDocument/2006/relationships/image" Target="../media/image-1-5.jpg"/><Relationship Id="rId6" Type="http://schemas.openxmlformats.org/officeDocument/2006/relationships/image" Target="../media/image-1-6.jpg"/><Relationship Id="rId7" Type="http://schemas.openxmlformats.org/officeDocument/2006/relationships/image" Target="../media/image-1-2.jpg"/><Relationship Id="rId8" Type="http://schemas.openxmlformats.org/officeDocument/2006/relationships/image" Target="../media/image-1-8.jpg"/><Relationship Id="rId9" Type="http://schemas.openxmlformats.org/officeDocument/2006/relationships/image" Target="../media/image-1-9.png"/><Relationship Id="rId10" Type="http://schemas.openxmlformats.org/officeDocument/2006/relationships/image" Target="../media/image-1-10.jpg"/><Relationship Id="rId11" Type="http://schemas.openxmlformats.org/officeDocument/2006/relationships/image" Target="../media/image-1-11.png"/><Relationship Id="rId12" Type="http://schemas.openxmlformats.org/officeDocument/2006/relationships/image" Target="../media/image-1-11.png"/><Relationship Id="rId13" Type="http://schemas.openxmlformats.org/officeDocument/2006/relationships/image" Target="../media/image-1-11.png"/><Relationship Id="rId14" Type="http://schemas.openxmlformats.org/officeDocument/2006/relationships/image" Target="../media/image-1-11.png"/><Relationship Id="rId15" Type="http://schemas.openxmlformats.org/officeDocument/2006/relationships/image" Target="../media/image-1-8.jp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574097" cy="6858000"/>
          </a:xfrm>
          <a:prstGeom prst="rect">
            <a:avLst/>
          </a:prstGeom>
          <a:solidFill>
            <a:srgbClr val="FCF9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208" y="67208"/>
            <a:ext cx="12506980" cy="6784116"/>
          </a:xfrm>
          <a:prstGeom prst="roundRect">
            <a:avLst>
              <a:gd name="adj" fmla="val 4753"/>
            </a:avLst>
          </a:prstGeom>
          <a:solidFill>
            <a:srgbClr val="FFFFFF">
              <a:alpha val="0"/>
            </a:srgbClr>
          </a:solidFill>
          <a:ln w="20193">
            <a:solidFill>
              <a:srgbClr val="1734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7835" y="228417"/>
            <a:ext cx="6004956" cy="2861432"/>
          </a:xfrm>
          <a:prstGeom prst="roundRect">
            <a:avLst>
              <a:gd name="adj" fmla="val 5401"/>
            </a:avLst>
          </a:prstGeom>
          <a:solidFill>
            <a:srgbClr val="DDE9F5"/>
          </a:solidFill>
          <a:ln w="13462">
            <a:solidFill>
              <a:srgbClr val="1734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95757" y="282092"/>
            <a:ext cx="1544879" cy="255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CubeMap</a:t>
            </a:r>
            <a:endParaRPr lang="en-US" sz="1640" dirty="0"/>
          </a:p>
        </p:txBody>
      </p:sp>
      <p:sp>
        <p:nvSpPr>
          <p:cNvPr id="6" name="Text 4"/>
          <p:cNvSpPr/>
          <p:nvPr/>
        </p:nvSpPr>
        <p:spPr>
          <a:xfrm>
            <a:off x="3358500" y="2827873"/>
            <a:ext cx="2821107" cy="268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Equirectangular Map</a:t>
            </a:r>
            <a:endParaRPr lang="en-US" sz="1640" dirty="0"/>
          </a:p>
        </p:txBody>
      </p:sp>
      <p:pic>
        <p:nvPicPr>
          <p:cNvPr id="7" name="Image 0" descr="/home/wangfeifei/projects/skillopt/SkillOpt/ppt-rebuild/complex20-skill-ab-20260907/runs/gpt-5.6-sol/complex-014/.tmp/face9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4879" y="282092"/>
            <a:ext cx="819485" cy="819485"/>
          </a:xfrm>
          <a:prstGeom prst="rect">
            <a:avLst/>
          </a:prstGeom>
        </p:spPr>
      </p:pic>
      <p:pic>
        <p:nvPicPr>
          <p:cNvPr id="8" name="Image 1" descr="/home/wangfeifei/projects/skillopt/SkillOpt/ppt-rebuild/complex20-skill-ab-20260907/runs/gpt-5.6-sol/complex-014/.tmp/pan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101578"/>
            <a:ext cx="819485" cy="806044"/>
          </a:xfrm>
          <a:prstGeom prst="rect">
            <a:avLst/>
          </a:prstGeom>
        </p:spPr>
      </p:pic>
      <p:pic>
        <p:nvPicPr>
          <p:cNvPr id="9" name="Image 2" descr="/home/wangfeifei/projects/skillopt/SkillOpt/ppt-rebuild/complex20-skill-ab-20260907/runs/gpt-5.6-sol/complex-014/.tmp/face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320" y="1101578"/>
            <a:ext cx="806044" cy="806044"/>
          </a:xfrm>
          <a:prstGeom prst="rect">
            <a:avLst/>
          </a:prstGeom>
        </p:spPr>
      </p:pic>
      <p:pic>
        <p:nvPicPr>
          <p:cNvPr id="10" name="Image 3" descr="/home/wangfeifei/projects/skillopt/SkillOpt/ppt-rebuild/complex20-skill-ab-20260907/runs/gpt-5.6-sol/complex-014/.tmp/pano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4364" y="1101578"/>
            <a:ext cx="806044" cy="806044"/>
          </a:xfrm>
          <a:prstGeom prst="rect">
            <a:avLst/>
          </a:prstGeom>
        </p:spPr>
      </p:pic>
      <p:pic>
        <p:nvPicPr>
          <p:cNvPr id="11" name="Image 4" descr="/home/wangfeifei/projects/skillopt/SkillOpt/ppt-rebuild/complex20-skill-ab-20260907/runs/gpt-5.6-sol/complex-014/.tmp/face180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0408" y="1101578"/>
            <a:ext cx="806044" cy="806044"/>
          </a:xfrm>
          <a:prstGeom prst="rect">
            <a:avLst/>
          </a:prstGeom>
        </p:spPr>
      </p:pic>
      <p:pic>
        <p:nvPicPr>
          <p:cNvPr id="12" name="Image 5" descr="/home/wangfeifei/projects/skillopt/SkillOpt/ppt-rebuild/complex20-skill-ab-20260907/runs/gpt-5.6-sol/complex-014/.tmp/face27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4879" y="1907621"/>
            <a:ext cx="819485" cy="806044"/>
          </a:xfrm>
          <a:prstGeom prst="rect">
            <a:avLst/>
          </a:prstGeom>
        </p:spPr>
      </p:pic>
      <p:sp>
        <p:nvSpPr>
          <p:cNvPr id="13" name="Shape 5"/>
          <p:cNvSpPr/>
          <p:nvPr/>
        </p:nvSpPr>
        <p:spPr>
          <a:xfrm>
            <a:off x="1558320" y="1101578"/>
            <a:ext cx="806044" cy="806044"/>
          </a:xfrm>
          <a:prstGeom prst="rect">
            <a:avLst/>
          </a:prstGeom>
          <a:solidFill>
            <a:srgbClr val="FFFFFF">
              <a:alpha val="0"/>
            </a:srgbClr>
          </a:solidFill>
          <a:ln w="13462">
            <a:solidFill>
              <a:srgbClr val="FF0000"/>
            </a:solidFill>
            <a:prstDash val="solid"/>
          </a:ln>
        </p:spPr>
      </p:sp>
      <p:sp>
        <p:nvSpPr>
          <p:cNvPr id="14" name="Text 6"/>
          <p:cNvSpPr/>
          <p:nvPr/>
        </p:nvSpPr>
        <p:spPr>
          <a:xfrm>
            <a:off x="1813530" y="1397112"/>
            <a:ext cx="282092" cy="255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87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587" dirty="0"/>
          </a:p>
        </p:txBody>
      </p:sp>
      <p:sp>
        <p:nvSpPr>
          <p:cNvPr id="15" name="Text 7"/>
          <p:cNvSpPr/>
          <p:nvPr/>
        </p:nvSpPr>
        <p:spPr>
          <a:xfrm>
            <a:off x="792602" y="638068"/>
            <a:ext cx="738835" cy="221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4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534" dirty="0"/>
          </a:p>
        </p:txBody>
      </p:sp>
      <p:sp>
        <p:nvSpPr>
          <p:cNvPr id="16" name="Shape 8"/>
          <p:cNvSpPr/>
          <p:nvPr/>
        </p:nvSpPr>
        <p:spPr>
          <a:xfrm>
            <a:off x="1423995" y="779160"/>
            <a:ext cx="443301" cy="141092"/>
          </a:xfrm>
          <a:prstGeom prst="line">
            <a:avLst/>
          </a:prstGeom>
          <a:noFill/>
          <a:ln w="11430">
            <a:solidFill>
              <a:srgbClr val="17345A"/>
            </a:solidFill>
            <a:prstDash val="solid"/>
            <a:tailEnd type="triangle"/>
          </a:ln>
        </p:spPr>
      </p:sp>
      <p:sp>
        <p:nvSpPr>
          <p:cNvPr id="17" name="Shape 9"/>
          <p:cNvSpPr/>
          <p:nvPr/>
        </p:nvSpPr>
        <p:spPr>
          <a:xfrm>
            <a:off x="1450878" y="779160"/>
            <a:ext cx="181326" cy="295534"/>
          </a:xfrm>
          <a:prstGeom prst="line">
            <a:avLst/>
          </a:prstGeom>
          <a:noFill/>
          <a:ln w="11430">
            <a:solidFill>
              <a:srgbClr val="17345A"/>
            </a:solidFill>
            <a:prstDash val="solid"/>
          </a:ln>
        </p:spPr>
      </p:sp>
      <p:sp>
        <p:nvSpPr>
          <p:cNvPr id="18" name="Shape 10"/>
          <p:cNvSpPr/>
          <p:nvPr/>
        </p:nvSpPr>
        <p:spPr>
          <a:xfrm>
            <a:off x="1450878" y="779160"/>
            <a:ext cx="1054578" cy="6675"/>
          </a:xfrm>
          <a:prstGeom prst="line">
            <a:avLst/>
          </a:prstGeom>
          <a:noFill/>
          <a:ln w="11430">
            <a:solidFill>
              <a:srgbClr val="17345A"/>
            </a:solidFill>
            <a:prstDash val="solid"/>
          </a:ln>
        </p:spPr>
      </p:sp>
      <p:sp>
        <p:nvSpPr>
          <p:cNvPr id="19" name="Shape 11"/>
          <p:cNvSpPr/>
          <p:nvPr/>
        </p:nvSpPr>
        <p:spPr>
          <a:xfrm>
            <a:off x="2505456" y="785927"/>
            <a:ext cx="-181326" cy="228417"/>
          </a:xfrm>
          <a:prstGeom prst="line">
            <a:avLst/>
          </a:prstGeom>
          <a:noFill/>
          <a:ln w="11430">
            <a:solidFill>
              <a:srgbClr val="17345A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940369" y="906810"/>
            <a:ext cx="120884" cy="188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9" dirty="0">
                <a:solidFill>
                  <a:srgbClr val="F3A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269" dirty="0"/>
          </a:p>
        </p:txBody>
      </p:sp>
      <p:sp>
        <p:nvSpPr>
          <p:cNvPr id="21" name="Shape 13"/>
          <p:cNvSpPr/>
          <p:nvPr/>
        </p:nvSpPr>
        <p:spPr>
          <a:xfrm>
            <a:off x="1047811" y="980694"/>
            <a:ext cx="147767" cy="0"/>
          </a:xfrm>
          <a:prstGeom prst="line">
            <a:avLst/>
          </a:prstGeom>
          <a:noFill/>
          <a:ln w="10033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2" name="Text 14"/>
          <p:cNvSpPr/>
          <p:nvPr/>
        </p:nvSpPr>
        <p:spPr>
          <a:xfrm>
            <a:off x="1195578" y="906810"/>
            <a:ext cx="235092" cy="188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9" dirty="0">
                <a:solidFill>
                  <a:srgbClr val="FF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r*</a:t>
            </a:r>
            <a:endParaRPr lang="en-US" sz="1269" dirty="0"/>
          </a:p>
        </p:txBody>
      </p:sp>
      <p:sp>
        <p:nvSpPr>
          <p:cNvPr id="23" name="Text 15"/>
          <p:cNvSpPr/>
          <p:nvPr/>
        </p:nvSpPr>
        <p:spPr>
          <a:xfrm>
            <a:off x="1659087" y="886602"/>
            <a:ext cx="120884" cy="188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9" dirty="0">
                <a:solidFill>
                  <a:srgbClr val="F3A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269" dirty="0"/>
          </a:p>
        </p:txBody>
      </p:sp>
      <p:sp>
        <p:nvSpPr>
          <p:cNvPr id="24" name="Shape 16"/>
          <p:cNvSpPr/>
          <p:nvPr/>
        </p:nvSpPr>
        <p:spPr>
          <a:xfrm>
            <a:off x="1773296" y="973927"/>
            <a:ext cx="120884" cy="0"/>
          </a:xfrm>
          <a:prstGeom prst="line">
            <a:avLst/>
          </a:prstGeom>
          <a:noFill/>
          <a:ln w="9398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5" name="Text 17"/>
          <p:cNvSpPr/>
          <p:nvPr/>
        </p:nvSpPr>
        <p:spPr>
          <a:xfrm>
            <a:off x="1880738" y="886602"/>
            <a:ext cx="235092" cy="188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9" dirty="0">
                <a:solidFill>
                  <a:srgbClr val="FF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r*</a:t>
            </a:r>
            <a:endParaRPr lang="en-US" sz="1269" dirty="0"/>
          </a:p>
        </p:txBody>
      </p:sp>
      <p:sp>
        <p:nvSpPr>
          <p:cNvPr id="26" name="Shape 18"/>
          <p:cNvSpPr/>
          <p:nvPr/>
        </p:nvSpPr>
        <p:spPr>
          <a:xfrm>
            <a:off x="1343345" y="1914296"/>
            <a:ext cx="53767" cy="100767"/>
          </a:xfrm>
          <a:prstGeom prst="line">
            <a:avLst/>
          </a:prstGeom>
          <a:noFill/>
          <a:ln w="9398">
            <a:solidFill>
              <a:srgbClr val="63D11F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1397112" y="2015063"/>
            <a:ext cx="-308976" cy="0"/>
          </a:xfrm>
          <a:prstGeom prst="line">
            <a:avLst/>
          </a:prstGeom>
          <a:noFill/>
          <a:ln w="9398">
            <a:solidFill>
              <a:srgbClr val="63D11F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980694" y="2068830"/>
            <a:ext cx="577626" cy="208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2" dirty="0">
                <a:solidFill>
                  <a:srgbClr val="63D1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√2 a</a:t>
            </a:r>
            <a:endParaRPr lang="en-US" sz="1322" dirty="0"/>
          </a:p>
        </p:txBody>
      </p:sp>
      <p:sp>
        <p:nvSpPr>
          <p:cNvPr id="29" name="Shape 21"/>
          <p:cNvSpPr/>
          <p:nvPr/>
        </p:nvSpPr>
        <p:spPr>
          <a:xfrm>
            <a:off x="1645646" y="1921063"/>
            <a:ext cx="13442" cy="181326"/>
          </a:xfrm>
          <a:prstGeom prst="line">
            <a:avLst/>
          </a:prstGeom>
          <a:noFill/>
          <a:ln w="9398">
            <a:solidFill>
              <a:srgbClr val="63D11F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1659087" y="2102388"/>
            <a:ext cx="188092" cy="282092"/>
          </a:xfrm>
          <a:prstGeom prst="line">
            <a:avLst/>
          </a:prstGeom>
          <a:noFill/>
          <a:ln w="9398">
            <a:solidFill>
              <a:srgbClr val="63D11F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847179" y="2384481"/>
            <a:ext cx="120884" cy="0"/>
          </a:xfrm>
          <a:prstGeom prst="line">
            <a:avLst/>
          </a:prstGeom>
          <a:noFill/>
          <a:ln w="9398">
            <a:solidFill>
              <a:srgbClr val="63D11F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1914296" y="2075505"/>
            <a:ext cx="161209" cy="194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2" dirty="0">
                <a:solidFill>
                  <a:srgbClr val="63D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22" dirty="0"/>
          </a:p>
        </p:txBody>
      </p:sp>
      <p:pic>
        <p:nvPicPr>
          <p:cNvPr id="33" name="Image 6" descr="/home/wangfeifei/projects/skillopt/SkillOpt/ppt-rebuild/complex20-skill-ab-20260907/runs/gpt-5.6-sol/complex-014/.tmp/pano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5573" y="832927"/>
            <a:ext cx="3942801" cy="1947946"/>
          </a:xfrm>
          <a:prstGeom prst="rect">
            <a:avLst/>
          </a:prstGeom>
          <a:effectLst>
            <a:outerShdw sx="100000" sy="100000" kx="0" ky="0" algn="bl" rotWithShape="0" blurRad="63500" dist="50800" dir="2700000">
              <a:srgbClr val="777777">
                <a:alpha val="35000"/>
              </a:srgbClr>
            </a:outerShdw>
          </a:effectLst>
        </p:spPr>
      </p:pic>
      <p:sp>
        <p:nvSpPr>
          <p:cNvPr id="34" name="Shape 25"/>
          <p:cNvSpPr/>
          <p:nvPr/>
        </p:nvSpPr>
        <p:spPr>
          <a:xfrm>
            <a:off x="4050335" y="1262786"/>
            <a:ext cx="940369" cy="1054578"/>
          </a:xfrm>
          <a:prstGeom prst="rect">
            <a:avLst/>
          </a:prstGeom>
          <a:solidFill>
            <a:srgbClr val="FFFFFF">
              <a:alpha val="0"/>
            </a:srgbClr>
          </a:solidFill>
          <a:ln w="13462">
            <a:solidFill>
              <a:srgbClr val="FF0000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4050335" y="1256111"/>
            <a:ext cx="940369" cy="1054578"/>
          </a:xfrm>
          <a:prstGeom prst="ellipse">
            <a:avLst/>
          </a:prstGeom>
          <a:solidFill>
            <a:srgbClr val="FFFFFF">
              <a:alpha val="0"/>
            </a:srgbClr>
          </a:solidFill>
          <a:ln w="10033">
            <a:solidFill>
              <a:srgbClr val="FF0000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4365986" y="1652412"/>
            <a:ext cx="308976" cy="268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640" dirty="0"/>
          </a:p>
        </p:txBody>
      </p:sp>
      <p:sp>
        <p:nvSpPr>
          <p:cNvPr id="37" name="Text 28"/>
          <p:cNvSpPr/>
          <p:nvPr/>
        </p:nvSpPr>
        <p:spPr>
          <a:xfrm>
            <a:off x="5333238" y="960486"/>
            <a:ext cx="873161" cy="228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8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481" dirty="0"/>
          </a:p>
        </p:txBody>
      </p:sp>
      <p:sp>
        <p:nvSpPr>
          <p:cNvPr id="38" name="Shape 29"/>
          <p:cNvSpPr/>
          <p:nvPr/>
        </p:nvSpPr>
        <p:spPr>
          <a:xfrm>
            <a:off x="5279563" y="1108253"/>
            <a:ext cx="-295534" cy="147767"/>
          </a:xfrm>
          <a:prstGeom prst="line">
            <a:avLst/>
          </a:prstGeom>
          <a:noFill/>
          <a:ln w="10033">
            <a:solidFill>
              <a:srgbClr val="17345A"/>
            </a:solidFill>
            <a:prstDash val="solid"/>
            <a:tailEnd type="triangle"/>
          </a:ln>
        </p:spPr>
      </p:sp>
      <p:sp>
        <p:nvSpPr>
          <p:cNvPr id="39" name="Shape 30"/>
          <p:cNvSpPr/>
          <p:nvPr/>
        </p:nvSpPr>
        <p:spPr>
          <a:xfrm>
            <a:off x="5279563" y="1108253"/>
            <a:ext cx="-114209" cy="120884"/>
          </a:xfrm>
          <a:prstGeom prst="line">
            <a:avLst/>
          </a:prstGeom>
          <a:noFill/>
          <a:ln w="10033">
            <a:solidFill>
              <a:srgbClr val="17345A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5111587" y="1027694"/>
            <a:ext cx="-127650" cy="201534"/>
          </a:xfrm>
          <a:prstGeom prst="line">
            <a:avLst/>
          </a:prstGeom>
          <a:noFill/>
          <a:ln w="10033">
            <a:solidFill>
              <a:srgbClr val="17345A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1276228" y="3076316"/>
            <a:ext cx="4789170" cy="-2821107"/>
          </a:xfrm>
          <a:prstGeom prst="line">
            <a:avLst/>
          </a:prstGeom>
          <a:noFill/>
          <a:ln w="20193">
            <a:solidFill>
              <a:srgbClr val="111111"/>
            </a:solidFill>
            <a:prstDash val="dash"/>
          </a:ln>
        </p:spPr>
      </p:sp>
      <p:sp>
        <p:nvSpPr>
          <p:cNvPr id="42" name="Shape 33"/>
          <p:cNvSpPr/>
          <p:nvPr/>
        </p:nvSpPr>
        <p:spPr>
          <a:xfrm>
            <a:off x="1390437" y="3076316"/>
            <a:ext cx="4795937" cy="-2821107"/>
          </a:xfrm>
          <a:prstGeom prst="line">
            <a:avLst/>
          </a:prstGeom>
          <a:noFill/>
          <a:ln w="20193">
            <a:solidFill>
              <a:srgbClr val="111111"/>
            </a:solidFill>
            <a:prstDash val="dash"/>
          </a:ln>
        </p:spPr>
      </p:sp>
      <p:sp>
        <p:nvSpPr>
          <p:cNvPr id="43" name="Shape 34"/>
          <p:cNvSpPr/>
          <p:nvPr/>
        </p:nvSpPr>
        <p:spPr>
          <a:xfrm>
            <a:off x="7166976" y="832927"/>
            <a:ext cx="564185" cy="564185"/>
          </a:xfrm>
          <a:prstGeom prst="diamond">
            <a:avLst/>
          </a:prstGeom>
          <a:solidFill>
            <a:srgbClr val="C6DCF8"/>
          </a:solidFill>
          <a:ln w="3302">
            <a:solidFill>
              <a:srgbClr val="E4DED8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 rot="-2700000">
            <a:off x="7321509" y="1000811"/>
            <a:ext cx="255209" cy="181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952" dirty="0"/>
          </a:p>
        </p:txBody>
      </p:sp>
      <p:sp>
        <p:nvSpPr>
          <p:cNvPr id="45" name="Shape 36"/>
          <p:cNvSpPr/>
          <p:nvPr/>
        </p:nvSpPr>
        <p:spPr>
          <a:xfrm>
            <a:off x="7449068" y="1115019"/>
            <a:ext cx="564185" cy="564185"/>
          </a:xfrm>
          <a:prstGeom prst="diamond">
            <a:avLst/>
          </a:prstGeom>
          <a:solidFill>
            <a:srgbClr val="E5E2F4"/>
          </a:solidFill>
          <a:ln w="3302">
            <a:solidFill>
              <a:srgbClr val="E4DED8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 rot="2700000">
            <a:off x="7603602" y="1282903"/>
            <a:ext cx="255209" cy="181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952" dirty="0"/>
          </a:p>
        </p:txBody>
      </p:sp>
      <p:sp>
        <p:nvSpPr>
          <p:cNvPr id="47" name="Shape 38"/>
          <p:cNvSpPr/>
          <p:nvPr/>
        </p:nvSpPr>
        <p:spPr>
          <a:xfrm>
            <a:off x="7731161" y="1397112"/>
            <a:ext cx="564185" cy="564185"/>
          </a:xfrm>
          <a:prstGeom prst="diamond">
            <a:avLst/>
          </a:prstGeom>
          <a:solidFill>
            <a:srgbClr val="E5F1CF"/>
          </a:solidFill>
          <a:ln w="3302">
            <a:solidFill>
              <a:srgbClr val="E4DED8"/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 rot="-2700000">
            <a:off x="7885694" y="1565087"/>
            <a:ext cx="255209" cy="181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952" dirty="0"/>
          </a:p>
        </p:txBody>
      </p:sp>
      <p:sp>
        <p:nvSpPr>
          <p:cNvPr id="49" name="Shape 40"/>
          <p:cNvSpPr/>
          <p:nvPr/>
        </p:nvSpPr>
        <p:spPr>
          <a:xfrm>
            <a:off x="8013344" y="1679204"/>
            <a:ext cx="564185" cy="564185"/>
          </a:xfrm>
          <a:prstGeom prst="diamond">
            <a:avLst/>
          </a:prstGeom>
          <a:solidFill>
            <a:srgbClr val="C7DCF8"/>
          </a:solidFill>
          <a:ln w="3302">
            <a:solidFill>
              <a:srgbClr val="E4DED8"/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 rot="2700000">
            <a:off x="8167787" y="1847179"/>
            <a:ext cx="255209" cy="181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952" dirty="0"/>
          </a:p>
        </p:txBody>
      </p:sp>
      <p:sp>
        <p:nvSpPr>
          <p:cNvPr id="51" name="Shape 42"/>
          <p:cNvSpPr/>
          <p:nvPr/>
        </p:nvSpPr>
        <p:spPr>
          <a:xfrm>
            <a:off x="6884883" y="1115019"/>
            <a:ext cx="564185" cy="564185"/>
          </a:xfrm>
          <a:prstGeom prst="diamond">
            <a:avLst/>
          </a:prstGeom>
          <a:solidFill>
            <a:srgbClr val="F9C8BE"/>
          </a:solidFill>
          <a:ln w="3302">
            <a:solidFill>
              <a:srgbClr val="E4DED8"/>
            </a:solidFill>
            <a:prstDash val="solid"/>
          </a:ln>
        </p:spPr>
      </p:sp>
      <p:sp>
        <p:nvSpPr>
          <p:cNvPr id="52" name="Text 43"/>
          <p:cNvSpPr/>
          <p:nvPr/>
        </p:nvSpPr>
        <p:spPr>
          <a:xfrm rot="2700000">
            <a:off x="7039326" y="1282903"/>
            <a:ext cx="255209" cy="181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952" dirty="0"/>
          </a:p>
        </p:txBody>
      </p:sp>
      <p:sp>
        <p:nvSpPr>
          <p:cNvPr id="53" name="Shape 44"/>
          <p:cNvSpPr/>
          <p:nvPr/>
        </p:nvSpPr>
        <p:spPr>
          <a:xfrm>
            <a:off x="7166976" y="1397112"/>
            <a:ext cx="564185" cy="564185"/>
          </a:xfrm>
          <a:prstGeom prst="diamond">
            <a:avLst/>
          </a:prstGeom>
          <a:solidFill>
            <a:srgbClr val="FBE6D2"/>
          </a:solidFill>
          <a:ln w="3302">
            <a:solidFill>
              <a:srgbClr val="E4DED8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7449068" y="1679204"/>
            <a:ext cx="564185" cy="564185"/>
          </a:xfrm>
          <a:prstGeom prst="diamond">
            <a:avLst/>
          </a:prstGeom>
          <a:solidFill>
            <a:srgbClr val="EBF3D9"/>
          </a:solidFill>
          <a:ln w="3302">
            <a:solidFill>
              <a:srgbClr val="E4DED8"/>
            </a:solidFill>
            <a:prstDash val="solid"/>
          </a:ln>
        </p:spPr>
      </p:sp>
      <p:sp>
        <p:nvSpPr>
          <p:cNvPr id="55" name="Text 46"/>
          <p:cNvSpPr/>
          <p:nvPr/>
        </p:nvSpPr>
        <p:spPr>
          <a:xfrm rot="2700000">
            <a:off x="7603602" y="1847179"/>
            <a:ext cx="255209" cy="181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952" dirty="0"/>
          </a:p>
        </p:txBody>
      </p:sp>
      <p:sp>
        <p:nvSpPr>
          <p:cNvPr id="56" name="Shape 47"/>
          <p:cNvSpPr/>
          <p:nvPr/>
        </p:nvSpPr>
        <p:spPr>
          <a:xfrm>
            <a:off x="7731161" y="1961388"/>
            <a:ext cx="564185" cy="564185"/>
          </a:xfrm>
          <a:prstGeom prst="diamond">
            <a:avLst/>
          </a:prstGeom>
          <a:solidFill>
            <a:srgbClr val="F2D6BF"/>
          </a:solidFill>
          <a:ln w="3302">
            <a:solidFill>
              <a:srgbClr val="E4DED8"/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 rot="-2700000">
            <a:off x="7885694" y="2129272"/>
            <a:ext cx="255209" cy="181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952" dirty="0"/>
          </a:p>
        </p:txBody>
      </p:sp>
      <p:sp>
        <p:nvSpPr>
          <p:cNvPr id="58" name="Shape 49"/>
          <p:cNvSpPr/>
          <p:nvPr/>
        </p:nvSpPr>
        <p:spPr>
          <a:xfrm>
            <a:off x="6602791" y="1397112"/>
            <a:ext cx="564185" cy="564185"/>
          </a:xfrm>
          <a:prstGeom prst="diamond">
            <a:avLst/>
          </a:prstGeom>
          <a:solidFill>
            <a:srgbClr val="DDE4F2"/>
          </a:solidFill>
          <a:ln w="3302">
            <a:solidFill>
              <a:srgbClr val="E4DED8"/>
            </a:solidFill>
            <a:prstDash val="solid"/>
          </a:ln>
        </p:spPr>
      </p:sp>
      <p:sp>
        <p:nvSpPr>
          <p:cNvPr id="59" name="Text 50"/>
          <p:cNvSpPr/>
          <p:nvPr/>
        </p:nvSpPr>
        <p:spPr>
          <a:xfrm rot="-2700000">
            <a:off x="6757233" y="1565087"/>
            <a:ext cx="255209" cy="181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952" dirty="0"/>
          </a:p>
        </p:txBody>
      </p:sp>
      <p:sp>
        <p:nvSpPr>
          <p:cNvPr id="60" name="Shape 51"/>
          <p:cNvSpPr/>
          <p:nvPr/>
        </p:nvSpPr>
        <p:spPr>
          <a:xfrm>
            <a:off x="6884883" y="1679204"/>
            <a:ext cx="564185" cy="564185"/>
          </a:xfrm>
          <a:prstGeom prst="diamond">
            <a:avLst/>
          </a:prstGeom>
          <a:solidFill>
            <a:srgbClr val="F7CED0"/>
          </a:solidFill>
          <a:ln w="3302">
            <a:solidFill>
              <a:srgbClr val="E4DED8"/>
            </a:solidFill>
            <a:prstDash val="solid"/>
          </a:ln>
        </p:spPr>
      </p:sp>
      <p:sp>
        <p:nvSpPr>
          <p:cNvPr id="61" name="Text 52"/>
          <p:cNvSpPr/>
          <p:nvPr/>
        </p:nvSpPr>
        <p:spPr>
          <a:xfrm rot="2700000">
            <a:off x="7039326" y="1847179"/>
            <a:ext cx="255209" cy="181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952" dirty="0"/>
          </a:p>
        </p:txBody>
      </p:sp>
      <p:sp>
        <p:nvSpPr>
          <p:cNvPr id="62" name="Shape 53"/>
          <p:cNvSpPr/>
          <p:nvPr/>
        </p:nvSpPr>
        <p:spPr>
          <a:xfrm>
            <a:off x="7166976" y="1961388"/>
            <a:ext cx="564185" cy="564185"/>
          </a:xfrm>
          <a:prstGeom prst="diamond">
            <a:avLst/>
          </a:prstGeom>
          <a:solidFill>
            <a:srgbClr val="F4E7D6"/>
          </a:solidFill>
          <a:ln w="3302">
            <a:solidFill>
              <a:srgbClr val="E4DED8"/>
            </a:solidFill>
            <a:prstDash val="solid"/>
          </a:ln>
        </p:spPr>
      </p:sp>
      <p:sp>
        <p:nvSpPr>
          <p:cNvPr id="63" name="Shape 54"/>
          <p:cNvSpPr/>
          <p:nvPr/>
        </p:nvSpPr>
        <p:spPr>
          <a:xfrm>
            <a:off x="7449068" y="2243480"/>
            <a:ext cx="564185" cy="564185"/>
          </a:xfrm>
          <a:prstGeom prst="diamond">
            <a:avLst/>
          </a:prstGeom>
          <a:solidFill>
            <a:srgbClr val="DFE8D5"/>
          </a:solidFill>
          <a:ln w="3302">
            <a:solidFill>
              <a:srgbClr val="E4DED8"/>
            </a:solidFill>
            <a:prstDash val="solid"/>
          </a:ln>
        </p:spPr>
      </p:sp>
      <p:sp>
        <p:nvSpPr>
          <p:cNvPr id="64" name="Text 55"/>
          <p:cNvSpPr/>
          <p:nvPr/>
        </p:nvSpPr>
        <p:spPr>
          <a:xfrm rot="2700000">
            <a:off x="7603602" y="2411364"/>
            <a:ext cx="255209" cy="181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952" dirty="0"/>
          </a:p>
        </p:txBody>
      </p:sp>
      <p:sp>
        <p:nvSpPr>
          <p:cNvPr id="65" name="Shape 56"/>
          <p:cNvSpPr/>
          <p:nvPr/>
        </p:nvSpPr>
        <p:spPr>
          <a:xfrm>
            <a:off x="6320607" y="1679204"/>
            <a:ext cx="564185" cy="564185"/>
          </a:xfrm>
          <a:prstGeom prst="diamond">
            <a:avLst/>
          </a:prstGeom>
          <a:solidFill>
            <a:srgbClr val="BFD8F4"/>
          </a:solidFill>
          <a:ln w="3302">
            <a:solidFill>
              <a:srgbClr val="E4DED8"/>
            </a:solidFill>
            <a:prstDash val="solid"/>
          </a:ln>
        </p:spPr>
      </p:sp>
      <p:sp>
        <p:nvSpPr>
          <p:cNvPr id="66" name="Text 57"/>
          <p:cNvSpPr/>
          <p:nvPr/>
        </p:nvSpPr>
        <p:spPr>
          <a:xfrm rot="2700000">
            <a:off x="6475141" y="1847179"/>
            <a:ext cx="255209" cy="181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952" dirty="0"/>
          </a:p>
        </p:txBody>
      </p:sp>
      <p:sp>
        <p:nvSpPr>
          <p:cNvPr id="67" name="Shape 58"/>
          <p:cNvSpPr/>
          <p:nvPr/>
        </p:nvSpPr>
        <p:spPr>
          <a:xfrm>
            <a:off x="6602791" y="1961388"/>
            <a:ext cx="564185" cy="564185"/>
          </a:xfrm>
          <a:prstGeom prst="diamond">
            <a:avLst/>
          </a:prstGeom>
          <a:solidFill>
            <a:srgbClr val="E3E3F4"/>
          </a:solidFill>
          <a:ln w="3302">
            <a:solidFill>
              <a:srgbClr val="E4DED8"/>
            </a:solidFill>
            <a:prstDash val="solid"/>
          </a:ln>
        </p:spPr>
      </p:sp>
      <p:sp>
        <p:nvSpPr>
          <p:cNvPr id="68" name="Text 59"/>
          <p:cNvSpPr/>
          <p:nvPr/>
        </p:nvSpPr>
        <p:spPr>
          <a:xfrm rot="-2700000">
            <a:off x="6757233" y="2129272"/>
            <a:ext cx="255209" cy="181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952" dirty="0"/>
          </a:p>
        </p:txBody>
      </p:sp>
      <p:sp>
        <p:nvSpPr>
          <p:cNvPr id="69" name="Shape 60"/>
          <p:cNvSpPr/>
          <p:nvPr/>
        </p:nvSpPr>
        <p:spPr>
          <a:xfrm>
            <a:off x="6884883" y="2243480"/>
            <a:ext cx="564185" cy="564185"/>
          </a:xfrm>
          <a:prstGeom prst="diamond">
            <a:avLst/>
          </a:prstGeom>
          <a:solidFill>
            <a:srgbClr val="F8D0C6"/>
          </a:solidFill>
          <a:ln w="3302">
            <a:solidFill>
              <a:srgbClr val="E4DED8"/>
            </a:solidFill>
            <a:prstDash val="solid"/>
          </a:ln>
        </p:spPr>
      </p:sp>
      <p:sp>
        <p:nvSpPr>
          <p:cNvPr id="70" name="Text 61"/>
          <p:cNvSpPr/>
          <p:nvPr/>
        </p:nvSpPr>
        <p:spPr>
          <a:xfrm rot="2700000">
            <a:off x="7039326" y="2411364"/>
            <a:ext cx="255209" cy="181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952" dirty="0"/>
          </a:p>
        </p:txBody>
      </p:sp>
      <p:sp>
        <p:nvSpPr>
          <p:cNvPr id="71" name="Shape 62"/>
          <p:cNvSpPr/>
          <p:nvPr/>
        </p:nvSpPr>
        <p:spPr>
          <a:xfrm>
            <a:off x="7166976" y="2525573"/>
            <a:ext cx="564185" cy="564185"/>
          </a:xfrm>
          <a:prstGeom prst="diamond">
            <a:avLst/>
          </a:prstGeom>
          <a:solidFill>
            <a:srgbClr val="C1DAF4"/>
          </a:solidFill>
          <a:ln w="3302">
            <a:solidFill>
              <a:srgbClr val="E4DED8"/>
            </a:solidFill>
            <a:prstDash val="solid"/>
          </a:ln>
        </p:spPr>
      </p:sp>
      <p:sp>
        <p:nvSpPr>
          <p:cNvPr id="72" name="Text 63"/>
          <p:cNvSpPr/>
          <p:nvPr/>
        </p:nvSpPr>
        <p:spPr>
          <a:xfrm rot="-2700000">
            <a:off x="7321509" y="2693457"/>
            <a:ext cx="255209" cy="181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952" dirty="0"/>
          </a:p>
        </p:txBody>
      </p:sp>
      <p:sp>
        <p:nvSpPr>
          <p:cNvPr id="73" name="Shape 64"/>
          <p:cNvSpPr/>
          <p:nvPr/>
        </p:nvSpPr>
        <p:spPr>
          <a:xfrm>
            <a:off x="7375185" y="819485"/>
            <a:ext cx="127650" cy="-20117"/>
          </a:xfrm>
          <a:prstGeom prst="line">
            <a:avLst/>
          </a:prstGeom>
          <a:noFill/>
          <a:ln w="8763">
            <a:solidFill>
              <a:srgbClr val="3A526E"/>
            </a:solidFill>
            <a:prstDash val="solid"/>
            <a:tailEnd type="triangle"/>
          </a:ln>
        </p:spPr>
      </p:sp>
      <p:sp>
        <p:nvSpPr>
          <p:cNvPr id="74" name="Shape 65"/>
          <p:cNvSpPr/>
          <p:nvPr/>
        </p:nvSpPr>
        <p:spPr>
          <a:xfrm>
            <a:off x="7173651" y="1182228"/>
            <a:ext cx="-73884" cy="53767"/>
          </a:xfrm>
          <a:prstGeom prst="line">
            <a:avLst/>
          </a:prstGeom>
          <a:noFill/>
          <a:ln w="8763">
            <a:solidFill>
              <a:srgbClr val="3A526E"/>
            </a:solidFill>
            <a:prstDash val="solid"/>
            <a:tailEnd type="triangle"/>
          </a:ln>
        </p:spPr>
      </p:sp>
      <p:sp>
        <p:nvSpPr>
          <p:cNvPr id="75" name="Shape 66"/>
          <p:cNvSpPr/>
          <p:nvPr/>
        </p:nvSpPr>
        <p:spPr>
          <a:xfrm>
            <a:off x="7583394" y="2505456"/>
            <a:ext cx="-107442" cy="40325"/>
          </a:xfrm>
          <a:prstGeom prst="line">
            <a:avLst/>
          </a:prstGeom>
          <a:noFill/>
          <a:ln w="8763">
            <a:solidFill>
              <a:srgbClr val="3A526E"/>
            </a:solidFill>
            <a:prstDash val="solid"/>
            <a:tailEnd type="triangle"/>
          </a:ln>
        </p:spPr>
      </p:sp>
      <p:sp>
        <p:nvSpPr>
          <p:cNvPr id="76" name="Shape 67"/>
          <p:cNvSpPr/>
          <p:nvPr/>
        </p:nvSpPr>
        <p:spPr>
          <a:xfrm>
            <a:off x="8530529" y="806044"/>
            <a:ext cx="100767" cy="114209"/>
          </a:xfrm>
          <a:prstGeom prst="line">
            <a:avLst/>
          </a:prstGeom>
          <a:noFill/>
          <a:ln w="8763">
            <a:solidFill>
              <a:srgbClr val="3A526E"/>
            </a:solidFill>
            <a:prstDash val="solid"/>
            <a:tailEnd type="triangle"/>
          </a:ln>
        </p:spPr>
      </p:sp>
      <p:sp>
        <p:nvSpPr>
          <p:cNvPr id="77" name="Shape 68"/>
          <p:cNvSpPr/>
          <p:nvPr/>
        </p:nvSpPr>
        <p:spPr>
          <a:xfrm>
            <a:off x="8852946" y="1168786"/>
            <a:ext cx="67208" cy="73884"/>
          </a:xfrm>
          <a:prstGeom prst="line">
            <a:avLst/>
          </a:prstGeom>
          <a:noFill/>
          <a:ln w="8763">
            <a:solidFill>
              <a:srgbClr val="3A526E"/>
            </a:solidFill>
            <a:prstDash val="solid"/>
            <a:tailEnd type="triangle"/>
          </a:ln>
        </p:spPr>
      </p:sp>
      <p:sp>
        <p:nvSpPr>
          <p:cNvPr id="78" name="Shape 69"/>
          <p:cNvSpPr/>
          <p:nvPr/>
        </p:nvSpPr>
        <p:spPr>
          <a:xfrm>
            <a:off x="8604413" y="2505456"/>
            <a:ext cx="107442" cy="47000"/>
          </a:xfrm>
          <a:prstGeom prst="line">
            <a:avLst/>
          </a:prstGeom>
          <a:noFill/>
          <a:ln w="8763">
            <a:solidFill>
              <a:srgbClr val="3A526E"/>
            </a:solidFill>
            <a:prstDash val="solid"/>
            <a:tailEnd type="triangle"/>
          </a:ln>
        </p:spPr>
      </p:sp>
      <p:sp>
        <p:nvSpPr>
          <p:cNvPr id="79" name="Shape 70"/>
          <p:cNvSpPr/>
          <p:nvPr/>
        </p:nvSpPr>
        <p:spPr>
          <a:xfrm>
            <a:off x="8020020" y="960486"/>
            <a:ext cx="799277" cy="738835"/>
          </a:xfrm>
          <a:prstGeom prst="rect">
            <a:avLst/>
          </a:prstGeom>
          <a:solidFill>
            <a:srgbClr val="FFFFFF">
              <a:alpha val="0"/>
            </a:srgbClr>
          </a:solidFill>
          <a:ln w="13462">
            <a:solidFill>
              <a:srgbClr val="FF0000"/>
            </a:solidFill>
            <a:prstDash val="dash"/>
          </a:ln>
        </p:spPr>
      </p:sp>
      <p:sp>
        <p:nvSpPr>
          <p:cNvPr id="80" name="Shape 71"/>
          <p:cNvSpPr/>
          <p:nvPr/>
        </p:nvSpPr>
        <p:spPr>
          <a:xfrm>
            <a:off x="8020020" y="960486"/>
            <a:ext cx="799277" cy="738835"/>
          </a:xfrm>
          <a:prstGeom prst="diamond">
            <a:avLst/>
          </a:prstGeom>
          <a:solidFill>
            <a:srgbClr val="FFFFFF">
              <a:alpha val="0"/>
            </a:srgbClr>
          </a:solidFill>
          <a:ln w="13462">
            <a:solidFill>
              <a:srgbClr val="FF0000"/>
            </a:solidFill>
            <a:prstDash val="solid"/>
          </a:ln>
        </p:spPr>
      </p:sp>
      <p:sp>
        <p:nvSpPr>
          <p:cNvPr id="81" name="Text 72"/>
          <p:cNvSpPr/>
          <p:nvPr/>
        </p:nvSpPr>
        <p:spPr>
          <a:xfrm rot="2700000">
            <a:off x="8315554" y="1229228"/>
            <a:ext cx="214975" cy="188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952" dirty="0"/>
          </a:p>
        </p:txBody>
      </p:sp>
      <p:sp>
        <p:nvSpPr>
          <p:cNvPr id="82" name="Shape 73"/>
          <p:cNvSpPr/>
          <p:nvPr/>
        </p:nvSpPr>
        <p:spPr>
          <a:xfrm>
            <a:off x="6925208" y="2565898"/>
            <a:ext cx="2169597" cy="221651"/>
          </a:xfrm>
          <a:prstGeom prst="rightArrow">
            <a:avLst/>
          </a:prstGeom>
          <a:solidFill>
            <a:srgbClr val="FCF9F5"/>
          </a:solidFill>
          <a:ln w="13462">
            <a:solidFill>
              <a:srgbClr val="111111"/>
            </a:solidFill>
            <a:prstDash val="solid"/>
          </a:ln>
        </p:spPr>
      </p:sp>
      <p:sp>
        <p:nvSpPr>
          <p:cNvPr id="83" name="Text 74"/>
          <p:cNvSpPr/>
          <p:nvPr/>
        </p:nvSpPr>
        <p:spPr>
          <a:xfrm>
            <a:off x="7509510" y="2814432"/>
            <a:ext cx="1141903" cy="275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87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remap</a:t>
            </a:r>
            <a:endParaRPr lang="en-US" sz="1587" dirty="0"/>
          </a:p>
        </p:txBody>
      </p:sp>
      <p:pic>
        <p:nvPicPr>
          <p:cNvPr id="84" name="Image 7" descr="/home/wangfeifei/projects/skillopt/SkillOpt/ppt-rebuild/complex20-skill-ab-20260907/runs/gpt-5.6-sol/complex-014/.tmp/scene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9689" y="261976"/>
            <a:ext cx="2626340" cy="2626340"/>
          </a:xfrm>
          <a:prstGeom prst="rect">
            <a:avLst/>
          </a:prstGeom>
          <a:effectLst>
            <a:outerShdw sx="100000" sy="100000" kx="0" ky="0" algn="bl" rotWithShape="0" blurRad="63500" dist="50800" dir="2700000">
              <a:srgbClr val="777777">
                <a:alpha val="35000"/>
              </a:srgbClr>
            </a:outerShdw>
          </a:effectLst>
        </p:spPr>
      </p:pic>
      <p:sp>
        <p:nvSpPr>
          <p:cNvPr id="85" name="Shape 75"/>
          <p:cNvSpPr/>
          <p:nvPr/>
        </p:nvSpPr>
        <p:spPr>
          <a:xfrm>
            <a:off x="10639684" y="268651"/>
            <a:ext cx="1296345" cy="1309787"/>
          </a:xfrm>
          <a:prstGeom prst="rect">
            <a:avLst/>
          </a:prstGeom>
          <a:solidFill>
            <a:srgbClr val="FFFFFF">
              <a:alpha val="0"/>
            </a:srgbClr>
          </a:solidFill>
          <a:ln w="13462">
            <a:solidFill>
              <a:srgbClr val="FF0000"/>
            </a:solidFill>
            <a:prstDash val="dash"/>
          </a:ln>
        </p:spPr>
      </p:sp>
      <p:sp>
        <p:nvSpPr>
          <p:cNvPr id="86" name="Shape 76"/>
          <p:cNvSpPr/>
          <p:nvPr/>
        </p:nvSpPr>
        <p:spPr>
          <a:xfrm>
            <a:off x="10639684" y="268651"/>
            <a:ext cx="1296345" cy="1309787"/>
          </a:xfrm>
          <a:prstGeom prst="diamond">
            <a:avLst/>
          </a:prstGeom>
          <a:solidFill>
            <a:srgbClr val="FFFFFF">
              <a:alpha val="0"/>
            </a:srgbClr>
          </a:solidFill>
          <a:ln w="20193">
            <a:solidFill>
              <a:srgbClr val="FF0000"/>
            </a:solidFill>
            <a:prstDash val="solid"/>
          </a:ln>
        </p:spPr>
      </p:sp>
      <p:sp>
        <p:nvSpPr>
          <p:cNvPr id="87" name="Text 77"/>
          <p:cNvSpPr/>
          <p:nvPr/>
        </p:nvSpPr>
        <p:spPr>
          <a:xfrm rot="2700000">
            <a:off x="11103102" y="745602"/>
            <a:ext cx="402976" cy="268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34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534" dirty="0"/>
          </a:p>
        </p:txBody>
      </p:sp>
      <p:sp>
        <p:nvSpPr>
          <p:cNvPr id="88" name="Text 78"/>
          <p:cNvSpPr/>
          <p:nvPr/>
        </p:nvSpPr>
        <p:spPr>
          <a:xfrm>
            <a:off x="9739549" y="3002432"/>
            <a:ext cx="1813530" cy="282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ViewPoint Map</a:t>
            </a:r>
            <a:endParaRPr lang="en-US" sz="1640" dirty="0"/>
          </a:p>
        </p:txBody>
      </p:sp>
      <p:sp>
        <p:nvSpPr>
          <p:cNvPr id="89" name="Shape 79"/>
          <p:cNvSpPr/>
          <p:nvPr/>
        </p:nvSpPr>
        <p:spPr>
          <a:xfrm>
            <a:off x="80559" y="3277850"/>
            <a:ext cx="12426330" cy="0"/>
          </a:xfrm>
          <a:prstGeom prst="line">
            <a:avLst/>
          </a:prstGeom>
          <a:noFill/>
          <a:ln w="20193">
            <a:solidFill>
              <a:srgbClr val="111111"/>
            </a:solidFill>
            <a:prstDash val="dash"/>
          </a:ln>
        </p:spPr>
      </p:sp>
      <p:sp>
        <p:nvSpPr>
          <p:cNvPr id="90" name="Shape 80"/>
          <p:cNvSpPr/>
          <p:nvPr/>
        </p:nvSpPr>
        <p:spPr>
          <a:xfrm>
            <a:off x="282092" y="3539825"/>
            <a:ext cx="3056199" cy="671718"/>
          </a:xfrm>
          <a:prstGeom prst="trapezoid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1" name="Image 8" descr="/home/wangfeifei/projects/skillopt/SkillOpt/ppt-rebuild/complex20-skill-ab-20260907/runs/gpt-5.6-sol/complex-014/.tmp/input_trapezoi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092" y="3539825"/>
            <a:ext cx="3056199" cy="671718"/>
          </a:xfrm>
          <a:prstGeom prst="rect">
            <a:avLst/>
          </a:prstGeom>
        </p:spPr>
      </p:pic>
      <p:sp>
        <p:nvSpPr>
          <p:cNvPr id="92" name="Text 81"/>
          <p:cNvSpPr/>
          <p:nvPr/>
        </p:nvSpPr>
        <p:spPr>
          <a:xfrm>
            <a:off x="1376995" y="4271985"/>
            <a:ext cx="772485" cy="261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87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587" dirty="0"/>
          </a:p>
        </p:txBody>
      </p:sp>
      <p:sp>
        <p:nvSpPr>
          <p:cNvPr id="93" name="Shape 82"/>
          <p:cNvSpPr/>
          <p:nvPr/>
        </p:nvSpPr>
        <p:spPr>
          <a:xfrm>
            <a:off x="282092" y="4668286"/>
            <a:ext cx="3056199" cy="664952"/>
          </a:xfrm>
          <a:prstGeom prst="trapezoid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4" name="Image 9" descr="/home/wangfeifei/projects/skillopt/SkillOpt/ppt-rebuild/complex20-skill-ab-20260907/runs/gpt-5.6-sol/complex-014/.tmp/strip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13530" y="4722053"/>
            <a:ext cx="1141903" cy="295534"/>
          </a:xfrm>
          <a:prstGeom prst="rect">
            <a:avLst/>
          </a:prstGeom>
        </p:spPr>
      </p:pic>
      <p:sp>
        <p:nvSpPr>
          <p:cNvPr id="95" name="Text 83"/>
          <p:cNvSpPr/>
          <p:nvPr/>
        </p:nvSpPr>
        <p:spPr>
          <a:xfrm>
            <a:off x="174650" y="5387005"/>
            <a:ext cx="3224174" cy="261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34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Input Perspective Video</a:t>
            </a:r>
            <a:endParaRPr lang="en-US" sz="1534" dirty="0"/>
          </a:p>
        </p:txBody>
      </p:sp>
      <p:sp>
        <p:nvSpPr>
          <p:cNvPr id="96" name="Shape 84"/>
          <p:cNvSpPr/>
          <p:nvPr/>
        </p:nvSpPr>
        <p:spPr>
          <a:xfrm>
            <a:off x="282092" y="5803422"/>
            <a:ext cx="3036082" cy="671718"/>
          </a:xfrm>
          <a:prstGeom prst="trapezoid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85"/>
          <p:cNvSpPr/>
          <p:nvPr/>
        </p:nvSpPr>
        <p:spPr>
          <a:xfrm>
            <a:off x="1786738" y="5810189"/>
            <a:ext cx="1115019" cy="268651"/>
          </a:xfrm>
          <a:prstGeom prst="diamond">
            <a:avLst/>
          </a:prstGeom>
          <a:solidFill>
            <a:srgbClr val="FFFFFF"/>
          </a:solidFill>
          <a:ln w="6731">
            <a:solidFill>
              <a:srgbClr val="F2F2F2"/>
            </a:solidFill>
            <a:prstDash val="solid"/>
          </a:ln>
        </p:spPr>
      </p:sp>
      <p:sp>
        <p:nvSpPr>
          <p:cNvPr id="98" name="Text 86"/>
          <p:cNvSpPr/>
          <p:nvPr/>
        </p:nvSpPr>
        <p:spPr>
          <a:xfrm>
            <a:off x="1376995" y="6562466"/>
            <a:ext cx="806044" cy="255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</a:t>
            </a:r>
            <a:endParaRPr lang="en-US" sz="1640" dirty="0"/>
          </a:p>
        </p:txBody>
      </p:sp>
      <p:sp>
        <p:nvSpPr>
          <p:cNvPr id="99" name="Text 87"/>
          <p:cNvSpPr/>
          <p:nvPr/>
        </p:nvSpPr>
        <p:spPr>
          <a:xfrm>
            <a:off x="3109966" y="3593592"/>
            <a:ext cx="1007577" cy="255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4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noise</a:t>
            </a:r>
            <a:endParaRPr lang="en-US" sz="1534" dirty="0"/>
          </a:p>
        </p:txBody>
      </p:sp>
      <p:sp>
        <p:nvSpPr>
          <p:cNvPr id="100" name="Shape 88"/>
          <p:cNvSpPr/>
          <p:nvPr/>
        </p:nvSpPr>
        <p:spPr>
          <a:xfrm>
            <a:off x="3842126" y="5031029"/>
            <a:ext cx="1121694" cy="0"/>
          </a:xfrm>
          <a:prstGeom prst="line">
            <a:avLst/>
          </a:prstGeom>
          <a:noFill/>
          <a:ln w="20193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01" name="Text 89"/>
          <p:cNvSpPr/>
          <p:nvPr/>
        </p:nvSpPr>
        <p:spPr>
          <a:xfrm>
            <a:off x="3862243" y="4748845"/>
            <a:ext cx="873161" cy="261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4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</a:t>
            </a:r>
            <a:endParaRPr lang="en-US" sz="1534" dirty="0"/>
          </a:p>
        </p:txBody>
      </p:sp>
      <p:sp>
        <p:nvSpPr>
          <p:cNvPr id="102" name="Shape 90"/>
          <p:cNvSpPr/>
          <p:nvPr/>
        </p:nvSpPr>
        <p:spPr>
          <a:xfrm>
            <a:off x="3392058" y="3969685"/>
            <a:ext cx="450068" cy="0"/>
          </a:xfrm>
          <a:prstGeom prst="line">
            <a:avLst/>
          </a:prstGeom>
          <a:noFill/>
          <a:ln w="20193">
            <a:solidFill>
              <a:srgbClr val="111111"/>
            </a:solidFill>
            <a:prstDash val="solid"/>
          </a:ln>
        </p:spPr>
      </p:sp>
      <p:sp>
        <p:nvSpPr>
          <p:cNvPr id="103" name="Shape 91"/>
          <p:cNvSpPr/>
          <p:nvPr/>
        </p:nvSpPr>
        <p:spPr>
          <a:xfrm>
            <a:off x="3842126" y="3969685"/>
            <a:ext cx="0" cy="2142714"/>
          </a:xfrm>
          <a:prstGeom prst="line">
            <a:avLst/>
          </a:prstGeom>
          <a:noFill/>
          <a:ln w="20193">
            <a:solidFill>
              <a:srgbClr val="111111"/>
            </a:solidFill>
            <a:prstDash val="solid"/>
          </a:ln>
        </p:spPr>
      </p:sp>
      <p:sp>
        <p:nvSpPr>
          <p:cNvPr id="104" name="Shape 92"/>
          <p:cNvSpPr/>
          <p:nvPr/>
        </p:nvSpPr>
        <p:spPr>
          <a:xfrm>
            <a:off x="3392058" y="6112398"/>
            <a:ext cx="450068" cy="0"/>
          </a:xfrm>
          <a:prstGeom prst="line">
            <a:avLst/>
          </a:prstGeom>
          <a:noFill/>
          <a:ln w="20193">
            <a:solidFill>
              <a:srgbClr val="111111"/>
            </a:solidFill>
            <a:prstDash val="solid"/>
          </a:ln>
        </p:spPr>
      </p:sp>
      <p:sp>
        <p:nvSpPr>
          <p:cNvPr id="105" name="Shape 93"/>
          <p:cNvSpPr/>
          <p:nvPr/>
        </p:nvSpPr>
        <p:spPr>
          <a:xfrm>
            <a:off x="4661520" y="3533150"/>
            <a:ext cx="5104912" cy="2935315"/>
          </a:xfrm>
          <a:prstGeom prst="roundRect">
            <a:avLst>
              <a:gd name="adj" fmla="val 8925"/>
            </a:avLst>
          </a:prstGeom>
          <a:solidFill>
            <a:srgbClr val="FFF9E8"/>
          </a:solidFill>
          <a:ln w="13462">
            <a:solidFill>
              <a:srgbClr val="17345A"/>
            </a:solidFill>
            <a:prstDash val="solid"/>
          </a:ln>
        </p:spPr>
      </p:sp>
      <p:sp>
        <p:nvSpPr>
          <p:cNvPr id="106" name="Shape 94"/>
          <p:cNvSpPr/>
          <p:nvPr/>
        </p:nvSpPr>
        <p:spPr>
          <a:xfrm>
            <a:off x="4789170" y="3660709"/>
            <a:ext cx="1739646" cy="2606131"/>
          </a:xfrm>
          <a:prstGeom prst="roundRect">
            <a:avLst>
              <a:gd name="adj" fmla="val 10812"/>
            </a:avLst>
          </a:prstGeom>
          <a:solidFill>
            <a:srgbClr val="FDE9CD"/>
          </a:solidFill>
          <a:ln w="13462">
            <a:solidFill>
              <a:srgbClr val="17345A"/>
            </a:solidFill>
            <a:prstDash val="solid"/>
          </a:ln>
        </p:spPr>
      </p:sp>
      <p:sp>
        <p:nvSpPr>
          <p:cNvPr id="107" name="Shape 95"/>
          <p:cNvSpPr/>
          <p:nvPr/>
        </p:nvSpPr>
        <p:spPr>
          <a:xfrm>
            <a:off x="6723675" y="3660709"/>
            <a:ext cx="2921874" cy="2599456"/>
          </a:xfrm>
          <a:prstGeom prst="roundRect">
            <a:avLst>
              <a:gd name="adj" fmla="val 9301"/>
            </a:avLst>
          </a:prstGeom>
          <a:solidFill>
            <a:srgbClr val="E8F0EE"/>
          </a:solidFill>
          <a:ln w="13462">
            <a:solidFill>
              <a:srgbClr val="17345A"/>
            </a:solidFill>
            <a:prstDash val="solid"/>
          </a:ln>
        </p:spPr>
      </p:sp>
      <p:sp>
        <p:nvSpPr>
          <p:cNvPr id="108" name="Text 96"/>
          <p:cNvSpPr/>
          <p:nvPr/>
        </p:nvSpPr>
        <p:spPr>
          <a:xfrm>
            <a:off x="4977262" y="3754801"/>
            <a:ext cx="1363553" cy="228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2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 Attention</a:t>
            </a:r>
            <a:endParaRPr lang="en-US" sz="1322" dirty="0"/>
          </a:p>
        </p:txBody>
      </p:sp>
      <p:sp>
        <p:nvSpPr>
          <p:cNvPr id="109" name="Text 97"/>
          <p:cNvSpPr/>
          <p:nvPr/>
        </p:nvSpPr>
        <p:spPr>
          <a:xfrm>
            <a:off x="7079651" y="3741359"/>
            <a:ext cx="2250156" cy="235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2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 Attention</a:t>
            </a:r>
            <a:endParaRPr lang="en-US" sz="1322" dirty="0"/>
          </a:p>
        </p:txBody>
      </p:sp>
      <p:sp>
        <p:nvSpPr>
          <p:cNvPr id="110" name="Shape 98"/>
          <p:cNvSpPr/>
          <p:nvPr/>
        </p:nvSpPr>
        <p:spPr>
          <a:xfrm>
            <a:off x="4997379" y="4735403"/>
            <a:ext cx="295534" cy="295534"/>
          </a:xfrm>
          <a:prstGeom prst="rect">
            <a:avLst/>
          </a:prstGeom>
          <a:solidFill>
            <a:srgbClr val="E9DCEC"/>
          </a:solidFill>
          <a:ln w="8763">
            <a:solidFill>
              <a:srgbClr val="2B4D73"/>
            </a:solidFill>
            <a:prstDash val="solid"/>
          </a:ln>
        </p:spPr>
      </p:sp>
      <p:sp>
        <p:nvSpPr>
          <p:cNvPr id="111" name="Text 99"/>
          <p:cNvSpPr/>
          <p:nvPr/>
        </p:nvSpPr>
        <p:spPr>
          <a:xfrm rot="-2700000">
            <a:off x="5064587" y="4782495"/>
            <a:ext cx="161209" cy="188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005" dirty="0"/>
          </a:p>
        </p:txBody>
      </p:sp>
      <p:sp>
        <p:nvSpPr>
          <p:cNvPr id="112" name="Shape 100"/>
          <p:cNvSpPr/>
          <p:nvPr/>
        </p:nvSpPr>
        <p:spPr>
          <a:xfrm>
            <a:off x="5292913" y="4735403"/>
            <a:ext cx="295534" cy="295534"/>
          </a:xfrm>
          <a:prstGeom prst="rect">
            <a:avLst/>
          </a:prstGeom>
          <a:solidFill>
            <a:srgbClr val="DBEDB9"/>
          </a:solidFill>
          <a:ln w="8763">
            <a:solidFill>
              <a:srgbClr val="2B4D73"/>
            </a:solidFill>
            <a:prstDash val="solid"/>
          </a:ln>
        </p:spPr>
      </p:sp>
      <p:sp>
        <p:nvSpPr>
          <p:cNvPr id="113" name="Text 101"/>
          <p:cNvSpPr/>
          <p:nvPr/>
        </p:nvSpPr>
        <p:spPr>
          <a:xfrm rot="2700000">
            <a:off x="5360121" y="4782495"/>
            <a:ext cx="161209" cy="188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005" dirty="0"/>
          </a:p>
        </p:txBody>
      </p:sp>
      <p:sp>
        <p:nvSpPr>
          <p:cNvPr id="114" name="Shape 102"/>
          <p:cNvSpPr/>
          <p:nvPr/>
        </p:nvSpPr>
        <p:spPr>
          <a:xfrm>
            <a:off x="4997379" y="5031029"/>
            <a:ext cx="295534" cy="295534"/>
          </a:xfrm>
          <a:prstGeom prst="rect">
            <a:avLst/>
          </a:prstGeom>
          <a:solidFill>
            <a:srgbClr val="F5C0B7"/>
          </a:solidFill>
          <a:ln w="8763">
            <a:solidFill>
              <a:srgbClr val="2B4D73"/>
            </a:solidFill>
            <a:prstDash val="solid"/>
          </a:ln>
        </p:spPr>
      </p:sp>
      <p:sp>
        <p:nvSpPr>
          <p:cNvPr id="115" name="Text 103"/>
          <p:cNvSpPr/>
          <p:nvPr/>
        </p:nvSpPr>
        <p:spPr>
          <a:xfrm rot="2700000">
            <a:off x="5064587" y="5078029"/>
            <a:ext cx="161209" cy="188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05" dirty="0"/>
          </a:p>
        </p:txBody>
      </p:sp>
      <p:sp>
        <p:nvSpPr>
          <p:cNvPr id="116" name="Shape 104"/>
          <p:cNvSpPr/>
          <p:nvPr/>
        </p:nvSpPr>
        <p:spPr>
          <a:xfrm>
            <a:off x="5292913" y="5031029"/>
            <a:ext cx="295534" cy="295534"/>
          </a:xfrm>
          <a:prstGeom prst="rect">
            <a:avLst/>
          </a:prstGeom>
          <a:solidFill>
            <a:srgbClr val="E5E2D6"/>
          </a:solidFill>
          <a:ln w="8763">
            <a:solidFill>
              <a:srgbClr val="2B4D73"/>
            </a:solidFill>
            <a:prstDash val="solid"/>
          </a:ln>
        </p:spPr>
      </p:sp>
      <p:sp>
        <p:nvSpPr>
          <p:cNvPr id="117" name="Text 105"/>
          <p:cNvSpPr/>
          <p:nvPr/>
        </p:nvSpPr>
        <p:spPr>
          <a:xfrm rot="-2700000">
            <a:off x="5360121" y="5078029"/>
            <a:ext cx="161209" cy="188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005" dirty="0"/>
          </a:p>
        </p:txBody>
      </p:sp>
      <p:sp>
        <p:nvSpPr>
          <p:cNvPr id="118" name="Shape 106"/>
          <p:cNvSpPr/>
          <p:nvPr/>
        </p:nvSpPr>
        <p:spPr>
          <a:xfrm>
            <a:off x="5635539" y="4030127"/>
            <a:ext cx="738835" cy="1927738"/>
          </a:xfrm>
          <a:prstGeom prst="roundRect">
            <a:avLst>
              <a:gd name="adj" fmla="val 12723"/>
            </a:avLst>
          </a:prstGeom>
          <a:solidFill>
            <a:srgbClr val="C5E1B4"/>
          </a:solidFill>
          <a:ln w="13462">
            <a:solidFill>
              <a:srgbClr val="17345A"/>
            </a:solidFill>
            <a:prstDash val="solid"/>
          </a:ln>
        </p:spPr>
      </p:sp>
      <p:sp>
        <p:nvSpPr>
          <p:cNvPr id="119" name="Text 107"/>
          <p:cNvSpPr/>
          <p:nvPr/>
        </p:nvSpPr>
        <p:spPr>
          <a:xfrm>
            <a:off x="5702656" y="4748845"/>
            <a:ext cx="611276" cy="268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Attn</a:t>
            </a:r>
            <a:endParaRPr lang="en-US" sz="1640" dirty="0"/>
          </a:p>
        </p:txBody>
      </p:sp>
      <p:sp>
        <p:nvSpPr>
          <p:cNvPr id="120" name="Text 108"/>
          <p:cNvSpPr/>
          <p:nvPr/>
        </p:nvSpPr>
        <p:spPr>
          <a:xfrm>
            <a:off x="5702656" y="5044470"/>
            <a:ext cx="611276" cy="268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1640" dirty="0"/>
          </a:p>
        </p:txBody>
      </p:sp>
      <p:sp>
        <p:nvSpPr>
          <p:cNvPr id="121" name="Shape 109"/>
          <p:cNvSpPr/>
          <p:nvPr/>
        </p:nvSpPr>
        <p:spPr>
          <a:xfrm>
            <a:off x="6387816" y="5031029"/>
            <a:ext cx="806044" cy="0"/>
          </a:xfrm>
          <a:prstGeom prst="line">
            <a:avLst/>
          </a:prstGeom>
          <a:noFill/>
          <a:ln w="20193">
            <a:solidFill>
              <a:srgbClr val="111111"/>
            </a:solidFill>
            <a:prstDash val="solid"/>
          </a:ln>
        </p:spPr>
      </p:sp>
      <p:sp>
        <p:nvSpPr>
          <p:cNvPr id="122" name="Shape 110"/>
          <p:cNvSpPr/>
          <p:nvPr/>
        </p:nvSpPr>
        <p:spPr>
          <a:xfrm>
            <a:off x="6871442" y="4124218"/>
            <a:ext cx="295534" cy="295534"/>
          </a:xfrm>
          <a:prstGeom prst="rect">
            <a:avLst/>
          </a:prstGeom>
          <a:solidFill>
            <a:srgbClr val="DED8ED"/>
          </a:solidFill>
          <a:ln w="8763">
            <a:solidFill>
              <a:srgbClr val="2B4D73"/>
            </a:solidFill>
            <a:prstDash val="solid"/>
          </a:ln>
        </p:spPr>
      </p:sp>
      <p:sp>
        <p:nvSpPr>
          <p:cNvPr id="123" name="Text 111"/>
          <p:cNvSpPr/>
          <p:nvPr/>
        </p:nvSpPr>
        <p:spPr>
          <a:xfrm rot="-2700000">
            <a:off x="6938559" y="4171218"/>
            <a:ext cx="161209" cy="188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005" dirty="0"/>
          </a:p>
        </p:txBody>
      </p:sp>
      <p:sp>
        <p:nvSpPr>
          <p:cNvPr id="124" name="Shape 112"/>
          <p:cNvSpPr/>
          <p:nvPr/>
        </p:nvSpPr>
        <p:spPr>
          <a:xfrm>
            <a:off x="6871442" y="4621286"/>
            <a:ext cx="295534" cy="295534"/>
          </a:xfrm>
          <a:prstGeom prst="rect">
            <a:avLst/>
          </a:prstGeom>
          <a:solidFill>
            <a:srgbClr val="DAECB9"/>
          </a:solidFill>
          <a:ln w="8763">
            <a:solidFill>
              <a:srgbClr val="2B4D73"/>
            </a:solidFill>
            <a:prstDash val="solid"/>
          </a:ln>
        </p:spPr>
      </p:sp>
      <p:sp>
        <p:nvSpPr>
          <p:cNvPr id="125" name="Text 113"/>
          <p:cNvSpPr/>
          <p:nvPr/>
        </p:nvSpPr>
        <p:spPr>
          <a:xfrm rot="2700000">
            <a:off x="6938559" y="4668286"/>
            <a:ext cx="161209" cy="188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005" dirty="0"/>
          </a:p>
        </p:txBody>
      </p:sp>
      <p:sp>
        <p:nvSpPr>
          <p:cNvPr id="126" name="Shape 114"/>
          <p:cNvSpPr/>
          <p:nvPr/>
        </p:nvSpPr>
        <p:spPr>
          <a:xfrm>
            <a:off x="6871442" y="5165354"/>
            <a:ext cx="295534" cy="295534"/>
          </a:xfrm>
          <a:prstGeom prst="rect">
            <a:avLst/>
          </a:prstGeom>
          <a:solidFill>
            <a:srgbClr val="F6BDB3"/>
          </a:solidFill>
          <a:ln w="8763">
            <a:solidFill>
              <a:srgbClr val="2B4D73"/>
            </a:solidFill>
            <a:prstDash val="solid"/>
          </a:ln>
        </p:spPr>
      </p:sp>
      <p:sp>
        <p:nvSpPr>
          <p:cNvPr id="127" name="Text 115"/>
          <p:cNvSpPr/>
          <p:nvPr/>
        </p:nvSpPr>
        <p:spPr>
          <a:xfrm rot="2700000">
            <a:off x="6938559" y="5212354"/>
            <a:ext cx="161209" cy="188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05" dirty="0"/>
          </a:p>
        </p:txBody>
      </p:sp>
      <p:sp>
        <p:nvSpPr>
          <p:cNvPr id="128" name="Shape 116"/>
          <p:cNvSpPr/>
          <p:nvPr/>
        </p:nvSpPr>
        <p:spPr>
          <a:xfrm>
            <a:off x="6871442" y="5669097"/>
            <a:ext cx="295534" cy="295534"/>
          </a:xfrm>
          <a:prstGeom prst="rect">
            <a:avLst/>
          </a:prstGeom>
          <a:solidFill>
            <a:srgbClr val="E7E5DA"/>
          </a:solidFill>
          <a:ln w="8763">
            <a:solidFill>
              <a:srgbClr val="2B4D73"/>
            </a:solidFill>
            <a:prstDash val="solid"/>
          </a:ln>
        </p:spPr>
      </p:sp>
      <p:sp>
        <p:nvSpPr>
          <p:cNvPr id="129" name="Text 117"/>
          <p:cNvSpPr/>
          <p:nvPr/>
        </p:nvSpPr>
        <p:spPr>
          <a:xfrm rot="-2700000">
            <a:off x="6938559" y="5716097"/>
            <a:ext cx="161209" cy="188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005" dirty="0"/>
          </a:p>
        </p:txBody>
      </p:sp>
      <p:pic>
        <p:nvPicPr>
          <p:cNvPr id="130" name="Image 10" descr="/home/wangfeifei/projects/skillopt/SkillOpt/ppt-rebuild/complex20-skill-ab-20260907/runs/gpt-5.6-sol/complex-014/.tmp/perspective_thumb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88626" y="4057010"/>
            <a:ext cx="1242670" cy="362742"/>
          </a:xfrm>
          <a:prstGeom prst="rect">
            <a:avLst/>
          </a:prstGeom>
        </p:spPr>
      </p:pic>
      <p:sp>
        <p:nvSpPr>
          <p:cNvPr id="131" name="Shape 118"/>
          <p:cNvSpPr/>
          <p:nvPr/>
        </p:nvSpPr>
        <p:spPr>
          <a:xfrm>
            <a:off x="7166976" y="4271985"/>
            <a:ext cx="382859" cy="-53767"/>
          </a:xfrm>
          <a:prstGeom prst="line">
            <a:avLst/>
          </a:prstGeom>
          <a:noFill/>
          <a:ln w="13462">
            <a:solidFill>
              <a:srgbClr val="111111"/>
            </a:solidFill>
            <a:prstDash val="solid"/>
          </a:ln>
        </p:spPr>
      </p:sp>
      <p:sp>
        <p:nvSpPr>
          <p:cNvPr id="132" name="Shape 119"/>
          <p:cNvSpPr/>
          <p:nvPr/>
        </p:nvSpPr>
        <p:spPr>
          <a:xfrm>
            <a:off x="8624529" y="4238427"/>
            <a:ext cx="94000" cy="0"/>
          </a:xfrm>
          <a:prstGeom prst="line">
            <a:avLst/>
          </a:prstGeom>
          <a:noFill/>
          <a:ln w="16764">
            <a:solidFill>
              <a:srgbClr val="111111"/>
            </a:solidFill>
            <a:prstDash val="solid"/>
            <a:tailEnd type="triangle"/>
          </a:ln>
        </p:spPr>
      </p:sp>
      <p:pic>
        <p:nvPicPr>
          <p:cNvPr id="133" name="Image 11" descr="/home/wangfeifei/projects/skillopt/SkillOpt/ppt-rebuild/complex20-skill-ab-20260907/runs/gpt-5.6-sol/complex-014/.tmp/perspective_thumb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88626" y="4500311"/>
            <a:ext cx="1242670" cy="362742"/>
          </a:xfrm>
          <a:prstGeom prst="rect">
            <a:avLst/>
          </a:prstGeom>
        </p:spPr>
      </p:pic>
      <p:sp>
        <p:nvSpPr>
          <p:cNvPr id="134" name="Shape 120"/>
          <p:cNvSpPr/>
          <p:nvPr/>
        </p:nvSpPr>
        <p:spPr>
          <a:xfrm>
            <a:off x="7166976" y="4769053"/>
            <a:ext cx="382859" cy="-107442"/>
          </a:xfrm>
          <a:prstGeom prst="line">
            <a:avLst/>
          </a:prstGeom>
          <a:noFill/>
          <a:ln w="13462">
            <a:solidFill>
              <a:srgbClr val="111111"/>
            </a:solidFill>
            <a:prstDash val="solid"/>
          </a:ln>
        </p:spPr>
      </p:sp>
      <p:sp>
        <p:nvSpPr>
          <p:cNvPr id="135" name="Shape 121"/>
          <p:cNvSpPr/>
          <p:nvPr/>
        </p:nvSpPr>
        <p:spPr>
          <a:xfrm>
            <a:off x="8624529" y="4681728"/>
            <a:ext cx="94000" cy="0"/>
          </a:xfrm>
          <a:prstGeom prst="line">
            <a:avLst/>
          </a:prstGeom>
          <a:noFill/>
          <a:ln w="16764">
            <a:solidFill>
              <a:srgbClr val="111111"/>
            </a:solidFill>
            <a:prstDash val="solid"/>
            <a:tailEnd type="triangle"/>
          </a:ln>
        </p:spPr>
      </p:sp>
      <p:pic>
        <p:nvPicPr>
          <p:cNvPr id="136" name="Image 12" descr="/home/wangfeifei/projects/skillopt/SkillOpt/ppt-rebuild/complex20-skill-ab-20260907/runs/gpt-5.6-sol/complex-014/.tmp/perspective_thumb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88626" y="5165354"/>
            <a:ext cx="1242670" cy="362742"/>
          </a:xfrm>
          <a:prstGeom prst="rect">
            <a:avLst/>
          </a:prstGeom>
        </p:spPr>
      </p:pic>
      <p:sp>
        <p:nvSpPr>
          <p:cNvPr id="137" name="Shape 122"/>
          <p:cNvSpPr/>
          <p:nvPr/>
        </p:nvSpPr>
        <p:spPr>
          <a:xfrm>
            <a:off x="7166976" y="5373563"/>
            <a:ext cx="382859" cy="-47000"/>
          </a:xfrm>
          <a:prstGeom prst="line">
            <a:avLst/>
          </a:prstGeom>
          <a:noFill/>
          <a:ln w="13462">
            <a:solidFill>
              <a:srgbClr val="111111"/>
            </a:solidFill>
            <a:prstDash val="solid"/>
          </a:ln>
        </p:spPr>
      </p:sp>
      <p:sp>
        <p:nvSpPr>
          <p:cNvPr id="138" name="Shape 123"/>
          <p:cNvSpPr/>
          <p:nvPr/>
        </p:nvSpPr>
        <p:spPr>
          <a:xfrm>
            <a:off x="8624529" y="5346680"/>
            <a:ext cx="94000" cy="0"/>
          </a:xfrm>
          <a:prstGeom prst="line">
            <a:avLst/>
          </a:prstGeom>
          <a:noFill/>
          <a:ln w="16764">
            <a:solidFill>
              <a:srgbClr val="111111"/>
            </a:solidFill>
            <a:prstDash val="solid"/>
            <a:tailEnd type="triangle"/>
          </a:ln>
        </p:spPr>
      </p:sp>
      <p:pic>
        <p:nvPicPr>
          <p:cNvPr id="139" name="Image 13" descr="/home/wangfeifei/projects/skillopt/SkillOpt/ppt-rebuild/complex20-skill-ab-20260907/runs/gpt-5.6-sol/complex-014/.tmp/perspective_thumb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88626" y="5628772"/>
            <a:ext cx="1242670" cy="362742"/>
          </a:xfrm>
          <a:prstGeom prst="rect">
            <a:avLst/>
          </a:prstGeom>
        </p:spPr>
      </p:pic>
      <p:sp>
        <p:nvSpPr>
          <p:cNvPr id="140" name="Shape 124"/>
          <p:cNvSpPr/>
          <p:nvPr/>
        </p:nvSpPr>
        <p:spPr>
          <a:xfrm>
            <a:off x="7166976" y="5877306"/>
            <a:ext cx="382859" cy="-87325"/>
          </a:xfrm>
          <a:prstGeom prst="line">
            <a:avLst/>
          </a:prstGeom>
          <a:noFill/>
          <a:ln w="13462">
            <a:solidFill>
              <a:srgbClr val="111111"/>
            </a:solidFill>
            <a:prstDash val="solid"/>
          </a:ln>
        </p:spPr>
      </p:sp>
      <p:sp>
        <p:nvSpPr>
          <p:cNvPr id="141" name="Shape 125"/>
          <p:cNvSpPr/>
          <p:nvPr/>
        </p:nvSpPr>
        <p:spPr>
          <a:xfrm>
            <a:off x="8624529" y="5810189"/>
            <a:ext cx="94000" cy="0"/>
          </a:xfrm>
          <a:prstGeom prst="line">
            <a:avLst/>
          </a:prstGeom>
          <a:noFill/>
          <a:ln w="16764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42" name="Shape 126"/>
          <p:cNvSpPr/>
          <p:nvPr/>
        </p:nvSpPr>
        <p:spPr>
          <a:xfrm>
            <a:off x="8758855" y="4030127"/>
            <a:ext cx="745602" cy="1927738"/>
          </a:xfrm>
          <a:prstGeom prst="roundRect">
            <a:avLst>
              <a:gd name="adj" fmla="val 12607"/>
            </a:avLst>
          </a:prstGeom>
          <a:solidFill>
            <a:srgbClr val="C5E1B4"/>
          </a:solidFill>
          <a:ln w="13462">
            <a:solidFill>
              <a:srgbClr val="17345A"/>
            </a:solidFill>
            <a:prstDash val="solid"/>
          </a:ln>
        </p:spPr>
      </p:sp>
      <p:sp>
        <p:nvSpPr>
          <p:cNvPr id="143" name="Text 127"/>
          <p:cNvSpPr/>
          <p:nvPr/>
        </p:nvSpPr>
        <p:spPr>
          <a:xfrm>
            <a:off x="8826063" y="4748845"/>
            <a:ext cx="611276" cy="268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Attn</a:t>
            </a:r>
            <a:endParaRPr lang="en-US" sz="1640" dirty="0"/>
          </a:p>
        </p:txBody>
      </p:sp>
      <p:sp>
        <p:nvSpPr>
          <p:cNvPr id="144" name="Text 128"/>
          <p:cNvSpPr/>
          <p:nvPr/>
        </p:nvSpPr>
        <p:spPr>
          <a:xfrm>
            <a:off x="8826063" y="5044470"/>
            <a:ext cx="611276" cy="268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1640" dirty="0"/>
          </a:p>
        </p:txBody>
      </p:sp>
      <p:sp>
        <p:nvSpPr>
          <p:cNvPr id="145" name="Shape 129"/>
          <p:cNvSpPr/>
          <p:nvPr/>
        </p:nvSpPr>
        <p:spPr>
          <a:xfrm>
            <a:off x="9517898" y="5024262"/>
            <a:ext cx="510510" cy="0"/>
          </a:xfrm>
          <a:prstGeom prst="line">
            <a:avLst/>
          </a:prstGeom>
          <a:noFill/>
          <a:ln w="20193">
            <a:solidFill>
              <a:srgbClr val="111111"/>
            </a:solidFill>
            <a:prstDash val="solid"/>
            <a:tailEnd type="triangle"/>
          </a:ln>
        </p:spPr>
      </p:sp>
      <p:pic>
        <p:nvPicPr>
          <p:cNvPr id="146" name="Image 14" descr="/home/wangfeifei/projects/skillopt/SkillOpt/ppt-rebuild/complex20-skill-ab-20260907/runs/gpt-5.6-sol/complex-014/.tmp/scene.jp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28408" y="3862243"/>
            <a:ext cx="2183039" cy="2183039"/>
          </a:xfrm>
          <a:prstGeom prst="rect">
            <a:avLst/>
          </a:prstGeom>
          <a:effectLst>
            <a:outerShdw sx="100000" sy="100000" kx="0" ky="0" algn="bl" rotWithShape="0" blurRad="63500" dist="50800" dir="2700000">
              <a:srgbClr val="777777">
                <a:alpha val="35000"/>
              </a:srgbClr>
            </a:outerShdw>
          </a:effectLst>
        </p:spPr>
      </p:pic>
      <p:sp>
        <p:nvSpPr>
          <p:cNvPr id="147" name="Text 130"/>
          <p:cNvSpPr/>
          <p:nvPr/>
        </p:nvSpPr>
        <p:spPr>
          <a:xfrm>
            <a:off x="10545592" y="6387816"/>
            <a:ext cx="1175461" cy="288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9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692" dirty="0"/>
          </a:p>
        </p:txBody>
      </p:sp>
      <p:sp>
        <p:nvSpPr>
          <p:cNvPr id="148" name="Shape 131"/>
          <p:cNvSpPr/>
          <p:nvPr/>
        </p:nvSpPr>
        <p:spPr>
          <a:xfrm>
            <a:off x="6004956" y="6703466"/>
            <a:ext cx="994136" cy="0"/>
          </a:xfrm>
          <a:prstGeom prst="line">
            <a:avLst/>
          </a:prstGeom>
          <a:noFill/>
          <a:ln w="26924">
            <a:solidFill>
              <a:srgbClr val="F6AA50"/>
            </a:solidFill>
            <a:prstDash val="solid"/>
          </a:ln>
        </p:spPr>
      </p:sp>
      <p:sp>
        <p:nvSpPr>
          <p:cNvPr id="149" name="Shape 132"/>
          <p:cNvSpPr/>
          <p:nvPr/>
        </p:nvSpPr>
        <p:spPr>
          <a:xfrm>
            <a:off x="7872252" y="6703466"/>
            <a:ext cx="1256111" cy="0"/>
          </a:xfrm>
          <a:prstGeom prst="line">
            <a:avLst/>
          </a:prstGeom>
          <a:noFill/>
          <a:ln w="26924">
            <a:solidFill>
              <a:srgbClr val="F6AA50"/>
            </a:solidFill>
            <a:prstDash val="solid"/>
          </a:ln>
        </p:spPr>
      </p:sp>
      <p:sp>
        <p:nvSpPr>
          <p:cNvPr id="150" name="Shape 133"/>
          <p:cNvSpPr/>
          <p:nvPr/>
        </p:nvSpPr>
        <p:spPr>
          <a:xfrm>
            <a:off x="6004956" y="6703466"/>
            <a:ext cx="0" cy="-732160"/>
          </a:xfrm>
          <a:prstGeom prst="line">
            <a:avLst/>
          </a:prstGeom>
          <a:noFill/>
          <a:ln w="26924">
            <a:solidFill>
              <a:srgbClr val="F6AA50"/>
            </a:solidFill>
            <a:prstDash val="solid"/>
            <a:tailEnd type="triangle"/>
          </a:ln>
        </p:spPr>
      </p:sp>
      <p:sp>
        <p:nvSpPr>
          <p:cNvPr id="151" name="Shape 134"/>
          <p:cNvSpPr/>
          <p:nvPr/>
        </p:nvSpPr>
        <p:spPr>
          <a:xfrm>
            <a:off x="9128364" y="6703466"/>
            <a:ext cx="0" cy="-732160"/>
          </a:xfrm>
          <a:prstGeom prst="line">
            <a:avLst/>
          </a:prstGeom>
          <a:noFill/>
          <a:ln w="26924">
            <a:solidFill>
              <a:srgbClr val="F6AA50"/>
            </a:solidFill>
            <a:prstDash val="solid"/>
            <a:tailEnd type="triangle"/>
          </a:ln>
        </p:spPr>
      </p:sp>
      <p:sp>
        <p:nvSpPr>
          <p:cNvPr id="152" name="Text 135"/>
          <p:cNvSpPr/>
          <p:nvPr/>
        </p:nvSpPr>
        <p:spPr>
          <a:xfrm>
            <a:off x="6999092" y="6549024"/>
            <a:ext cx="873161" cy="255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4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Prompt</a:t>
            </a:r>
            <a:endParaRPr lang="en-US" sz="1640" dirty="0"/>
          </a:p>
        </p:txBody>
      </p:sp>
      <p:sp>
        <p:nvSpPr>
          <p:cNvPr id="153" name="Text 136"/>
          <p:cNvSpPr/>
          <p:nvPr/>
        </p:nvSpPr>
        <p:spPr>
          <a:xfrm>
            <a:off x="9262689" y="6193048"/>
            <a:ext cx="456743" cy="255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4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 N</a:t>
            </a:r>
            <a:endParaRPr lang="en-US" sz="16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ViewPoint Panoramic Video Generation with Pretrained Diffusion Model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"/>
            <a:ext cx="12574097" cy="68579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ViewPoint Panoramic Video Generation with Pretrained Diffusion Models</dc:title>
  <dc:subject>Editable reconstruction of a panoramic video generation architecture diagram</dc:subject>
  <dc:creator>OpenAI</dc:creator>
  <cp:lastModifiedBy>OpenAI</cp:lastModifiedBy>
  <cp:revision>1</cp:revision>
  <dcterms:created xsi:type="dcterms:W3CDTF">2026-09-07T14:19:19Z</dcterms:created>
  <dcterms:modified xsi:type="dcterms:W3CDTF">2026-09-07T14:19:19Z</dcterms:modified>
</cp:coreProperties>
</file>