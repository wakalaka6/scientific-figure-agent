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8288000" cy="102012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01-canvas"/>
          <p:cNvSpPr/>
          <p:nvPr/>
        </p:nvSpPr>
        <p:spPr>
          <a:xfrm>
            <a:off x="0" y="0"/>
            <a:ext cx="18288000" cy="10201275"/>
          </a:xfrm>
          <a:custGeom>
            <a:avLst/>
            <a:gdLst/>
            <a:ahLst/>
            <a:cxnLst/>
            <a:rect l="0" t="0" r="r" b="b"/>
            <a:pathLst>
              <a:path w="1920000" h="1071000" fill="norm" stroke="0">
                <a:moveTo>
                  <a:pt x="0" y="0"/>
                </a:moveTo>
                <a:lnTo>
                  <a:pt x="1920000" y="0"/>
                </a:lnTo>
                <a:lnTo>
                  <a:pt x="1920000" y="1071000"/>
                </a:lnTo>
                <a:lnTo>
                  <a:pt x="0" y="1071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002-learning-background"/>
          <p:cNvSpPr/>
          <p:nvPr/>
        </p:nvSpPr>
        <p:spPr>
          <a:xfrm>
            <a:off x="114300" y="123825"/>
            <a:ext cx="18173700" cy="5143500"/>
          </a:xfrm>
          <a:custGeom>
            <a:avLst/>
            <a:gdLst/>
            <a:ahLst/>
            <a:cxnLst/>
            <a:rect l="0" t="0" r="r" b="b"/>
            <a:pathLst>
              <a:path w="1908000" h="540000" fill="norm" stroke="0">
                <a:moveTo>
                  <a:pt x="44000" y="0"/>
                </a:moveTo>
                <a:lnTo>
                  <a:pt x="1864000" y="0"/>
                </a:lnTo>
                <a:cubicBezTo>
                  <a:pt x="1888301" y="0"/>
                  <a:pt x="1908000" y="19699"/>
                  <a:pt x="1908000" y="44000"/>
                </a:cubicBezTo>
                <a:lnTo>
                  <a:pt x="1908000" y="496000"/>
                </a:lnTo>
                <a:cubicBezTo>
                  <a:pt x="1908000" y="520301"/>
                  <a:pt x="1888301" y="540000"/>
                  <a:pt x="1864000" y="540000"/>
                </a:cubicBezTo>
                <a:lnTo>
                  <a:pt x="44000" y="540000"/>
                </a:lnTo>
                <a:cubicBezTo>
                  <a:pt x="19699" y="540000"/>
                  <a:pt x="0" y="520301"/>
                  <a:pt x="0" y="496000"/>
                </a:cubicBezTo>
                <a:lnTo>
                  <a:pt x="0" y="44000"/>
                </a:lnTo>
                <a:cubicBezTo>
                  <a:pt x="0" y="19699"/>
                  <a:pt x="19699" y="0"/>
                  <a:pt x="44000" y="0"/>
                </a:cubicBezTo>
                <a:close/>
              </a:path>
            </a:pathLst>
          </a:custGeom>
          <a:solidFill>
            <a:srgbClr val="EBF5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003-planning-background"/>
          <p:cNvSpPr/>
          <p:nvPr/>
        </p:nvSpPr>
        <p:spPr>
          <a:xfrm>
            <a:off x="114300" y="5476875"/>
            <a:ext cx="18173700" cy="4819650"/>
          </a:xfrm>
          <a:custGeom>
            <a:avLst/>
            <a:gdLst/>
            <a:ahLst/>
            <a:cxnLst/>
            <a:rect l="0" t="0" r="r" b="b"/>
            <a:pathLst>
              <a:path w="1908000" h="506000" fill="norm" stroke="0">
                <a:moveTo>
                  <a:pt x="44000" y="0"/>
                </a:moveTo>
                <a:lnTo>
                  <a:pt x="1864000" y="0"/>
                </a:lnTo>
                <a:cubicBezTo>
                  <a:pt x="1888301" y="0"/>
                  <a:pt x="1908000" y="19699"/>
                  <a:pt x="1908000" y="44000"/>
                </a:cubicBezTo>
                <a:lnTo>
                  <a:pt x="1908000" y="462000"/>
                </a:lnTo>
                <a:cubicBezTo>
                  <a:pt x="1908000" y="486301"/>
                  <a:pt x="1888301" y="506000"/>
                  <a:pt x="1864000" y="506000"/>
                </a:cubicBezTo>
                <a:lnTo>
                  <a:pt x="44000" y="506000"/>
                </a:lnTo>
                <a:cubicBezTo>
                  <a:pt x="19699" y="506000"/>
                  <a:pt x="0" y="486301"/>
                  <a:pt x="0" y="462000"/>
                </a:cubicBezTo>
                <a:lnTo>
                  <a:pt x="0" y="44000"/>
                </a:lnTo>
                <a:cubicBezTo>
                  <a:pt x="0" y="19699"/>
                  <a:pt x="19699" y="0"/>
                  <a:pt x="44000" y="0"/>
                </a:cubicBezTo>
                <a:close/>
              </a:path>
            </a:pathLst>
          </a:custGeom>
          <a:solidFill>
            <a:srgbClr val="F1EB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004-keyframe-panel"/>
          <p:cNvSpPr/>
          <p:nvPr/>
        </p:nvSpPr>
        <p:spPr>
          <a:xfrm>
            <a:off x="2324100" y="285750"/>
            <a:ext cx="4714875" cy="4867275"/>
          </a:xfrm>
          <a:custGeom>
            <a:avLst/>
            <a:gdLst/>
            <a:ahLst/>
            <a:cxnLst/>
            <a:rect l="0" t="0" r="r" b="b"/>
            <a:pathLst>
              <a:path w="495000" h="511000" fill="norm" stroke="0">
                <a:moveTo>
                  <a:pt x="43000" y="0"/>
                </a:moveTo>
                <a:lnTo>
                  <a:pt x="452000" y="0"/>
                </a:lnTo>
                <a:cubicBezTo>
                  <a:pt x="475748" y="0"/>
                  <a:pt x="495000" y="19252"/>
                  <a:pt x="495000" y="43000"/>
                </a:cubicBezTo>
                <a:lnTo>
                  <a:pt x="495000" y="468000"/>
                </a:lnTo>
                <a:cubicBezTo>
                  <a:pt x="495000" y="491748"/>
                  <a:pt x="475748" y="511000"/>
                  <a:pt x="452000" y="511000"/>
                </a:cubicBezTo>
                <a:lnTo>
                  <a:pt x="43000" y="511000"/>
                </a:lnTo>
                <a:cubicBezTo>
                  <a:pt x="19252" y="511000"/>
                  <a:pt x="0" y="491748"/>
                  <a:pt x="0" y="468000"/>
                </a:cubicBezTo>
                <a:lnTo>
                  <a:pt x="0" y="43000"/>
                </a:lnTo>
                <a:cubicBezTo>
                  <a:pt x="0" y="19252"/>
                  <a:pt x="19252" y="0"/>
                  <a:pt x="43000" y="0"/>
                </a:cubicBezTo>
                <a:close/>
              </a:path>
            </a:pathLst>
          </a:custGeom>
          <a:solidFill>
            <a:srgbClr val="FBFD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005-atomic-domain-panel"/>
          <p:cNvSpPr/>
          <p:nvPr/>
        </p:nvSpPr>
        <p:spPr>
          <a:xfrm>
            <a:off x="7305675" y="295275"/>
            <a:ext cx="5867400" cy="4857750"/>
          </a:xfrm>
          <a:custGeom>
            <a:avLst/>
            <a:gdLst/>
            <a:ahLst/>
            <a:cxnLst/>
            <a:rect l="0" t="0" r="r" b="b"/>
            <a:pathLst>
              <a:path w="616000" h="510000" fill="norm" stroke="0">
                <a:moveTo>
                  <a:pt x="55000" y="0"/>
                </a:moveTo>
                <a:lnTo>
                  <a:pt x="561000" y="0"/>
                </a:lnTo>
                <a:cubicBezTo>
                  <a:pt x="591376" y="0"/>
                  <a:pt x="616000" y="24624"/>
                  <a:pt x="616000" y="55000"/>
                </a:cubicBezTo>
                <a:lnTo>
                  <a:pt x="616000" y="455000"/>
                </a:lnTo>
                <a:cubicBezTo>
                  <a:pt x="616000" y="485376"/>
                  <a:pt x="591376" y="510000"/>
                  <a:pt x="561000" y="510000"/>
                </a:cubicBezTo>
                <a:lnTo>
                  <a:pt x="55000" y="510000"/>
                </a:lnTo>
                <a:cubicBezTo>
                  <a:pt x="24624" y="510000"/>
                  <a:pt x="0" y="485376"/>
                  <a:pt x="0" y="455000"/>
                </a:cubicBezTo>
                <a:lnTo>
                  <a:pt x="0" y="55000"/>
                </a:lnTo>
                <a:cubicBezTo>
                  <a:pt x="0" y="24624"/>
                  <a:pt x="24624" y="0"/>
                  <a:pt x="55000" y="0"/>
                </a:cubicBezTo>
                <a:close/>
              </a:path>
            </a:pathLst>
          </a:custGeom>
          <a:solidFill>
            <a:srgbClr val="FBFD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006-fusion-panel"/>
          <p:cNvSpPr/>
          <p:nvPr/>
        </p:nvSpPr>
        <p:spPr>
          <a:xfrm>
            <a:off x="13496925" y="295275"/>
            <a:ext cx="4676775" cy="4829175"/>
          </a:xfrm>
          <a:custGeom>
            <a:avLst/>
            <a:gdLst/>
            <a:ahLst/>
            <a:cxnLst/>
            <a:rect l="0" t="0" r="r" b="b"/>
            <a:pathLst>
              <a:path w="491000" h="507000" fill="norm" stroke="0">
                <a:moveTo>
                  <a:pt x="49000" y="0"/>
                </a:moveTo>
                <a:lnTo>
                  <a:pt x="442000" y="0"/>
                </a:lnTo>
                <a:cubicBezTo>
                  <a:pt x="469062" y="0"/>
                  <a:pt x="491000" y="21938"/>
                  <a:pt x="491000" y="49000"/>
                </a:cubicBezTo>
                <a:lnTo>
                  <a:pt x="491000" y="458000"/>
                </a:lnTo>
                <a:cubicBezTo>
                  <a:pt x="491000" y="485062"/>
                  <a:pt x="469062" y="507000"/>
                  <a:pt x="442000" y="507000"/>
                </a:cubicBezTo>
                <a:lnTo>
                  <a:pt x="49000" y="507000"/>
                </a:lnTo>
                <a:cubicBezTo>
                  <a:pt x="21938" y="507000"/>
                  <a:pt x="0" y="485062"/>
                  <a:pt x="0" y="458000"/>
                </a:cubicBezTo>
                <a:lnTo>
                  <a:pt x="0" y="49000"/>
                </a:lnTo>
                <a:cubicBezTo>
                  <a:pt x="0" y="21938"/>
                  <a:pt x="21938" y="0"/>
                  <a:pt x="49000" y="0"/>
                </a:cubicBezTo>
                <a:close/>
              </a:path>
            </a:pathLst>
          </a:custGeom>
          <a:solidFill>
            <a:srgbClr val="FBFD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007-problem-panel"/>
          <p:cNvSpPr/>
          <p:nvPr/>
        </p:nvSpPr>
        <p:spPr>
          <a:xfrm>
            <a:off x="4819650" y="5638800"/>
            <a:ext cx="3733800" cy="4476750"/>
          </a:xfrm>
          <a:custGeom>
            <a:avLst/>
            <a:gdLst/>
            <a:ahLst/>
            <a:cxnLst/>
            <a:rect l="0" t="0" r="r" b="b"/>
            <a:pathLst>
              <a:path w="392000" h="470000" fill="norm" stroke="0">
                <a:moveTo>
                  <a:pt x="39000" y="0"/>
                </a:moveTo>
                <a:lnTo>
                  <a:pt x="353000" y="0"/>
                </a:lnTo>
                <a:cubicBezTo>
                  <a:pt x="374539" y="0"/>
                  <a:pt x="392000" y="17461"/>
                  <a:pt x="392000" y="39000"/>
                </a:cubicBezTo>
                <a:lnTo>
                  <a:pt x="392000" y="431000"/>
                </a:lnTo>
                <a:cubicBezTo>
                  <a:pt x="392000" y="452539"/>
                  <a:pt x="374539" y="470000"/>
                  <a:pt x="353000" y="470000"/>
                </a:cubicBezTo>
                <a:lnTo>
                  <a:pt x="39000" y="470000"/>
                </a:lnTo>
                <a:cubicBezTo>
                  <a:pt x="17461" y="470000"/>
                  <a:pt x="0" y="452539"/>
                  <a:pt x="0" y="431000"/>
                </a:cubicBezTo>
                <a:lnTo>
                  <a:pt x="0" y="39000"/>
                </a:lnTo>
                <a:cubicBezTo>
                  <a:pt x="0" y="17461"/>
                  <a:pt x="17461" y="0"/>
                  <a:pt x="39000" y="0"/>
                </a:cubicBezTo>
                <a:close/>
              </a:path>
            </a:pathLst>
          </a:custGeom>
          <a:solidFill>
            <a:srgbClr val="FCF9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008-planning-panel"/>
          <p:cNvSpPr/>
          <p:nvPr/>
        </p:nvSpPr>
        <p:spPr>
          <a:xfrm>
            <a:off x="8934450" y="5638800"/>
            <a:ext cx="2943225" cy="4476750"/>
          </a:xfrm>
          <a:custGeom>
            <a:avLst/>
            <a:gdLst/>
            <a:ahLst/>
            <a:cxnLst/>
            <a:rect l="0" t="0" r="r" b="b"/>
            <a:pathLst>
              <a:path w="309000" h="470000" fill="norm" stroke="0">
                <a:moveTo>
                  <a:pt x="38000" y="0"/>
                </a:moveTo>
                <a:lnTo>
                  <a:pt x="271000" y="0"/>
                </a:lnTo>
                <a:cubicBezTo>
                  <a:pt x="291987" y="0"/>
                  <a:pt x="309000" y="17013"/>
                  <a:pt x="309000" y="38000"/>
                </a:cubicBezTo>
                <a:lnTo>
                  <a:pt x="309000" y="432000"/>
                </a:lnTo>
                <a:cubicBezTo>
                  <a:pt x="309000" y="452987"/>
                  <a:pt x="291987" y="470000"/>
                  <a:pt x="271000" y="470000"/>
                </a:cubicBezTo>
                <a:lnTo>
                  <a:pt x="38000" y="470000"/>
                </a:lnTo>
                <a:cubicBezTo>
                  <a:pt x="17013" y="470000"/>
                  <a:pt x="0" y="452987"/>
                  <a:pt x="0" y="432000"/>
                </a:cubicBezTo>
                <a:lnTo>
                  <a:pt x="0" y="38000"/>
                </a:lnTo>
                <a:cubicBezTo>
                  <a:pt x="0" y="17013"/>
                  <a:pt x="17013" y="0"/>
                  <a:pt x="38000" y="0"/>
                </a:cubicBezTo>
                <a:close/>
              </a:path>
            </a:pathLst>
          </a:custGeom>
          <a:solidFill>
            <a:srgbClr val="FCF9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009-execution-panel"/>
          <p:cNvSpPr/>
          <p:nvPr/>
        </p:nvSpPr>
        <p:spPr>
          <a:xfrm>
            <a:off x="12277725" y="5638800"/>
            <a:ext cx="5895975" cy="4476750"/>
          </a:xfrm>
          <a:custGeom>
            <a:avLst/>
            <a:gdLst/>
            <a:ahLst/>
            <a:cxnLst/>
            <a:rect l="0" t="0" r="r" b="b"/>
            <a:pathLst>
              <a:path w="619000" h="470000" fill="norm" stroke="0">
                <a:moveTo>
                  <a:pt x="43000" y="0"/>
                </a:moveTo>
                <a:lnTo>
                  <a:pt x="576000" y="0"/>
                </a:lnTo>
                <a:cubicBezTo>
                  <a:pt x="599748" y="0"/>
                  <a:pt x="619000" y="19252"/>
                  <a:pt x="619000" y="43000"/>
                </a:cubicBezTo>
                <a:lnTo>
                  <a:pt x="619000" y="427000"/>
                </a:lnTo>
                <a:cubicBezTo>
                  <a:pt x="619000" y="450748"/>
                  <a:pt x="599748" y="470000"/>
                  <a:pt x="576000" y="470000"/>
                </a:cubicBezTo>
                <a:lnTo>
                  <a:pt x="43000" y="470000"/>
                </a:lnTo>
                <a:cubicBezTo>
                  <a:pt x="19252" y="470000"/>
                  <a:pt x="0" y="450748"/>
                  <a:pt x="0" y="427000"/>
                </a:cubicBezTo>
                <a:lnTo>
                  <a:pt x="0" y="43000"/>
                </a:lnTo>
                <a:cubicBezTo>
                  <a:pt x="0" y="19252"/>
                  <a:pt x="19252" y="0"/>
                  <a:pt x="43000" y="0"/>
                </a:cubicBezTo>
                <a:close/>
              </a:path>
            </a:pathLst>
          </a:custGeom>
          <a:solidFill>
            <a:srgbClr val="FCF9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010-natural-language-task"/>
          <p:cNvSpPr/>
          <p:nvPr/>
        </p:nvSpPr>
        <p:spPr>
          <a:xfrm>
            <a:off x="771525" y="5629275"/>
            <a:ext cx="3600450" cy="1666875"/>
          </a:xfrm>
          <a:custGeom>
            <a:avLst/>
            <a:gdLst/>
            <a:ahLst/>
            <a:cxnLst/>
            <a:rect l="0" t="0" r="r" b="b"/>
            <a:pathLst>
              <a:path w="378000" h="175000" fill="norm" stroke="0">
                <a:moveTo>
                  <a:pt x="27000" y="0"/>
                </a:moveTo>
                <a:lnTo>
                  <a:pt x="351000" y="0"/>
                </a:lnTo>
                <a:cubicBezTo>
                  <a:pt x="365912" y="0"/>
                  <a:pt x="378000" y="12088"/>
                  <a:pt x="378000" y="27000"/>
                </a:cubicBezTo>
                <a:lnTo>
                  <a:pt x="378000" y="148000"/>
                </a:lnTo>
                <a:cubicBezTo>
                  <a:pt x="378000" y="162912"/>
                  <a:pt x="365912" y="175000"/>
                  <a:pt x="351000" y="175000"/>
                </a:cubicBezTo>
                <a:lnTo>
                  <a:pt x="27000" y="175000"/>
                </a:lnTo>
                <a:cubicBezTo>
                  <a:pt x="12088" y="175000"/>
                  <a:pt x="0" y="162912"/>
                  <a:pt x="0" y="148000"/>
                </a:cubicBezTo>
                <a:lnTo>
                  <a:pt x="0" y="27000"/>
                </a:lnTo>
                <a:cubicBezTo>
                  <a:pt x="0" y="12088"/>
                  <a:pt x="12088" y="0"/>
                  <a:pt x="270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011-dataset-to-keyframes"/>
          <p:cNvSpPr/>
          <p:nvPr/>
        </p:nvSpPr>
        <p:spPr>
          <a:xfrm>
            <a:off x="1952625" y="2762250"/>
            <a:ext cx="438150" cy="95"/>
          </a:xfrm>
          <a:custGeom>
            <a:avLst/>
            <a:gdLst/>
            <a:ahLst/>
            <a:cxnLst/>
            <a:rect l="0" t="0" r="r" b="b"/>
            <a:pathLst>
              <a:path w="46000" h="10" fill="none" stroke="1">
                <a:moveTo>
                  <a:pt x="0" y="0"/>
                </a:moveTo>
                <a:lnTo>
                  <a:pt x="46000" y="0"/>
                </a:lnTo>
              </a:path>
            </a:pathLst>
          </a:custGeom>
          <a:noFill/>
          <a:ln w="38100">
            <a:solidFill>
              <a:srgbClr val="336F3C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012-dataset-to-keyframes-arrowhead"/>
          <p:cNvSpPr/>
          <p:nvPr/>
        </p:nvSpPr>
        <p:spPr>
          <a:xfrm>
            <a:off x="2200275" y="2676525"/>
            <a:ext cx="190500" cy="171450"/>
          </a:xfrm>
          <a:custGeom>
            <a:avLst/>
            <a:gdLst/>
            <a:ahLst/>
            <a:cxnLst/>
            <a:rect l="0" t="0" r="r" b="b"/>
            <a:pathLst>
              <a:path w="20000" h="18000" fill="norm" stroke="0">
                <a:moveTo>
                  <a:pt x="20000" y="9000"/>
                </a:moveTo>
                <a:lnTo>
                  <a:pt x="0" y="18000"/>
                </a:lnTo>
                <a:lnTo>
                  <a:pt x="5200" y="9000"/>
                </a:lnTo>
                <a:lnTo>
                  <a:pt x="0" y="0"/>
                </a:lnTo>
                <a:close/>
              </a:path>
            </a:pathLst>
          </a:custGeom>
          <a:solidFill>
            <a:srgbClr val="336F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013-dataset-top-branch"/>
          <p:cNvSpPr/>
          <p:nvPr/>
        </p:nvSpPr>
        <p:spPr>
          <a:xfrm>
            <a:off x="2152650" y="1438275"/>
            <a:ext cx="276225" cy="1323975"/>
          </a:xfrm>
          <a:custGeom>
            <a:avLst/>
            <a:gdLst/>
            <a:ahLst/>
            <a:cxnLst/>
            <a:rect l="0" t="0" r="r" b="b"/>
            <a:pathLst>
              <a:path w="29000" h="139000" fill="none" stroke="1">
                <a:moveTo>
                  <a:pt x="0" y="139000"/>
                </a:moveTo>
                <a:lnTo>
                  <a:pt x="0" y="0"/>
                </a:lnTo>
                <a:lnTo>
                  <a:pt x="29000" y="0"/>
                </a:lnTo>
              </a:path>
            </a:pathLst>
          </a:custGeom>
          <a:noFill/>
          <a:ln w="38100">
            <a:solidFill>
              <a:srgbClr val="336F3C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014-dataset-top-branch-arrowhead"/>
          <p:cNvSpPr/>
          <p:nvPr/>
        </p:nvSpPr>
        <p:spPr>
          <a:xfrm>
            <a:off x="2238375" y="1352550"/>
            <a:ext cx="190500" cy="171450"/>
          </a:xfrm>
          <a:custGeom>
            <a:avLst/>
            <a:gdLst/>
            <a:ahLst/>
            <a:cxnLst/>
            <a:rect l="0" t="0" r="r" b="b"/>
            <a:pathLst>
              <a:path w="20000" h="18000" fill="norm" stroke="0">
                <a:moveTo>
                  <a:pt x="20000" y="9000"/>
                </a:moveTo>
                <a:lnTo>
                  <a:pt x="0" y="18000"/>
                </a:lnTo>
                <a:lnTo>
                  <a:pt x="5200" y="9000"/>
                </a:lnTo>
                <a:lnTo>
                  <a:pt x="0" y="0"/>
                </a:lnTo>
                <a:close/>
              </a:path>
            </a:pathLst>
          </a:custGeom>
          <a:solidFill>
            <a:srgbClr val="336F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015-dataset-bottom-branch"/>
          <p:cNvSpPr/>
          <p:nvPr/>
        </p:nvSpPr>
        <p:spPr>
          <a:xfrm>
            <a:off x="2152650" y="2762250"/>
            <a:ext cx="276225" cy="1609725"/>
          </a:xfrm>
          <a:custGeom>
            <a:avLst/>
            <a:gdLst/>
            <a:ahLst/>
            <a:cxnLst/>
            <a:rect l="0" t="0" r="r" b="b"/>
            <a:pathLst>
              <a:path w="29000" h="169000" fill="none" stroke="1">
                <a:moveTo>
                  <a:pt x="0" y="0"/>
                </a:moveTo>
                <a:lnTo>
                  <a:pt x="0" y="169000"/>
                </a:lnTo>
                <a:lnTo>
                  <a:pt x="29000" y="169000"/>
                </a:lnTo>
              </a:path>
            </a:pathLst>
          </a:custGeom>
          <a:noFill/>
          <a:ln w="38100">
            <a:solidFill>
              <a:srgbClr val="336F3C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016-dataset-bottom-branch-arrowhead"/>
          <p:cNvSpPr/>
          <p:nvPr/>
        </p:nvSpPr>
        <p:spPr>
          <a:xfrm>
            <a:off x="2238375" y="4286250"/>
            <a:ext cx="190500" cy="171450"/>
          </a:xfrm>
          <a:custGeom>
            <a:avLst/>
            <a:gdLst/>
            <a:ahLst/>
            <a:cxnLst/>
            <a:rect l="0" t="0" r="r" b="b"/>
            <a:pathLst>
              <a:path w="20000" h="18000" fill="norm" stroke="0">
                <a:moveTo>
                  <a:pt x="20000" y="9000"/>
                </a:moveTo>
                <a:lnTo>
                  <a:pt x="0" y="18000"/>
                </a:lnTo>
                <a:lnTo>
                  <a:pt x="5200" y="9000"/>
                </a:lnTo>
                <a:lnTo>
                  <a:pt x="0" y="0"/>
                </a:lnTo>
                <a:close/>
              </a:path>
            </a:pathLst>
          </a:custGeom>
          <a:solidFill>
            <a:srgbClr val="336F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017-middle-keyframes-output"/>
          <p:cNvSpPr/>
          <p:nvPr/>
        </p:nvSpPr>
        <p:spPr>
          <a:xfrm>
            <a:off x="6819900" y="2762250"/>
            <a:ext cx="457200" cy="95"/>
          </a:xfrm>
          <a:custGeom>
            <a:avLst/>
            <a:gdLst/>
            <a:ahLst/>
            <a:cxnLst/>
            <a:rect l="0" t="0" r="r" b="b"/>
            <a:pathLst>
              <a:path w="48000" h="10" fill="none" stroke="1">
                <a:moveTo>
                  <a:pt x="0" y="0"/>
                </a:moveTo>
                <a:lnTo>
                  <a:pt x="48000" y="0"/>
                </a:lnTo>
              </a:path>
            </a:pathLst>
          </a:custGeom>
          <a:noFill/>
          <a:ln w="38100">
            <a:solidFill>
              <a:srgbClr val="336F3C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018-bottom-keyframes-output"/>
          <p:cNvSpPr/>
          <p:nvPr/>
        </p:nvSpPr>
        <p:spPr>
          <a:xfrm>
            <a:off x="6819900" y="1476375"/>
            <a:ext cx="457200" cy="2895600"/>
          </a:xfrm>
          <a:custGeom>
            <a:avLst/>
            <a:gdLst/>
            <a:ahLst/>
            <a:cxnLst/>
            <a:rect l="0" t="0" r="r" b="b"/>
            <a:pathLst>
              <a:path w="48000" h="304000" fill="none" stroke="1">
                <a:moveTo>
                  <a:pt x="0" y="304000"/>
                </a:moveTo>
                <a:lnTo>
                  <a:pt x="48000" y="304000"/>
                </a:lnTo>
                <a:lnTo>
                  <a:pt x="48000" y="0"/>
                </a:lnTo>
              </a:path>
            </a:pathLst>
          </a:custGeom>
          <a:noFill/>
          <a:ln w="38100">
            <a:solidFill>
              <a:srgbClr val="336F3C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019-keyframes-to-construction"/>
          <p:cNvSpPr/>
          <p:nvPr/>
        </p:nvSpPr>
        <p:spPr>
          <a:xfrm>
            <a:off x="6819900" y="1476375"/>
            <a:ext cx="866775" cy="95"/>
          </a:xfrm>
          <a:custGeom>
            <a:avLst/>
            <a:gdLst/>
            <a:ahLst/>
            <a:cxnLst/>
            <a:rect l="0" t="0" r="r" b="b"/>
            <a:pathLst>
              <a:path w="91000" h="10" fill="none" stroke="1">
                <a:moveTo>
                  <a:pt x="0" y="0"/>
                </a:moveTo>
                <a:lnTo>
                  <a:pt x="91000" y="0"/>
                </a:lnTo>
              </a:path>
            </a:pathLst>
          </a:custGeom>
          <a:noFill/>
          <a:ln w="38100">
            <a:solidFill>
              <a:srgbClr val="336F3C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020-keyframes-to-construction-arrowhead"/>
          <p:cNvSpPr/>
          <p:nvPr/>
        </p:nvSpPr>
        <p:spPr>
          <a:xfrm>
            <a:off x="7496175" y="1390650"/>
            <a:ext cx="190500" cy="171450"/>
          </a:xfrm>
          <a:custGeom>
            <a:avLst/>
            <a:gdLst/>
            <a:ahLst/>
            <a:cxnLst/>
            <a:rect l="0" t="0" r="r" b="b"/>
            <a:pathLst>
              <a:path w="20000" h="18000" fill="norm" stroke="0">
                <a:moveTo>
                  <a:pt x="20000" y="9000"/>
                </a:moveTo>
                <a:lnTo>
                  <a:pt x="0" y="18000"/>
                </a:lnTo>
                <a:lnTo>
                  <a:pt x="5200" y="9000"/>
                </a:lnTo>
                <a:lnTo>
                  <a:pt x="0" y="0"/>
                </a:lnTo>
                <a:close/>
              </a:path>
            </a:pathLst>
          </a:custGeom>
          <a:solidFill>
            <a:srgbClr val="336F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021-instruction-to-filtering"/>
          <p:cNvSpPr/>
          <p:nvPr/>
        </p:nvSpPr>
        <p:spPr>
          <a:xfrm>
            <a:off x="4371975" y="6781800"/>
            <a:ext cx="600075" cy="1447800"/>
          </a:xfrm>
          <a:custGeom>
            <a:avLst/>
            <a:gdLst/>
            <a:ahLst/>
            <a:cxnLst/>
            <a:rect l="0" t="0" r="r" b="b"/>
            <a:pathLst>
              <a:path w="63000" h="152000" fill="none" stroke="1">
                <a:moveTo>
                  <a:pt x="0" y="0"/>
                </a:moveTo>
                <a:lnTo>
                  <a:pt x="24000" y="0"/>
                </a:lnTo>
                <a:lnTo>
                  <a:pt x="24000" y="152000"/>
                </a:lnTo>
                <a:lnTo>
                  <a:pt x="63000" y="152000"/>
                </a:lnTo>
              </a:path>
            </a:pathLst>
          </a:custGeom>
          <a:noFill/>
          <a:ln w="38100">
            <a:solidFill>
              <a:srgbClr val="633889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022-instruction-to-filtering-arrowhead"/>
          <p:cNvSpPr/>
          <p:nvPr/>
        </p:nvSpPr>
        <p:spPr>
          <a:xfrm>
            <a:off x="4781550" y="8143875"/>
            <a:ext cx="190500" cy="171450"/>
          </a:xfrm>
          <a:custGeom>
            <a:avLst/>
            <a:gdLst/>
            <a:ahLst/>
            <a:cxnLst/>
            <a:rect l="0" t="0" r="r" b="b"/>
            <a:pathLst>
              <a:path w="20000" h="18000" fill="norm" stroke="0">
                <a:moveTo>
                  <a:pt x="20000" y="9000"/>
                </a:moveTo>
                <a:lnTo>
                  <a:pt x="0" y="18000"/>
                </a:lnTo>
                <a:lnTo>
                  <a:pt x="5200" y="9000"/>
                </a:lnTo>
                <a:lnTo>
                  <a:pt x="0" y="0"/>
                </a:lnTo>
                <a:close/>
              </a:path>
            </a:pathLst>
          </a:custGeom>
          <a:solidFill>
            <a:srgbClr val="6338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023-scene-to-filtering"/>
          <p:cNvSpPr/>
          <p:nvPr/>
        </p:nvSpPr>
        <p:spPr>
          <a:xfrm>
            <a:off x="4210050" y="8229600"/>
            <a:ext cx="390525" cy="581025"/>
          </a:xfrm>
          <a:custGeom>
            <a:avLst/>
            <a:gdLst/>
            <a:ahLst/>
            <a:cxnLst/>
            <a:rect l="0" t="0" r="r" b="b"/>
            <a:pathLst>
              <a:path w="41000" h="61000" fill="none" stroke="1">
                <a:moveTo>
                  <a:pt x="0" y="61000"/>
                </a:moveTo>
                <a:lnTo>
                  <a:pt x="41000" y="61000"/>
                </a:lnTo>
                <a:lnTo>
                  <a:pt x="41000" y="0"/>
                </a:lnTo>
              </a:path>
            </a:pathLst>
          </a:custGeom>
          <a:noFill/>
          <a:ln w="38100">
            <a:solidFill>
              <a:srgbClr val="633889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024-problem-to-solver"/>
          <p:cNvSpPr/>
          <p:nvPr/>
        </p:nvSpPr>
        <p:spPr>
          <a:xfrm>
            <a:off x="8410575" y="6972300"/>
            <a:ext cx="695325" cy="2543175"/>
          </a:xfrm>
          <a:custGeom>
            <a:avLst/>
            <a:gdLst/>
            <a:ahLst/>
            <a:cxnLst/>
            <a:rect l="0" t="0" r="r" b="b"/>
            <a:pathLst>
              <a:path w="73000" h="267000" fill="none" stroke="1">
                <a:moveTo>
                  <a:pt x="0" y="267000"/>
                </a:moveTo>
                <a:lnTo>
                  <a:pt x="32000" y="267000"/>
                </a:lnTo>
                <a:lnTo>
                  <a:pt x="32000" y="0"/>
                </a:lnTo>
                <a:lnTo>
                  <a:pt x="73000" y="0"/>
                </a:lnTo>
              </a:path>
            </a:pathLst>
          </a:custGeom>
          <a:noFill/>
          <a:ln w="38100">
            <a:solidFill>
              <a:srgbClr val="633889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025-problem-to-solver-arrowhead"/>
          <p:cNvSpPr/>
          <p:nvPr/>
        </p:nvSpPr>
        <p:spPr>
          <a:xfrm>
            <a:off x="8915400" y="6886575"/>
            <a:ext cx="190500" cy="171450"/>
          </a:xfrm>
          <a:custGeom>
            <a:avLst/>
            <a:gdLst/>
            <a:ahLst/>
            <a:cxnLst/>
            <a:rect l="0" t="0" r="r" b="b"/>
            <a:pathLst>
              <a:path w="20000" h="18000" fill="norm" stroke="0">
                <a:moveTo>
                  <a:pt x="20000" y="9000"/>
                </a:moveTo>
                <a:lnTo>
                  <a:pt x="0" y="18000"/>
                </a:lnTo>
                <a:lnTo>
                  <a:pt x="5200" y="9000"/>
                </a:lnTo>
                <a:lnTo>
                  <a:pt x="0" y="0"/>
                </a:lnTo>
                <a:close/>
              </a:path>
            </a:pathLst>
          </a:custGeom>
          <a:solidFill>
            <a:srgbClr val="6338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026-plan-to-execution"/>
          <p:cNvSpPr/>
          <p:nvPr/>
        </p:nvSpPr>
        <p:spPr>
          <a:xfrm>
            <a:off x="11753850" y="6838950"/>
            <a:ext cx="704850" cy="2047875"/>
          </a:xfrm>
          <a:custGeom>
            <a:avLst/>
            <a:gdLst/>
            <a:ahLst/>
            <a:cxnLst/>
            <a:rect l="0" t="0" r="r" b="b"/>
            <a:pathLst>
              <a:path w="74000" h="215000" fill="none" stroke="1">
                <a:moveTo>
                  <a:pt x="0" y="215000"/>
                </a:moveTo>
                <a:lnTo>
                  <a:pt x="39000" y="215000"/>
                </a:lnTo>
                <a:lnTo>
                  <a:pt x="39000" y="0"/>
                </a:lnTo>
                <a:lnTo>
                  <a:pt x="74000" y="0"/>
                </a:lnTo>
              </a:path>
            </a:pathLst>
          </a:custGeom>
          <a:noFill/>
          <a:ln w="38100">
            <a:solidFill>
              <a:srgbClr val="633889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027-plan-to-execution-arrowhead"/>
          <p:cNvSpPr/>
          <p:nvPr/>
        </p:nvSpPr>
        <p:spPr>
          <a:xfrm>
            <a:off x="12268200" y="6753225"/>
            <a:ext cx="190500" cy="171450"/>
          </a:xfrm>
          <a:custGeom>
            <a:avLst/>
            <a:gdLst/>
            <a:ahLst/>
            <a:cxnLst/>
            <a:rect l="0" t="0" r="r" b="b"/>
            <a:pathLst>
              <a:path w="20000" h="18000" fill="norm" stroke="0">
                <a:moveTo>
                  <a:pt x="20000" y="9000"/>
                </a:moveTo>
                <a:lnTo>
                  <a:pt x="0" y="18000"/>
                </a:lnTo>
                <a:lnTo>
                  <a:pt x="5200" y="9000"/>
                </a:lnTo>
                <a:lnTo>
                  <a:pt x="0" y="0"/>
                </a:lnTo>
                <a:close/>
              </a:path>
            </a:pathLst>
          </a:custGeom>
          <a:solidFill>
            <a:srgbClr val="6338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028-learning-label"/>
          <p:cNvSpPr txBox="1"/>
          <p:nvPr/>
        </p:nvSpPr>
        <p:spPr>
          <a:xfrm rot="16200000">
            <a:off x="-485775" y="2524125"/>
            <a:ext cx="1838325" cy="4126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00000"/>
                </a:solidFill>
                <a:latin typeface="Arial"/>
              </a:rPr>
              <a:t>Learning</a:t>
            </a:r>
          </a:p>
        </p:txBody>
      </p:sp>
      <p:sp>
        <p:nvSpPr>
          <p:cNvPr id="30" name="029-planning-label"/>
          <p:cNvSpPr txBox="1"/>
          <p:nvPr/>
        </p:nvSpPr>
        <p:spPr>
          <a:xfrm rot="16200000">
            <a:off x="-514350" y="7648575"/>
            <a:ext cx="1885950" cy="4126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00000"/>
                </a:solidFill>
                <a:latin typeface="Arial"/>
              </a:rPr>
              <a:t>Planning</a:t>
            </a:r>
          </a:p>
        </p:txBody>
      </p:sp>
      <p:sp>
        <p:nvSpPr>
          <p:cNvPr id="31" name="030-droid-dataset-cylinder"/>
          <p:cNvSpPr/>
          <p:nvPr/>
        </p:nvSpPr>
        <p:spPr>
          <a:xfrm>
            <a:off x="790575" y="1609725"/>
            <a:ext cx="1162050" cy="2305050"/>
          </a:xfrm>
          <a:custGeom>
            <a:avLst/>
            <a:gdLst/>
            <a:ahLst/>
            <a:cxnLst/>
            <a:rect l="0" t="0" r="r" b="b"/>
            <a:pathLst>
              <a:path w="122000" h="242000" fill="norm" stroke="1">
                <a:moveTo>
                  <a:pt x="0" y="20000"/>
                </a:moveTo>
                <a:cubicBezTo>
                  <a:pt x="0" y="8000"/>
                  <a:pt x="27000" y="0"/>
                  <a:pt x="61500" y="0"/>
                </a:cubicBezTo>
                <a:cubicBezTo>
                  <a:pt x="96000" y="0"/>
                  <a:pt x="122000" y="8000"/>
                  <a:pt x="122000" y="20000"/>
                </a:cubicBezTo>
                <a:lnTo>
                  <a:pt x="122000" y="221000"/>
                </a:lnTo>
                <a:cubicBezTo>
                  <a:pt x="122000" y="233000"/>
                  <a:pt x="95000" y="242000"/>
                  <a:pt x="61500" y="242000"/>
                </a:cubicBezTo>
                <a:cubicBezTo>
                  <a:pt x="27000" y="242000"/>
                  <a:pt x="0" y="233000"/>
                  <a:pt x="0" y="221000"/>
                </a:cubicBezTo>
                <a:close/>
              </a:path>
            </a:pathLst>
          </a:custGeom>
          <a:solidFill>
            <a:srgbClr val="FBFDFC"/>
          </a:solidFill>
          <a:ln w="35242">
            <a:solidFill>
              <a:srgbClr val="878986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031-dataset-top-ellipse"/>
          <p:cNvSpPr/>
          <p:nvPr/>
        </p:nvSpPr>
        <p:spPr>
          <a:xfrm>
            <a:off x="790575" y="1609725"/>
            <a:ext cx="1162050" cy="390525"/>
          </a:xfrm>
          <a:custGeom>
            <a:avLst/>
            <a:gdLst/>
            <a:ahLst/>
            <a:cxnLst/>
            <a:rect l="0" t="0" r="r" b="b"/>
            <a:pathLst>
              <a:path w="122000" h="41000" fill="norm" stroke="1">
                <a:moveTo>
                  <a:pt x="122000" y="20500"/>
                </a:moveTo>
                <a:cubicBezTo>
                  <a:pt x="122000" y="31822"/>
                  <a:pt x="94689" y="41000"/>
                  <a:pt x="61000" y="41000"/>
                </a:cubicBezTo>
                <a:cubicBezTo>
                  <a:pt x="27311" y="41000"/>
                  <a:pt x="0" y="31822"/>
                  <a:pt x="0" y="20500"/>
                </a:cubicBezTo>
                <a:cubicBezTo>
                  <a:pt x="0" y="9178"/>
                  <a:pt x="27311" y="0"/>
                  <a:pt x="61000" y="0"/>
                </a:cubicBezTo>
                <a:cubicBezTo>
                  <a:pt x="94689" y="0"/>
                  <a:pt x="122000" y="9178"/>
                  <a:pt x="122000" y="20500"/>
                </a:cubicBezTo>
                <a:close/>
              </a:path>
            </a:pathLst>
          </a:custGeom>
          <a:solidFill>
            <a:srgbClr val="FBFDFC"/>
          </a:solidFill>
          <a:ln w="35242">
            <a:solidFill>
              <a:srgbClr val="878986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032-dataset-label"/>
          <p:cNvSpPr txBox="1"/>
          <p:nvPr/>
        </p:nvSpPr>
        <p:spPr>
          <a:xfrm>
            <a:off x="847725" y="2562225"/>
            <a:ext cx="1057275" cy="7200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000000"/>
                </a:solidFill>
                <a:latin typeface="Arial"/>
              </a:rPr>
              <a:t>DROID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000000"/>
                </a:solidFill>
                <a:latin typeface="Arial"/>
              </a:rPr>
              <a:t>Dataset</a:t>
            </a:r>
          </a:p>
        </p:txBody>
      </p:sp>
      <p:sp>
        <p:nvSpPr>
          <p:cNvPr id="34" name="033-heading-a"/>
          <p:cNvSpPr txBox="1"/>
          <p:nvPr/>
        </p:nvSpPr>
        <p:spPr>
          <a:xfrm>
            <a:off x="2514600" y="352425"/>
            <a:ext cx="4381500" cy="3897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00000"/>
                </a:solidFill>
                <a:latin typeface="Arial"/>
              </a:rPr>
              <a:t>(a) Keyframe Extraction</a:t>
            </a:r>
          </a:p>
        </p:txBody>
      </p:sp>
      <p:sp>
        <p:nvSpPr>
          <p:cNvPr id="35" name="034-keyframe-row-1-background"/>
          <p:cNvSpPr/>
          <p:nvPr/>
        </p:nvSpPr>
        <p:spPr>
          <a:xfrm>
            <a:off x="2476500" y="800100"/>
            <a:ext cx="4352925" cy="1276350"/>
          </a:xfrm>
          <a:custGeom>
            <a:avLst/>
            <a:gdLst/>
            <a:ahLst/>
            <a:cxnLst/>
            <a:rect l="0" t="0" r="r" b="b"/>
            <a:pathLst>
              <a:path w="457000" h="134000" fill="norm" stroke="0">
                <a:moveTo>
                  <a:pt x="0" y="0"/>
                </a:moveTo>
                <a:lnTo>
                  <a:pt x="457000" y="0"/>
                </a:lnTo>
                <a:lnTo>
                  <a:pt x="457000" y="134000"/>
                </a:lnTo>
                <a:lnTo>
                  <a:pt x="0" y="134000"/>
                </a:lnTo>
                <a:close/>
              </a:path>
            </a:pathLst>
          </a:custGeom>
          <a:solidFill>
            <a:srgbClr val="D5E8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035-keyframe-1-1" descr="035-keyfram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275" y="904875"/>
            <a:ext cx="1276350" cy="1095375"/>
          </a:xfrm>
          <a:prstGeom prst="rect">
            <a:avLst/>
          </a:prstGeom>
        </p:spPr>
      </p:pic>
      <p:pic>
        <p:nvPicPr>
          <p:cNvPr id="37" name="036-keyframe-1-2" descr="036-keyframe-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300" y="904875"/>
            <a:ext cx="1276350" cy="1095375"/>
          </a:xfrm>
          <a:prstGeom prst="rect">
            <a:avLst/>
          </a:prstGeom>
        </p:spPr>
      </p:pic>
      <p:pic>
        <p:nvPicPr>
          <p:cNvPr id="38" name="037-keyframe-1-7" descr="037-keyframe-1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904875"/>
            <a:ext cx="1276350" cy="1095375"/>
          </a:xfrm>
          <a:prstGeom prst="rect">
            <a:avLst/>
          </a:prstGeom>
        </p:spPr>
      </p:pic>
      <p:sp>
        <p:nvSpPr>
          <p:cNvPr id="39" name="038-keyframe-row-1-ellipsis"/>
          <p:cNvSpPr txBox="1"/>
          <p:nvPr/>
        </p:nvSpPr>
        <p:spPr>
          <a:xfrm>
            <a:off x="5210175" y="1276350"/>
            <a:ext cx="190500" cy="2514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40" name="039-keyframe-row-2-background"/>
          <p:cNvSpPr/>
          <p:nvPr/>
        </p:nvSpPr>
        <p:spPr>
          <a:xfrm>
            <a:off x="2476500" y="2114550"/>
            <a:ext cx="4352925" cy="1285875"/>
          </a:xfrm>
          <a:custGeom>
            <a:avLst/>
            <a:gdLst/>
            <a:ahLst/>
            <a:cxnLst/>
            <a:rect l="0" t="0" r="r" b="b"/>
            <a:pathLst>
              <a:path w="457000" h="135000" fill="norm" stroke="0">
                <a:moveTo>
                  <a:pt x="0" y="0"/>
                </a:moveTo>
                <a:lnTo>
                  <a:pt x="457000" y="0"/>
                </a:lnTo>
                <a:lnTo>
                  <a:pt x="457000" y="135000"/>
                </a:lnTo>
                <a:lnTo>
                  <a:pt x="0" y="135000"/>
                </a:lnTo>
                <a:close/>
              </a:path>
            </a:pathLst>
          </a:custGeom>
          <a:solidFill>
            <a:srgbClr val="D5E8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040-keyframe-2-1" descr="040-keyfram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1275" y="2209800"/>
            <a:ext cx="1276350" cy="1095375"/>
          </a:xfrm>
          <a:prstGeom prst="rect">
            <a:avLst/>
          </a:prstGeom>
        </p:spPr>
      </p:pic>
      <p:pic>
        <p:nvPicPr>
          <p:cNvPr id="42" name="041-keyframe-2-2" descr="041-keyframe-2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4775" y="2209800"/>
            <a:ext cx="1276350" cy="1095375"/>
          </a:xfrm>
          <a:prstGeom prst="rect">
            <a:avLst/>
          </a:prstGeom>
        </p:spPr>
      </p:pic>
      <p:pic>
        <p:nvPicPr>
          <p:cNvPr id="43" name="042-keyframe-2-9" descr="042-keyframe-2-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1150" y="2209800"/>
            <a:ext cx="1276350" cy="1095375"/>
          </a:xfrm>
          <a:prstGeom prst="rect">
            <a:avLst/>
          </a:prstGeom>
        </p:spPr>
      </p:pic>
      <p:sp>
        <p:nvSpPr>
          <p:cNvPr id="44" name="043-keyframe-row-2-ellipsis"/>
          <p:cNvSpPr txBox="1"/>
          <p:nvPr/>
        </p:nvSpPr>
        <p:spPr>
          <a:xfrm>
            <a:off x="5210175" y="2581275"/>
            <a:ext cx="190500" cy="2514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45" name="044-keyframe-row-3-background"/>
          <p:cNvSpPr/>
          <p:nvPr/>
        </p:nvSpPr>
        <p:spPr>
          <a:xfrm>
            <a:off x="2486025" y="3733800"/>
            <a:ext cx="4352925" cy="1285875"/>
          </a:xfrm>
          <a:custGeom>
            <a:avLst/>
            <a:gdLst/>
            <a:ahLst/>
            <a:cxnLst/>
            <a:rect l="0" t="0" r="r" b="b"/>
            <a:pathLst>
              <a:path w="457000" h="135000" fill="norm" stroke="0">
                <a:moveTo>
                  <a:pt x="0" y="0"/>
                </a:moveTo>
                <a:lnTo>
                  <a:pt x="457000" y="0"/>
                </a:lnTo>
                <a:lnTo>
                  <a:pt x="457000" y="135000"/>
                </a:lnTo>
                <a:lnTo>
                  <a:pt x="0" y="135000"/>
                </a:lnTo>
                <a:close/>
              </a:path>
            </a:pathLst>
          </a:custGeom>
          <a:solidFill>
            <a:srgbClr val="D5E8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6" name="045-keyframe-3-1" descr="045-keyframe-3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800" y="3829050"/>
            <a:ext cx="1276350" cy="1095375"/>
          </a:xfrm>
          <a:prstGeom prst="rect">
            <a:avLst/>
          </a:prstGeom>
        </p:spPr>
      </p:pic>
      <p:pic>
        <p:nvPicPr>
          <p:cNvPr id="47" name="046-keyframe-3-2" descr="046-keyframe-3-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4300" y="3829050"/>
            <a:ext cx="1276350" cy="1095375"/>
          </a:xfrm>
          <a:prstGeom prst="rect">
            <a:avLst/>
          </a:prstGeom>
        </p:spPr>
      </p:pic>
      <p:pic>
        <p:nvPicPr>
          <p:cNvPr id="48" name="047-keyframe-3-8" descr="047-keyframe-3-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0675" y="3829050"/>
            <a:ext cx="1276350" cy="1095375"/>
          </a:xfrm>
          <a:prstGeom prst="rect">
            <a:avLst/>
          </a:prstGeom>
        </p:spPr>
      </p:pic>
      <p:sp>
        <p:nvSpPr>
          <p:cNvPr id="49" name="048-keyframe-row-3-ellipsis"/>
          <p:cNvSpPr txBox="1"/>
          <p:nvPr/>
        </p:nvSpPr>
        <p:spPr>
          <a:xfrm>
            <a:off x="5210175" y="4200525"/>
            <a:ext cx="190500" cy="2514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50" name="049-more-demonstrations-dot"/>
          <p:cNvSpPr/>
          <p:nvPr/>
        </p:nvSpPr>
        <p:spPr>
          <a:xfrm>
            <a:off x="4495800" y="3486150"/>
            <a:ext cx="28575" cy="28575"/>
          </a:xfrm>
          <a:custGeom>
            <a:avLst/>
            <a:gdLst/>
            <a:ahLst/>
            <a:cxnLst/>
            <a:rect l="0" t="0" r="r" b="b"/>
            <a:pathLst>
              <a:path w="3000" h="3000" fill="norm" stroke="0">
                <a:moveTo>
                  <a:pt x="0" y="0"/>
                </a:moveTo>
                <a:lnTo>
                  <a:pt x="3000" y="0"/>
                </a:lnTo>
                <a:lnTo>
                  <a:pt x="3000" y="3000"/>
                </a:lnTo>
                <a:lnTo>
                  <a:pt x="0" y="3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050-more-demonstrations-dot"/>
          <p:cNvSpPr/>
          <p:nvPr/>
        </p:nvSpPr>
        <p:spPr>
          <a:xfrm>
            <a:off x="4495800" y="3562350"/>
            <a:ext cx="28575" cy="28575"/>
          </a:xfrm>
          <a:custGeom>
            <a:avLst/>
            <a:gdLst/>
            <a:ahLst/>
            <a:cxnLst/>
            <a:rect l="0" t="0" r="r" b="b"/>
            <a:pathLst>
              <a:path w="3000" h="3000" fill="norm" stroke="0">
                <a:moveTo>
                  <a:pt x="0" y="0"/>
                </a:moveTo>
                <a:lnTo>
                  <a:pt x="3000" y="0"/>
                </a:lnTo>
                <a:lnTo>
                  <a:pt x="3000" y="3000"/>
                </a:lnTo>
                <a:lnTo>
                  <a:pt x="0" y="3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051-more-demonstrations-dot"/>
          <p:cNvSpPr/>
          <p:nvPr/>
        </p:nvSpPr>
        <p:spPr>
          <a:xfrm>
            <a:off x="4495800" y="3638550"/>
            <a:ext cx="28575" cy="28575"/>
          </a:xfrm>
          <a:custGeom>
            <a:avLst/>
            <a:gdLst/>
            <a:ahLst/>
            <a:cxnLst/>
            <a:rect l="0" t="0" r="r" b="b"/>
            <a:pathLst>
              <a:path w="3000" h="3000" fill="norm" stroke="0">
                <a:moveTo>
                  <a:pt x="0" y="0"/>
                </a:moveTo>
                <a:lnTo>
                  <a:pt x="3000" y="0"/>
                </a:lnTo>
                <a:lnTo>
                  <a:pt x="3000" y="3000"/>
                </a:lnTo>
                <a:lnTo>
                  <a:pt x="0" y="3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052-heading-b"/>
          <p:cNvSpPr txBox="1"/>
          <p:nvPr/>
        </p:nvSpPr>
        <p:spPr>
          <a:xfrm>
            <a:off x="7562850" y="419100"/>
            <a:ext cx="5238750" cy="3897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00000"/>
                </a:solidFill>
                <a:latin typeface="Arial"/>
              </a:rPr>
              <a:t>(b) Atomic Domain Generation</a:t>
            </a:r>
          </a:p>
        </p:txBody>
      </p:sp>
      <p:sp>
        <p:nvSpPr>
          <p:cNvPr id="54" name="053-domain-construction-box"/>
          <p:cNvSpPr/>
          <p:nvPr/>
        </p:nvSpPr>
        <p:spPr>
          <a:xfrm>
            <a:off x="7724775" y="1028700"/>
            <a:ext cx="5000625" cy="895350"/>
          </a:xfrm>
          <a:custGeom>
            <a:avLst/>
            <a:gdLst/>
            <a:ahLst/>
            <a:cxnLst/>
            <a:rect l="0" t="0" r="r" b="b"/>
            <a:pathLst>
              <a:path w="525000" h="94000" fill="norm" stroke="0">
                <a:moveTo>
                  <a:pt x="15000" y="0"/>
                </a:moveTo>
                <a:lnTo>
                  <a:pt x="510000" y="0"/>
                </a:lnTo>
                <a:cubicBezTo>
                  <a:pt x="518284" y="0"/>
                  <a:pt x="525000" y="6716"/>
                  <a:pt x="525000" y="15000"/>
                </a:cubicBezTo>
                <a:lnTo>
                  <a:pt x="525000" y="79000"/>
                </a:lnTo>
                <a:cubicBezTo>
                  <a:pt x="525000" y="87284"/>
                  <a:pt x="518284" y="94000"/>
                  <a:pt x="510000" y="94000"/>
                </a:cubicBezTo>
                <a:lnTo>
                  <a:pt x="15000" y="94000"/>
                </a:lnTo>
                <a:cubicBezTo>
                  <a:pt x="6716" y="94000"/>
                  <a:pt x="0" y="87284"/>
                  <a:pt x="0" y="79000"/>
                </a:cubicBezTo>
                <a:lnTo>
                  <a:pt x="0" y="15000"/>
                </a:lnTo>
                <a:cubicBezTo>
                  <a:pt x="0" y="6716"/>
                  <a:pt x="6716" y="0"/>
                  <a:pt x="15000" y="0"/>
                </a:cubicBezTo>
                <a:close/>
              </a:path>
            </a:pathLst>
          </a:custGeom>
          <a:solidFill>
            <a:srgbClr val="BFE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054-construction-model-icon"/>
          <p:cNvSpPr/>
          <p:nvPr/>
        </p:nvSpPr>
        <p:spPr>
          <a:xfrm>
            <a:off x="7827169" y="1226344"/>
            <a:ext cx="516731" cy="507206"/>
          </a:xfrm>
          <a:custGeom>
            <a:avLst/>
            <a:gdLst/>
            <a:ahLst/>
            <a:cxnLst/>
            <a:rect l="0" t="0" r="r" b="b"/>
            <a:pathLst>
              <a:path w="54250" h="53250" fill="norm" stroke="0">
                <a:moveTo>
                  <a:pt x="21000" y="0"/>
                </a:moveTo>
                <a:lnTo>
                  <a:pt x="25000" y="0"/>
                </a:lnTo>
                <a:lnTo>
                  <a:pt x="25000" y="250"/>
                </a:lnTo>
                <a:lnTo>
                  <a:pt x="27500" y="500"/>
                </a:lnTo>
                <a:lnTo>
                  <a:pt x="27500" y="750"/>
                </a:lnTo>
                <a:lnTo>
                  <a:pt x="28000" y="750"/>
                </a:lnTo>
                <a:lnTo>
                  <a:pt x="28000" y="1000"/>
                </a:lnTo>
                <a:lnTo>
                  <a:pt x="28500" y="1000"/>
                </a:lnTo>
                <a:lnTo>
                  <a:pt x="28500" y="1250"/>
                </a:lnTo>
                <a:lnTo>
                  <a:pt x="30000" y="1750"/>
                </a:lnTo>
                <a:lnTo>
                  <a:pt x="30000" y="2000"/>
                </a:lnTo>
                <a:lnTo>
                  <a:pt x="30750" y="2250"/>
                </a:lnTo>
                <a:lnTo>
                  <a:pt x="31500" y="3250"/>
                </a:lnTo>
                <a:lnTo>
                  <a:pt x="32250" y="3250"/>
                </a:lnTo>
                <a:lnTo>
                  <a:pt x="32250" y="3500"/>
                </a:lnTo>
                <a:lnTo>
                  <a:pt x="33750" y="3500"/>
                </a:lnTo>
                <a:lnTo>
                  <a:pt x="33750" y="3250"/>
                </a:lnTo>
                <a:lnTo>
                  <a:pt x="39750" y="3250"/>
                </a:lnTo>
                <a:lnTo>
                  <a:pt x="39750" y="3500"/>
                </a:lnTo>
                <a:lnTo>
                  <a:pt x="40500" y="3500"/>
                </a:lnTo>
                <a:lnTo>
                  <a:pt x="40500" y="3750"/>
                </a:lnTo>
                <a:lnTo>
                  <a:pt x="41250" y="3750"/>
                </a:lnTo>
                <a:lnTo>
                  <a:pt x="41250" y="4000"/>
                </a:lnTo>
                <a:lnTo>
                  <a:pt x="41750" y="4000"/>
                </a:lnTo>
                <a:lnTo>
                  <a:pt x="41750" y="4250"/>
                </a:lnTo>
                <a:lnTo>
                  <a:pt x="43000" y="4500"/>
                </a:lnTo>
                <a:lnTo>
                  <a:pt x="43250" y="5000"/>
                </a:lnTo>
                <a:lnTo>
                  <a:pt x="44250" y="5250"/>
                </a:lnTo>
                <a:lnTo>
                  <a:pt x="45000" y="6250"/>
                </a:lnTo>
                <a:lnTo>
                  <a:pt x="45500" y="6250"/>
                </a:lnTo>
                <a:lnTo>
                  <a:pt x="45500" y="6500"/>
                </a:lnTo>
                <a:lnTo>
                  <a:pt x="47000" y="7750"/>
                </a:lnTo>
                <a:lnTo>
                  <a:pt x="47000" y="8250"/>
                </a:lnTo>
                <a:lnTo>
                  <a:pt x="47750" y="8750"/>
                </a:lnTo>
                <a:lnTo>
                  <a:pt x="47750" y="9250"/>
                </a:lnTo>
                <a:lnTo>
                  <a:pt x="48250" y="9500"/>
                </a:lnTo>
                <a:lnTo>
                  <a:pt x="48250" y="10000"/>
                </a:lnTo>
                <a:lnTo>
                  <a:pt x="48500" y="10000"/>
                </a:lnTo>
                <a:lnTo>
                  <a:pt x="48500" y="10500"/>
                </a:lnTo>
                <a:lnTo>
                  <a:pt x="48750" y="10500"/>
                </a:lnTo>
                <a:lnTo>
                  <a:pt x="48750" y="11000"/>
                </a:lnTo>
                <a:lnTo>
                  <a:pt x="49000" y="11000"/>
                </a:lnTo>
                <a:lnTo>
                  <a:pt x="49000" y="11500"/>
                </a:lnTo>
                <a:lnTo>
                  <a:pt x="49250" y="11500"/>
                </a:lnTo>
                <a:lnTo>
                  <a:pt x="49250" y="12750"/>
                </a:lnTo>
                <a:lnTo>
                  <a:pt x="49500" y="12750"/>
                </a:lnTo>
                <a:lnTo>
                  <a:pt x="49750" y="14750"/>
                </a:lnTo>
                <a:lnTo>
                  <a:pt x="50000" y="14750"/>
                </a:lnTo>
                <a:lnTo>
                  <a:pt x="50000" y="18000"/>
                </a:lnTo>
                <a:lnTo>
                  <a:pt x="49750" y="18000"/>
                </a:lnTo>
                <a:lnTo>
                  <a:pt x="49750" y="19000"/>
                </a:lnTo>
                <a:lnTo>
                  <a:pt x="49500" y="19000"/>
                </a:lnTo>
                <a:lnTo>
                  <a:pt x="49500" y="19500"/>
                </a:lnTo>
                <a:lnTo>
                  <a:pt x="49750" y="19500"/>
                </a:lnTo>
                <a:lnTo>
                  <a:pt x="49750" y="20000"/>
                </a:lnTo>
                <a:lnTo>
                  <a:pt x="50250" y="20250"/>
                </a:lnTo>
                <a:lnTo>
                  <a:pt x="50250" y="20750"/>
                </a:lnTo>
                <a:lnTo>
                  <a:pt x="51250" y="21500"/>
                </a:lnTo>
                <a:lnTo>
                  <a:pt x="51250" y="22000"/>
                </a:lnTo>
                <a:lnTo>
                  <a:pt x="52000" y="22500"/>
                </a:lnTo>
                <a:lnTo>
                  <a:pt x="52500" y="24000"/>
                </a:lnTo>
                <a:lnTo>
                  <a:pt x="53000" y="24250"/>
                </a:lnTo>
                <a:lnTo>
                  <a:pt x="53000" y="25000"/>
                </a:lnTo>
                <a:lnTo>
                  <a:pt x="53250" y="25000"/>
                </a:lnTo>
                <a:lnTo>
                  <a:pt x="53250" y="25750"/>
                </a:lnTo>
                <a:lnTo>
                  <a:pt x="53500" y="25750"/>
                </a:lnTo>
                <a:lnTo>
                  <a:pt x="53500" y="26750"/>
                </a:lnTo>
                <a:lnTo>
                  <a:pt x="53750" y="26750"/>
                </a:lnTo>
                <a:lnTo>
                  <a:pt x="53750" y="27500"/>
                </a:lnTo>
                <a:lnTo>
                  <a:pt x="54000" y="27500"/>
                </a:lnTo>
                <a:lnTo>
                  <a:pt x="54000" y="29250"/>
                </a:lnTo>
                <a:lnTo>
                  <a:pt x="54250" y="29250"/>
                </a:lnTo>
                <a:lnTo>
                  <a:pt x="54250" y="30250"/>
                </a:lnTo>
                <a:lnTo>
                  <a:pt x="54000" y="30250"/>
                </a:lnTo>
                <a:lnTo>
                  <a:pt x="54000" y="32250"/>
                </a:lnTo>
                <a:lnTo>
                  <a:pt x="53750" y="32250"/>
                </a:lnTo>
                <a:lnTo>
                  <a:pt x="53750" y="33000"/>
                </a:lnTo>
                <a:lnTo>
                  <a:pt x="53500" y="33000"/>
                </a:lnTo>
                <a:lnTo>
                  <a:pt x="53500" y="33750"/>
                </a:lnTo>
                <a:lnTo>
                  <a:pt x="53250" y="33750"/>
                </a:lnTo>
                <a:lnTo>
                  <a:pt x="53250" y="34750"/>
                </a:lnTo>
                <a:lnTo>
                  <a:pt x="53000" y="34750"/>
                </a:lnTo>
                <a:lnTo>
                  <a:pt x="53000" y="35250"/>
                </a:lnTo>
                <a:lnTo>
                  <a:pt x="52750" y="35250"/>
                </a:lnTo>
                <a:lnTo>
                  <a:pt x="52750" y="35750"/>
                </a:lnTo>
                <a:lnTo>
                  <a:pt x="52500" y="35750"/>
                </a:lnTo>
                <a:lnTo>
                  <a:pt x="52000" y="37250"/>
                </a:lnTo>
                <a:lnTo>
                  <a:pt x="51250" y="37750"/>
                </a:lnTo>
                <a:lnTo>
                  <a:pt x="51250" y="38250"/>
                </a:lnTo>
                <a:lnTo>
                  <a:pt x="51000" y="38250"/>
                </a:lnTo>
                <a:lnTo>
                  <a:pt x="51000" y="38500"/>
                </a:lnTo>
                <a:lnTo>
                  <a:pt x="50750" y="38500"/>
                </a:lnTo>
                <a:lnTo>
                  <a:pt x="50750" y="38750"/>
                </a:lnTo>
                <a:lnTo>
                  <a:pt x="50500" y="38750"/>
                </a:lnTo>
                <a:lnTo>
                  <a:pt x="49250" y="40250"/>
                </a:lnTo>
                <a:lnTo>
                  <a:pt x="48750" y="40250"/>
                </a:lnTo>
                <a:lnTo>
                  <a:pt x="48000" y="41250"/>
                </a:lnTo>
                <a:lnTo>
                  <a:pt x="47250" y="41250"/>
                </a:lnTo>
                <a:lnTo>
                  <a:pt x="47000" y="41750"/>
                </a:lnTo>
                <a:lnTo>
                  <a:pt x="46500" y="41750"/>
                </a:lnTo>
                <a:lnTo>
                  <a:pt x="46500" y="42000"/>
                </a:lnTo>
                <a:lnTo>
                  <a:pt x="46000" y="42000"/>
                </a:lnTo>
                <a:lnTo>
                  <a:pt x="46000" y="42250"/>
                </a:lnTo>
                <a:lnTo>
                  <a:pt x="44500" y="42500"/>
                </a:lnTo>
                <a:lnTo>
                  <a:pt x="44500" y="43000"/>
                </a:lnTo>
                <a:lnTo>
                  <a:pt x="44000" y="43250"/>
                </a:lnTo>
                <a:lnTo>
                  <a:pt x="44000" y="44000"/>
                </a:lnTo>
                <a:lnTo>
                  <a:pt x="43750" y="44000"/>
                </a:lnTo>
                <a:lnTo>
                  <a:pt x="43750" y="44500"/>
                </a:lnTo>
                <a:lnTo>
                  <a:pt x="43500" y="44500"/>
                </a:lnTo>
                <a:lnTo>
                  <a:pt x="43500" y="45250"/>
                </a:lnTo>
                <a:lnTo>
                  <a:pt x="43250" y="45250"/>
                </a:lnTo>
                <a:lnTo>
                  <a:pt x="43000" y="46500"/>
                </a:lnTo>
                <a:lnTo>
                  <a:pt x="42250" y="47000"/>
                </a:lnTo>
                <a:lnTo>
                  <a:pt x="42000" y="48000"/>
                </a:lnTo>
                <a:lnTo>
                  <a:pt x="41000" y="48750"/>
                </a:lnTo>
                <a:lnTo>
                  <a:pt x="41000" y="49250"/>
                </a:lnTo>
                <a:lnTo>
                  <a:pt x="40250" y="49500"/>
                </a:lnTo>
                <a:lnTo>
                  <a:pt x="40000" y="50250"/>
                </a:lnTo>
                <a:lnTo>
                  <a:pt x="39500" y="50250"/>
                </a:lnTo>
                <a:lnTo>
                  <a:pt x="39000" y="51000"/>
                </a:lnTo>
                <a:lnTo>
                  <a:pt x="38500" y="51000"/>
                </a:lnTo>
                <a:lnTo>
                  <a:pt x="38250" y="51500"/>
                </a:lnTo>
                <a:lnTo>
                  <a:pt x="37750" y="51500"/>
                </a:lnTo>
                <a:lnTo>
                  <a:pt x="37750" y="51750"/>
                </a:lnTo>
                <a:lnTo>
                  <a:pt x="37250" y="51750"/>
                </a:lnTo>
                <a:lnTo>
                  <a:pt x="37250" y="52000"/>
                </a:lnTo>
                <a:lnTo>
                  <a:pt x="36750" y="52000"/>
                </a:lnTo>
                <a:lnTo>
                  <a:pt x="36750" y="52250"/>
                </a:lnTo>
                <a:lnTo>
                  <a:pt x="36250" y="52250"/>
                </a:lnTo>
                <a:lnTo>
                  <a:pt x="36250" y="52500"/>
                </a:lnTo>
                <a:lnTo>
                  <a:pt x="35500" y="52500"/>
                </a:lnTo>
                <a:lnTo>
                  <a:pt x="35500" y="52750"/>
                </a:lnTo>
                <a:lnTo>
                  <a:pt x="34250" y="53000"/>
                </a:lnTo>
                <a:lnTo>
                  <a:pt x="34250" y="53250"/>
                </a:lnTo>
                <a:lnTo>
                  <a:pt x="33250" y="53250"/>
                </a:lnTo>
                <a:lnTo>
                  <a:pt x="28000" y="53250"/>
                </a:lnTo>
                <a:lnTo>
                  <a:pt x="28000" y="53000"/>
                </a:lnTo>
                <a:lnTo>
                  <a:pt x="27000" y="53000"/>
                </a:lnTo>
                <a:lnTo>
                  <a:pt x="27000" y="52750"/>
                </a:lnTo>
                <a:lnTo>
                  <a:pt x="26500" y="52750"/>
                </a:lnTo>
                <a:lnTo>
                  <a:pt x="26500" y="52500"/>
                </a:lnTo>
                <a:lnTo>
                  <a:pt x="26000" y="52500"/>
                </a:lnTo>
                <a:lnTo>
                  <a:pt x="26000" y="52250"/>
                </a:lnTo>
                <a:lnTo>
                  <a:pt x="25250" y="52250"/>
                </a:lnTo>
                <a:lnTo>
                  <a:pt x="25250" y="52000"/>
                </a:lnTo>
                <a:lnTo>
                  <a:pt x="24750" y="52000"/>
                </a:lnTo>
                <a:lnTo>
                  <a:pt x="24500" y="51500"/>
                </a:lnTo>
                <a:lnTo>
                  <a:pt x="23500" y="51250"/>
                </a:lnTo>
                <a:lnTo>
                  <a:pt x="23500" y="51000"/>
                </a:lnTo>
                <a:lnTo>
                  <a:pt x="23250" y="51000"/>
                </a:lnTo>
                <a:lnTo>
                  <a:pt x="22750" y="50250"/>
                </a:lnTo>
                <a:lnTo>
                  <a:pt x="22250" y="50250"/>
                </a:lnTo>
                <a:lnTo>
                  <a:pt x="22000" y="49750"/>
                </a:lnTo>
                <a:lnTo>
                  <a:pt x="19750" y="50000"/>
                </a:lnTo>
                <a:lnTo>
                  <a:pt x="19750" y="50250"/>
                </a:lnTo>
                <a:lnTo>
                  <a:pt x="15250" y="50250"/>
                </a:lnTo>
                <a:lnTo>
                  <a:pt x="15250" y="50000"/>
                </a:lnTo>
                <a:lnTo>
                  <a:pt x="14000" y="50000"/>
                </a:lnTo>
                <a:lnTo>
                  <a:pt x="14000" y="49750"/>
                </a:lnTo>
                <a:lnTo>
                  <a:pt x="13500" y="49750"/>
                </a:lnTo>
                <a:lnTo>
                  <a:pt x="13500" y="49500"/>
                </a:lnTo>
                <a:lnTo>
                  <a:pt x="12750" y="49500"/>
                </a:lnTo>
                <a:lnTo>
                  <a:pt x="12750" y="49250"/>
                </a:lnTo>
                <a:lnTo>
                  <a:pt x="12000" y="49250"/>
                </a:lnTo>
                <a:lnTo>
                  <a:pt x="12000" y="49000"/>
                </a:lnTo>
                <a:lnTo>
                  <a:pt x="11000" y="48750"/>
                </a:lnTo>
                <a:lnTo>
                  <a:pt x="10750" y="48250"/>
                </a:lnTo>
                <a:lnTo>
                  <a:pt x="10250" y="48250"/>
                </a:lnTo>
                <a:lnTo>
                  <a:pt x="10250" y="48000"/>
                </a:lnTo>
                <a:lnTo>
                  <a:pt x="9750" y="48000"/>
                </a:lnTo>
                <a:lnTo>
                  <a:pt x="9250" y="47250"/>
                </a:lnTo>
                <a:lnTo>
                  <a:pt x="8750" y="47250"/>
                </a:lnTo>
                <a:lnTo>
                  <a:pt x="8750" y="47000"/>
                </a:lnTo>
                <a:lnTo>
                  <a:pt x="8500" y="47000"/>
                </a:lnTo>
                <a:lnTo>
                  <a:pt x="8500" y="46750"/>
                </a:lnTo>
                <a:lnTo>
                  <a:pt x="7000" y="45500"/>
                </a:lnTo>
                <a:lnTo>
                  <a:pt x="7000" y="45000"/>
                </a:lnTo>
                <a:lnTo>
                  <a:pt x="6250" y="44500"/>
                </a:lnTo>
                <a:lnTo>
                  <a:pt x="6250" y="44000"/>
                </a:lnTo>
                <a:lnTo>
                  <a:pt x="6000" y="44000"/>
                </a:lnTo>
                <a:lnTo>
                  <a:pt x="6000" y="43500"/>
                </a:lnTo>
                <a:lnTo>
                  <a:pt x="5500" y="43250"/>
                </a:lnTo>
                <a:lnTo>
                  <a:pt x="5250" y="42000"/>
                </a:lnTo>
                <a:lnTo>
                  <a:pt x="5000" y="42000"/>
                </a:lnTo>
                <a:lnTo>
                  <a:pt x="5000" y="41500"/>
                </a:lnTo>
                <a:lnTo>
                  <a:pt x="4750" y="41500"/>
                </a:lnTo>
                <a:lnTo>
                  <a:pt x="4750" y="41000"/>
                </a:lnTo>
                <a:lnTo>
                  <a:pt x="4500" y="41000"/>
                </a:lnTo>
                <a:lnTo>
                  <a:pt x="4500" y="39750"/>
                </a:lnTo>
                <a:lnTo>
                  <a:pt x="4250" y="39750"/>
                </a:lnTo>
                <a:lnTo>
                  <a:pt x="4250" y="34250"/>
                </a:lnTo>
                <a:lnTo>
                  <a:pt x="4500" y="34250"/>
                </a:lnTo>
                <a:lnTo>
                  <a:pt x="4500" y="33750"/>
                </a:lnTo>
                <a:lnTo>
                  <a:pt x="4250" y="33750"/>
                </a:lnTo>
                <a:lnTo>
                  <a:pt x="4250" y="33250"/>
                </a:lnTo>
                <a:lnTo>
                  <a:pt x="3250" y="32500"/>
                </a:lnTo>
                <a:lnTo>
                  <a:pt x="3250" y="32000"/>
                </a:lnTo>
                <a:lnTo>
                  <a:pt x="2500" y="31500"/>
                </a:lnTo>
                <a:lnTo>
                  <a:pt x="2500" y="31000"/>
                </a:lnTo>
                <a:lnTo>
                  <a:pt x="2000" y="30750"/>
                </a:lnTo>
                <a:lnTo>
                  <a:pt x="2000" y="30250"/>
                </a:lnTo>
                <a:lnTo>
                  <a:pt x="1500" y="30000"/>
                </a:lnTo>
                <a:lnTo>
                  <a:pt x="1250" y="28750"/>
                </a:lnTo>
                <a:lnTo>
                  <a:pt x="1000" y="28750"/>
                </a:lnTo>
                <a:lnTo>
                  <a:pt x="1000" y="28250"/>
                </a:lnTo>
                <a:lnTo>
                  <a:pt x="750" y="28250"/>
                </a:lnTo>
                <a:lnTo>
                  <a:pt x="750" y="27750"/>
                </a:lnTo>
                <a:lnTo>
                  <a:pt x="500" y="27750"/>
                </a:lnTo>
                <a:lnTo>
                  <a:pt x="500" y="26750"/>
                </a:lnTo>
                <a:lnTo>
                  <a:pt x="250" y="26750"/>
                </a:lnTo>
                <a:lnTo>
                  <a:pt x="250" y="24750"/>
                </a:lnTo>
                <a:lnTo>
                  <a:pt x="0" y="24750"/>
                </a:lnTo>
                <a:lnTo>
                  <a:pt x="250" y="20250"/>
                </a:lnTo>
                <a:lnTo>
                  <a:pt x="500" y="20250"/>
                </a:lnTo>
                <a:lnTo>
                  <a:pt x="500" y="19250"/>
                </a:lnTo>
                <a:lnTo>
                  <a:pt x="750" y="19250"/>
                </a:lnTo>
                <a:lnTo>
                  <a:pt x="750" y="18750"/>
                </a:lnTo>
                <a:lnTo>
                  <a:pt x="1000" y="18750"/>
                </a:lnTo>
                <a:lnTo>
                  <a:pt x="1000" y="18250"/>
                </a:lnTo>
                <a:lnTo>
                  <a:pt x="1250" y="18250"/>
                </a:lnTo>
                <a:lnTo>
                  <a:pt x="1500" y="17000"/>
                </a:lnTo>
                <a:lnTo>
                  <a:pt x="2000" y="16750"/>
                </a:lnTo>
                <a:lnTo>
                  <a:pt x="2000" y="16250"/>
                </a:lnTo>
                <a:lnTo>
                  <a:pt x="2500" y="16000"/>
                </a:lnTo>
                <a:lnTo>
                  <a:pt x="2500" y="15500"/>
                </a:lnTo>
                <a:lnTo>
                  <a:pt x="3250" y="15000"/>
                </a:lnTo>
                <a:lnTo>
                  <a:pt x="3250" y="14500"/>
                </a:lnTo>
                <a:lnTo>
                  <a:pt x="4000" y="14250"/>
                </a:lnTo>
                <a:lnTo>
                  <a:pt x="4500" y="13250"/>
                </a:lnTo>
                <a:lnTo>
                  <a:pt x="5000" y="13250"/>
                </a:lnTo>
                <a:lnTo>
                  <a:pt x="5500" y="12500"/>
                </a:lnTo>
                <a:lnTo>
                  <a:pt x="6000" y="12500"/>
                </a:lnTo>
                <a:lnTo>
                  <a:pt x="6000" y="12250"/>
                </a:lnTo>
                <a:lnTo>
                  <a:pt x="6750" y="12000"/>
                </a:lnTo>
                <a:lnTo>
                  <a:pt x="7000" y="11500"/>
                </a:lnTo>
                <a:lnTo>
                  <a:pt x="7500" y="11500"/>
                </a:lnTo>
                <a:lnTo>
                  <a:pt x="7500" y="11250"/>
                </a:lnTo>
                <a:lnTo>
                  <a:pt x="8500" y="11250"/>
                </a:lnTo>
                <a:lnTo>
                  <a:pt x="8500" y="11000"/>
                </a:lnTo>
                <a:lnTo>
                  <a:pt x="9000" y="11000"/>
                </a:lnTo>
                <a:lnTo>
                  <a:pt x="9500" y="10250"/>
                </a:lnTo>
                <a:lnTo>
                  <a:pt x="10000" y="10250"/>
                </a:lnTo>
                <a:lnTo>
                  <a:pt x="10000" y="9750"/>
                </a:lnTo>
                <a:lnTo>
                  <a:pt x="10250" y="9750"/>
                </a:lnTo>
                <a:lnTo>
                  <a:pt x="10250" y="8750"/>
                </a:lnTo>
                <a:lnTo>
                  <a:pt x="10500" y="8750"/>
                </a:lnTo>
                <a:lnTo>
                  <a:pt x="10750" y="7500"/>
                </a:lnTo>
                <a:lnTo>
                  <a:pt x="11250" y="7250"/>
                </a:lnTo>
                <a:lnTo>
                  <a:pt x="11250" y="6500"/>
                </a:lnTo>
                <a:lnTo>
                  <a:pt x="11750" y="6250"/>
                </a:lnTo>
                <a:lnTo>
                  <a:pt x="11750" y="5750"/>
                </a:lnTo>
                <a:lnTo>
                  <a:pt x="12250" y="5500"/>
                </a:lnTo>
                <a:lnTo>
                  <a:pt x="12250" y="5000"/>
                </a:lnTo>
                <a:lnTo>
                  <a:pt x="12500" y="5000"/>
                </a:lnTo>
                <a:lnTo>
                  <a:pt x="12500" y="4750"/>
                </a:lnTo>
                <a:lnTo>
                  <a:pt x="12750" y="4750"/>
                </a:lnTo>
                <a:lnTo>
                  <a:pt x="12750" y="4500"/>
                </a:lnTo>
                <a:lnTo>
                  <a:pt x="13000" y="4500"/>
                </a:lnTo>
                <a:lnTo>
                  <a:pt x="13000" y="4250"/>
                </a:lnTo>
                <a:lnTo>
                  <a:pt x="13250" y="4250"/>
                </a:lnTo>
                <a:lnTo>
                  <a:pt x="13250" y="4000"/>
                </a:lnTo>
                <a:lnTo>
                  <a:pt x="13500" y="4000"/>
                </a:lnTo>
                <a:lnTo>
                  <a:pt x="14750" y="2500"/>
                </a:lnTo>
                <a:lnTo>
                  <a:pt x="15750" y="2250"/>
                </a:lnTo>
                <a:lnTo>
                  <a:pt x="16250" y="1500"/>
                </a:lnTo>
                <a:lnTo>
                  <a:pt x="17500" y="1250"/>
                </a:lnTo>
                <a:lnTo>
                  <a:pt x="17500" y="1000"/>
                </a:lnTo>
                <a:lnTo>
                  <a:pt x="18000" y="1000"/>
                </a:lnTo>
                <a:lnTo>
                  <a:pt x="18000" y="750"/>
                </a:lnTo>
                <a:lnTo>
                  <a:pt x="18500" y="750"/>
                </a:lnTo>
                <a:lnTo>
                  <a:pt x="18500" y="500"/>
                </a:lnTo>
                <a:lnTo>
                  <a:pt x="19250" y="500"/>
                </a:lnTo>
                <a:lnTo>
                  <a:pt x="19250" y="250"/>
                </a:lnTo>
                <a:lnTo>
                  <a:pt x="21000" y="250"/>
                </a:lnTo>
                <a:lnTo>
                  <a:pt x="21000" y="0"/>
                </a:lnTo>
                <a:close/>
                <a:moveTo>
                  <a:pt x="22500" y="3000"/>
                </a:moveTo>
                <a:lnTo>
                  <a:pt x="22250" y="3000"/>
                </a:lnTo>
                <a:lnTo>
                  <a:pt x="22250" y="3250"/>
                </a:lnTo>
                <a:lnTo>
                  <a:pt x="19750" y="3250"/>
                </a:lnTo>
                <a:lnTo>
                  <a:pt x="19750" y="3500"/>
                </a:lnTo>
                <a:lnTo>
                  <a:pt x="19250" y="3500"/>
                </a:lnTo>
                <a:lnTo>
                  <a:pt x="19250" y="3750"/>
                </a:lnTo>
                <a:lnTo>
                  <a:pt x="18750" y="3750"/>
                </a:lnTo>
                <a:lnTo>
                  <a:pt x="18750" y="4000"/>
                </a:lnTo>
                <a:lnTo>
                  <a:pt x="18250" y="4000"/>
                </a:lnTo>
                <a:lnTo>
                  <a:pt x="18250" y="4250"/>
                </a:lnTo>
                <a:lnTo>
                  <a:pt x="17000" y="4500"/>
                </a:lnTo>
                <a:lnTo>
                  <a:pt x="16250" y="5500"/>
                </a:lnTo>
                <a:lnTo>
                  <a:pt x="15750" y="5500"/>
                </a:lnTo>
                <a:lnTo>
                  <a:pt x="15750" y="5750"/>
                </a:lnTo>
                <a:lnTo>
                  <a:pt x="15000" y="6250"/>
                </a:lnTo>
                <a:lnTo>
                  <a:pt x="15000" y="6750"/>
                </a:lnTo>
                <a:lnTo>
                  <a:pt x="14250" y="7250"/>
                </a:lnTo>
                <a:lnTo>
                  <a:pt x="14000" y="8250"/>
                </a:lnTo>
                <a:lnTo>
                  <a:pt x="13500" y="8500"/>
                </a:lnTo>
                <a:lnTo>
                  <a:pt x="13250" y="9750"/>
                </a:lnTo>
                <a:lnTo>
                  <a:pt x="13000" y="9750"/>
                </a:lnTo>
                <a:lnTo>
                  <a:pt x="13000" y="10750"/>
                </a:lnTo>
                <a:lnTo>
                  <a:pt x="12750" y="10750"/>
                </a:lnTo>
                <a:lnTo>
                  <a:pt x="12750" y="11500"/>
                </a:lnTo>
                <a:lnTo>
                  <a:pt x="12500" y="11500"/>
                </a:lnTo>
                <a:lnTo>
                  <a:pt x="12500" y="25250"/>
                </a:lnTo>
                <a:lnTo>
                  <a:pt x="13000" y="25500"/>
                </a:lnTo>
                <a:lnTo>
                  <a:pt x="13000" y="26000"/>
                </a:lnTo>
                <a:lnTo>
                  <a:pt x="13500" y="26000"/>
                </a:lnTo>
                <a:lnTo>
                  <a:pt x="13750" y="26500"/>
                </a:lnTo>
                <a:lnTo>
                  <a:pt x="14250" y="26500"/>
                </a:lnTo>
                <a:lnTo>
                  <a:pt x="14250" y="26750"/>
                </a:lnTo>
                <a:lnTo>
                  <a:pt x="14750" y="26750"/>
                </a:lnTo>
                <a:lnTo>
                  <a:pt x="15000" y="27250"/>
                </a:lnTo>
                <a:lnTo>
                  <a:pt x="16000" y="27500"/>
                </a:lnTo>
                <a:lnTo>
                  <a:pt x="16250" y="28000"/>
                </a:lnTo>
                <a:lnTo>
                  <a:pt x="17250" y="28000"/>
                </a:lnTo>
                <a:lnTo>
                  <a:pt x="17250" y="27750"/>
                </a:lnTo>
                <a:lnTo>
                  <a:pt x="17500" y="27750"/>
                </a:lnTo>
                <a:lnTo>
                  <a:pt x="17500" y="27000"/>
                </a:lnTo>
                <a:lnTo>
                  <a:pt x="17500" y="12500"/>
                </a:lnTo>
                <a:lnTo>
                  <a:pt x="17750" y="12500"/>
                </a:lnTo>
                <a:lnTo>
                  <a:pt x="17750" y="12000"/>
                </a:lnTo>
                <a:lnTo>
                  <a:pt x="18000" y="12000"/>
                </a:lnTo>
                <a:lnTo>
                  <a:pt x="18500" y="11250"/>
                </a:lnTo>
                <a:lnTo>
                  <a:pt x="19000" y="11250"/>
                </a:lnTo>
                <a:lnTo>
                  <a:pt x="19500" y="10500"/>
                </a:lnTo>
                <a:lnTo>
                  <a:pt x="20750" y="10250"/>
                </a:lnTo>
                <a:lnTo>
                  <a:pt x="21250" y="9500"/>
                </a:lnTo>
                <a:lnTo>
                  <a:pt x="22750" y="9000"/>
                </a:lnTo>
                <a:lnTo>
                  <a:pt x="23000" y="8500"/>
                </a:lnTo>
                <a:lnTo>
                  <a:pt x="24500" y="8000"/>
                </a:lnTo>
                <a:lnTo>
                  <a:pt x="24750" y="7500"/>
                </a:lnTo>
                <a:lnTo>
                  <a:pt x="26250" y="7000"/>
                </a:lnTo>
                <a:lnTo>
                  <a:pt x="26500" y="6500"/>
                </a:lnTo>
                <a:lnTo>
                  <a:pt x="27000" y="6500"/>
                </a:lnTo>
                <a:lnTo>
                  <a:pt x="27000" y="6250"/>
                </a:lnTo>
                <a:lnTo>
                  <a:pt x="27500" y="6250"/>
                </a:lnTo>
                <a:lnTo>
                  <a:pt x="27500" y="6000"/>
                </a:lnTo>
                <a:lnTo>
                  <a:pt x="28000" y="6000"/>
                </a:lnTo>
                <a:lnTo>
                  <a:pt x="28000" y="5750"/>
                </a:lnTo>
                <a:lnTo>
                  <a:pt x="28500" y="5500"/>
                </a:lnTo>
                <a:lnTo>
                  <a:pt x="28500" y="4500"/>
                </a:lnTo>
                <a:lnTo>
                  <a:pt x="28250" y="4500"/>
                </a:lnTo>
                <a:lnTo>
                  <a:pt x="28250" y="4250"/>
                </a:lnTo>
                <a:lnTo>
                  <a:pt x="27500" y="4250"/>
                </a:lnTo>
                <a:lnTo>
                  <a:pt x="27500" y="4000"/>
                </a:lnTo>
                <a:lnTo>
                  <a:pt x="27000" y="4000"/>
                </a:lnTo>
                <a:lnTo>
                  <a:pt x="27000" y="3750"/>
                </a:lnTo>
                <a:lnTo>
                  <a:pt x="26500" y="3750"/>
                </a:lnTo>
                <a:lnTo>
                  <a:pt x="26500" y="3500"/>
                </a:lnTo>
                <a:lnTo>
                  <a:pt x="26000" y="3500"/>
                </a:lnTo>
                <a:lnTo>
                  <a:pt x="26000" y="3250"/>
                </a:lnTo>
                <a:lnTo>
                  <a:pt x="22500" y="3000"/>
                </a:lnTo>
                <a:close/>
                <a:moveTo>
                  <a:pt x="34000" y="6250"/>
                </a:moveTo>
                <a:lnTo>
                  <a:pt x="33750" y="6250"/>
                </a:lnTo>
                <a:lnTo>
                  <a:pt x="33750" y="6500"/>
                </a:lnTo>
                <a:lnTo>
                  <a:pt x="33000" y="6500"/>
                </a:lnTo>
                <a:lnTo>
                  <a:pt x="33000" y="6750"/>
                </a:lnTo>
                <a:lnTo>
                  <a:pt x="32500" y="6750"/>
                </a:lnTo>
                <a:lnTo>
                  <a:pt x="32500" y="7000"/>
                </a:lnTo>
                <a:lnTo>
                  <a:pt x="32000" y="7000"/>
                </a:lnTo>
                <a:lnTo>
                  <a:pt x="32000" y="7250"/>
                </a:lnTo>
                <a:lnTo>
                  <a:pt x="31250" y="7250"/>
                </a:lnTo>
                <a:lnTo>
                  <a:pt x="31250" y="7500"/>
                </a:lnTo>
                <a:lnTo>
                  <a:pt x="30500" y="7750"/>
                </a:lnTo>
                <a:lnTo>
                  <a:pt x="30250" y="8250"/>
                </a:lnTo>
                <a:lnTo>
                  <a:pt x="29500" y="8250"/>
                </a:lnTo>
                <a:lnTo>
                  <a:pt x="29000" y="9000"/>
                </a:lnTo>
                <a:lnTo>
                  <a:pt x="27750" y="9250"/>
                </a:lnTo>
                <a:lnTo>
                  <a:pt x="27750" y="9500"/>
                </a:lnTo>
                <a:lnTo>
                  <a:pt x="27000" y="9750"/>
                </a:lnTo>
                <a:lnTo>
                  <a:pt x="26750" y="10250"/>
                </a:lnTo>
                <a:lnTo>
                  <a:pt x="26000" y="10250"/>
                </a:lnTo>
                <a:lnTo>
                  <a:pt x="26000" y="10500"/>
                </a:lnTo>
                <a:lnTo>
                  <a:pt x="25250" y="10750"/>
                </a:lnTo>
                <a:lnTo>
                  <a:pt x="25000" y="11250"/>
                </a:lnTo>
                <a:lnTo>
                  <a:pt x="24500" y="11250"/>
                </a:lnTo>
                <a:lnTo>
                  <a:pt x="24500" y="11500"/>
                </a:lnTo>
                <a:lnTo>
                  <a:pt x="24000" y="11500"/>
                </a:lnTo>
                <a:lnTo>
                  <a:pt x="23750" y="12000"/>
                </a:lnTo>
                <a:lnTo>
                  <a:pt x="22250" y="12500"/>
                </a:lnTo>
                <a:lnTo>
                  <a:pt x="22000" y="13000"/>
                </a:lnTo>
                <a:lnTo>
                  <a:pt x="21500" y="13000"/>
                </a:lnTo>
                <a:lnTo>
                  <a:pt x="21500" y="13250"/>
                </a:lnTo>
                <a:lnTo>
                  <a:pt x="20750" y="13750"/>
                </a:lnTo>
                <a:lnTo>
                  <a:pt x="20750" y="14500"/>
                </a:lnTo>
                <a:lnTo>
                  <a:pt x="20500" y="14500"/>
                </a:lnTo>
                <a:lnTo>
                  <a:pt x="20500" y="18750"/>
                </a:lnTo>
                <a:lnTo>
                  <a:pt x="20750" y="18750"/>
                </a:lnTo>
                <a:lnTo>
                  <a:pt x="20750" y="19000"/>
                </a:lnTo>
                <a:lnTo>
                  <a:pt x="21750" y="19000"/>
                </a:lnTo>
                <a:lnTo>
                  <a:pt x="22000" y="18500"/>
                </a:lnTo>
                <a:lnTo>
                  <a:pt x="22500" y="18500"/>
                </a:lnTo>
                <a:lnTo>
                  <a:pt x="22500" y="18250"/>
                </a:lnTo>
                <a:lnTo>
                  <a:pt x="23500" y="18000"/>
                </a:lnTo>
                <a:lnTo>
                  <a:pt x="23750" y="17500"/>
                </a:lnTo>
                <a:lnTo>
                  <a:pt x="25250" y="17000"/>
                </a:lnTo>
                <a:lnTo>
                  <a:pt x="25500" y="16500"/>
                </a:lnTo>
                <a:lnTo>
                  <a:pt x="26500" y="16250"/>
                </a:lnTo>
                <a:lnTo>
                  <a:pt x="26500" y="16000"/>
                </a:lnTo>
                <a:lnTo>
                  <a:pt x="27250" y="15750"/>
                </a:lnTo>
                <a:lnTo>
                  <a:pt x="27500" y="15250"/>
                </a:lnTo>
                <a:lnTo>
                  <a:pt x="28250" y="15250"/>
                </a:lnTo>
                <a:lnTo>
                  <a:pt x="28750" y="14500"/>
                </a:lnTo>
                <a:lnTo>
                  <a:pt x="30000" y="14250"/>
                </a:lnTo>
                <a:lnTo>
                  <a:pt x="30500" y="13500"/>
                </a:lnTo>
                <a:lnTo>
                  <a:pt x="32000" y="13000"/>
                </a:lnTo>
                <a:lnTo>
                  <a:pt x="32000" y="12750"/>
                </a:lnTo>
                <a:lnTo>
                  <a:pt x="32750" y="12500"/>
                </a:lnTo>
                <a:lnTo>
                  <a:pt x="32750" y="12250"/>
                </a:lnTo>
                <a:lnTo>
                  <a:pt x="33750" y="12000"/>
                </a:lnTo>
                <a:lnTo>
                  <a:pt x="33750" y="11750"/>
                </a:lnTo>
                <a:lnTo>
                  <a:pt x="34500" y="11500"/>
                </a:lnTo>
                <a:lnTo>
                  <a:pt x="34500" y="11250"/>
                </a:lnTo>
                <a:lnTo>
                  <a:pt x="35750" y="11250"/>
                </a:lnTo>
                <a:lnTo>
                  <a:pt x="35750" y="11500"/>
                </a:lnTo>
                <a:lnTo>
                  <a:pt x="36250" y="11500"/>
                </a:lnTo>
                <a:lnTo>
                  <a:pt x="36500" y="12000"/>
                </a:lnTo>
                <a:lnTo>
                  <a:pt x="37000" y="12000"/>
                </a:lnTo>
                <a:lnTo>
                  <a:pt x="37000" y="12250"/>
                </a:lnTo>
                <a:lnTo>
                  <a:pt x="38000" y="12500"/>
                </a:lnTo>
                <a:lnTo>
                  <a:pt x="38250" y="13000"/>
                </a:lnTo>
                <a:lnTo>
                  <a:pt x="39750" y="13500"/>
                </a:lnTo>
                <a:lnTo>
                  <a:pt x="40000" y="14000"/>
                </a:lnTo>
                <a:lnTo>
                  <a:pt x="41000" y="14250"/>
                </a:lnTo>
                <a:lnTo>
                  <a:pt x="41000" y="14500"/>
                </a:lnTo>
                <a:lnTo>
                  <a:pt x="41750" y="14750"/>
                </a:lnTo>
                <a:lnTo>
                  <a:pt x="42000" y="15250"/>
                </a:lnTo>
                <a:lnTo>
                  <a:pt x="42750" y="15250"/>
                </a:lnTo>
                <a:lnTo>
                  <a:pt x="42750" y="15500"/>
                </a:lnTo>
                <a:lnTo>
                  <a:pt x="43500" y="15750"/>
                </a:lnTo>
                <a:lnTo>
                  <a:pt x="43750" y="16250"/>
                </a:lnTo>
                <a:lnTo>
                  <a:pt x="44500" y="16250"/>
                </a:lnTo>
                <a:lnTo>
                  <a:pt x="44500" y="16500"/>
                </a:lnTo>
                <a:lnTo>
                  <a:pt x="44750" y="16500"/>
                </a:lnTo>
                <a:lnTo>
                  <a:pt x="45000" y="17000"/>
                </a:lnTo>
                <a:lnTo>
                  <a:pt x="45500" y="17000"/>
                </a:lnTo>
                <a:lnTo>
                  <a:pt x="45500" y="17250"/>
                </a:lnTo>
                <a:lnTo>
                  <a:pt x="46750" y="17250"/>
                </a:lnTo>
                <a:lnTo>
                  <a:pt x="46750" y="16750"/>
                </a:lnTo>
                <a:lnTo>
                  <a:pt x="47000" y="16750"/>
                </a:lnTo>
                <a:lnTo>
                  <a:pt x="47000" y="15750"/>
                </a:lnTo>
                <a:lnTo>
                  <a:pt x="46750" y="15750"/>
                </a:lnTo>
                <a:lnTo>
                  <a:pt x="46750" y="14750"/>
                </a:lnTo>
                <a:lnTo>
                  <a:pt x="46500" y="14750"/>
                </a:lnTo>
                <a:lnTo>
                  <a:pt x="46250" y="12500"/>
                </a:lnTo>
                <a:lnTo>
                  <a:pt x="46000" y="12500"/>
                </a:lnTo>
                <a:lnTo>
                  <a:pt x="46000" y="12000"/>
                </a:lnTo>
                <a:lnTo>
                  <a:pt x="45500" y="11750"/>
                </a:lnTo>
                <a:lnTo>
                  <a:pt x="45000" y="10250"/>
                </a:lnTo>
                <a:lnTo>
                  <a:pt x="44750" y="10250"/>
                </a:lnTo>
                <a:lnTo>
                  <a:pt x="44750" y="10000"/>
                </a:lnTo>
                <a:lnTo>
                  <a:pt x="44500" y="10000"/>
                </a:lnTo>
                <a:lnTo>
                  <a:pt x="44500" y="9750"/>
                </a:lnTo>
                <a:lnTo>
                  <a:pt x="44250" y="9750"/>
                </a:lnTo>
                <a:lnTo>
                  <a:pt x="43000" y="8250"/>
                </a:lnTo>
                <a:lnTo>
                  <a:pt x="42500" y="8250"/>
                </a:lnTo>
                <a:lnTo>
                  <a:pt x="42000" y="7500"/>
                </a:lnTo>
                <a:lnTo>
                  <a:pt x="40750" y="7250"/>
                </a:lnTo>
                <a:lnTo>
                  <a:pt x="40750" y="7000"/>
                </a:lnTo>
                <a:lnTo>
                  <a:pt x="40250" y="7000"/>
                </a:lnTo>
                <a:lnTo>
                  <a:pt x="40250" y="6750"/>
                </a:lnTo>
                <a:lnTo>
                  <a:pt x="39750" y="6750"/>
                </a:lnTo>
                <a:lnTo>
                  <a:pt x="39750" y="6500"/>
                </a:lnTo>
                <a:lnTo>
                  <a:pt x="39000" y="6500"/>
                </a:lnTo>
                <a:lnTo>
                  <a:pt x="39000" y="6250"/>
                </a:lnTo>
                <a:lnTo>
                  <a:pt x="34000" y="6250"/>
                </a:lnTo>
                <a:close/>
                <a:moveTo>
                  <a:pt x="9000" y="14250"/>
                </a:moveTo>
                <a:lnTo>
                  <a:pt x="8250" y="14500"/>
                </a:lnTo>
                <a:lnTo>
                  <a:pt x="8250" y="14750"/>
                </a:lnTo>
                <a:lnTo>
                  <a:pt x="7750" y="14750"/>
                </a:lnTo>
                <a:lnTo>
                  <a:pt x="7500" y="15250"/>
                </a:lnTo>
                <a:lnTo>
                  <a:pt x="7000" y="15250"/>
                </a:lnTo>
                <a:lnTo>
                  <a:pt x="7000" y="15500"/>
                </a:lnTo>
                <a:lnTo>
                  <a:pt x="6750" y="15500"/>
                </a:lnTo>
                <a:lnTo>
                  <a:pt x="6750" y="15750"/>
                </a:lnTo>
                <a:lnTo>
                  <a:pt x="5250" y="17000"/>
                </a:lnTo>
                <a:lnTo>
                  <a:pt x="5250" y="17500"/>
                </a:lnTo>
                <a:lnTo>
                  <a:pt x="4750" y="17750"/>
                </a:lnTo>
                <a:lnTo>
                  <a:pt x="4750" y="18250"/>
                </a:lnTo>
                <a:lnTo>
                  <a:pt x="4250" y="18500"/>
                </a:lnTo>
                <a:lnTo>
                  <a:pt x="4250" y="19000"/>
                </a:lnTo>
                <a:lnTo>
                  <a:pt x="4000" y="19000"/>
                </a:lnTo>
                <a:lnTo>
                  <a:pt x="4000" y="19500"/>
                </a:lnTo>
                <a:lnTo>
                  <a:pt x="3750" y="19500"/>
                </a:lnTo>
                <a:lnTo>
                  <a:pt x="3750" y="20000"/>
                </a:lnTo>
                <a:lnTo>
                  <a:pt x="3500" y="20000"/>
                </a:lnTo>
                <a:lnTo>
                  <a:pt x="3500" y="21000"/>
                </a:lnTo>
                <a:lnTo>
                  <a:pt x="3250" y="21000"/>
                </a:lnTo>
                <a:lnTo>
                  <a:pt x="3250" y="26000"/>
                </a:lnTo>
                <a:lnTo>
                  <a:pt x="3500" y="26000"/>
                </a:lnTo>
                <a:lnTo>
                  <a:pt x="3500" y="27000"/>
                </a:lnTo>
                <a:lnTo>
                  <a:pt x="4000" y="27250"/>
                </a:lnTo>
                <a:lnTo>
                  <a:pt x="4250" y="28500"/>
                </a:lnTo>
                <a:lnTo>
                  <a:pt x="4500" y="28500"/>
                </a:lnTo>
                <a:lnTo>
                  <a:pt x="4500" y="29000"/>
                </a:lnTo>
                <a:lnTo>
                  <a:pt x="5250" y="29500"/>
                </a:lnTo>
                <a:lnTo>
                  <a:pt x="5250" y="30000"/>
                </a:lnTo>
                <a:lnTo>
                  <a:pt x="5500" y="30000"/>
                </a:lnTo>
                <a:lnTo>
                  <a:pt x="5500" y="30250"/>
                </a:lnTo>
                <a:lnTo>
                  <a:pt x="5750" y="30250"/>
                </a:lnTo>
                <a:lnTo>
                  <a:pt x="5750" y="30500"/>
                </a:lnTo>
                <a:lnTo>
                  <a:pt x="6000" y="30500"/>
                </a:lnTo>
                <a:lnTo>
                  <a:pt x="6000" y="30750"/>
                </a:lnTo>
                <a:lnTo>
                  <a:pt x="6250" y="30750"/>
                </a:lnTo>
                <a:lnTo>
                  <a:pt x="7500" y="32250"/>
                </a:lnTo>
                <a:lnTo>
                  <a:pt x="8000" y="32250"/>
                </a:lnTo>
                <a:lnTo>
                  <a:pt x="8000" y="32500"/>
                </a:lnTo>
                <a:lnTo>
                  <a:pt x="8500" y="32500"/>
                </a:lnTo>
                <a:lnTo>
                  <a:pt x="8750" y="33000"/>
                </a:lnTo>
                <a:lnTo>
                  <a:pt x="10250" y="33500"/>
                </a:lnTo>
                <a:lnTo>
                  <a:pt x="10750" y="34250"/>
                </a:lnTo>
                <a:lnTo>
                  <a:pt x="12000" y="34500"/>
                </a:lnTo>
                <a:lnTo>
                  <a:pt x="12500" y="35250"/>
                </a:lnTo>
                <a:lnTo>
                  <a:pt x="13750" y="35500"/>
                </a:lnTo>
                <a:lnTo>
                  <a:pt x="14000" y="36000"/>
                </a:lnTo>
                <a:lnTo>
                  <a:pt x="15000" y="36250"/>
                </a:lnTo>
                <a:lnTo>
                  <a:pt x="15250" y="36750"/>
                </a:lnTo>
                <a:lnTo>
                  <a:pt x="15750" y="36750"/>
                </a:lnTo>
                <a:lnTo>
                  <a:pt x="15750" y="37000"/>
                </a:lnTo>
                <a:lnTo>
                  <a:pt x="17250" y="37500"/>
                </a:lnTo>
                <a:lnTo>
                  <a:pt x="17750" y="38250"/>
                </a:lnTo>
                <a:lnTo>
                  <a:pt x="18500" y="38250"/>
                </a:lnTo>
                <a:lnTo>
                  <a:pt x="18500" y="38500"/>
                </a:lnTo>
                <a:lnTo>
                  <a:pt x="20000" y="38250"/>
                </a:lnTo>
                <a:lnTo>
                  <a:pt x="20250" y="37750"/>
                </a:lnTo>
                <a:lnTo>
                  <a:pt x="20750" y="37750"/>
                </a:lnTo>
                <a:lnTo>
                  <a:pt x="20750" y="37500"/>
                </a:lnTo>
                <a:lnTo>
                  <a:pt x="21750" y="37250"/>
                </a:lnTo>
                <a:lnTo>
                  <a:pt x="22000" y="36750"/>
                </a:lnTo>
                <a:lnTo>
                  <a:pt x="23000" y="36500"/>
                </a:lnTo>
                <a:lnTo>
                  <a:pt x="23000" y="36250"/>
                </a:lnTo>
                <a:lnTo>
                  <a:pt x="23250" y="36250"/>
                </a:lnTo>
                <a:lnTo>
                  <a:pt x="23250" y="35250"/>
                </a:lnTo>
                <a:lnTo>
                  <a:pt x="22750" y="35250"/>
                </a:lnTo>
                <a:lnTo>
                  <a:pt x="22750" y="35000"/>
                </a:lnTo>
                <a:lnTo>
                  <a:pt x="22250" y="35000"/>
                </a:lnTo>
                <a:lnTo>
                  <a:pt x="22000" y="34500"/>
                </a:lnTo>
                <a:lnTo>
                  <a:pt x="20500" y="34000"/>
                </a:lnTo>
                <a:lnTo>
                  <a:pt x="20000" y="33250"/>
                </a:lnTo>
                <a:lnTo>
                  <a:pt x="18750" y="33000"/>
                </a:lnTo>
                <a:lnTo>
                  <a:pt x="18500" y="32500"/>
                </a:lnTo>
                <a:lnTo>
                  <a:pt x="17500" y="32250"/>
                </a:lnTo>
                <a:lnTo>
                  <a:pt x="17250" y="31750"/>
                </a:lnTo>
                <a:lnTo>
                  <a:pt x="15750" y="31250"/>
                </a:lnTo>
                <a:lnTo>
                  <a:pt x="15750" y="31000"/>
                </a:lnTo>
                <a:lnTo>
                  <a:pt x="15000" y="30750"/>
                </a:lnTo>
                <a:lnTo>
                  <a:pt x="14750" y="30250"/>
                </a:lnTo>
                <a:lnTo>
                  <a:pt x="14000" y="30250"/>
                </a:lnTo>
                <a:lnTo>
                  <a:pt x="14000" y="30000"/>
                </a:lnTo>
                <a:lnTo>
                  <a:pt x="13250" y="29750"/>
                </a:lnTo>
                <a:lnTo>
                  <a:pt x="13000" y="29250"/>
                </a:lnTo>
                <a:lnTo>
                  <a:pt x="12500" y="29250"/>
                </a:lnTo>
                <a:lnTo>
                  <a:pt x="12500" y="29000"/>
                </a:lnTo>
                <a:lnTo>
                  <a:pt x="12000" y="29000"/>
                </a:lnTo>
                <a:lnTo>
                  <a:pt x="11750" y="28500"/>
                </a:lnTo>
                <a:lnTo>
                  <a:pt x="10250" y="28000"/>
                </a:lnTo>
                <a:lnTo>
                  <a:pt x="10250" y="27500"/>
                </a:lnTo>
                <a:lnTo>
                  <a:pt x="9500" y="27000"/>
                </a:lnTo>
                <a:lnTo>
                  <a:pt x="9500" y="14750"/>
                </a:lnTo>
                <a:lnTo>
                  <a:pt x="9250" y="14750"/>
                </a:lnTo>
                <a:lnTo>
                  <a:pt x="9000" y="14250"/>
                </a:lnTo>
                <a:close/>
                <a:moveTo>
                  <a:pt x="34500" y="15000"/>
                </a:moveTo>
                <a:lnTo>
                  <a:pt x="33750" y="15250"/>
                </a:lnTo>
                <a:lnTo>
                  <a:pt x="33750" y="15500"/>
                </a:lnTo>
                <a:lnTo>
                  <a:pt x="33250" y="15500"/>
                </a:lnTo>
                <a:lnTo>
                  <a:pt x="33000" y="16000"/>
                </a:lnTo>
                <a:lnTo>
                  <a:pt x="32000" y="16250"/>
                </a:lnTo>
                <a:lnTo>
                  <a:pt x="31750" y="16750"/>
                </a:lnTo>
                <a:lnTo>
                  <a:pt x="31250" y="16750"/>
                </a:lnTo>
                <a:lnTo>
                  <a:pt x="31250" y="17000"/>
                </a:lnTo>
                <a:lnTo>
                  <a:pt x="30750" y="17250"/>
                </a:lnTo>
                <a:lnTo>
                  <a:pt x="30750" y="18000"/>
                </a:lnTo>
                <a:lnTo>
                  <a:pt x="31500" y="18250"/>
                </a:lnTo>
                <a:lnTo>
                  <a:pt x="31500" y="18500"/>
                </a:lnTo>
                <a:lnTo>
                  <a:pt x="32000" y="18500"/>
                </a:lnTo>
                <a:lnTo>
                  <a:pt x="32250" y="19000"/>
                </a:lnTo>
                <a:lnTo>
                  <a:pt x="33750" y="19500"/>
                </a:lnTo>
                <a:lnTo>
                  <a:pt x="34000" y="20000"/>
                </a:lnTo>
                <a:lnTo>
                  <a:pt x="35500" y="20500"/>
                </a:lnTo>
                <a:lnTo>
                  <a:pt x="35750" y="21000"/>
                </a:lnTo>
                <a:lnTo>
                  <a:pt x="37250" y="21500"/>
                </a:lnTo>
                <a:lnTo>
                  <a:pt x="37500" y="22000"/>
                </a:lnTo>
                <a:lnTo>
                  <a:pt x="39000" y="22500"/>
                </a:lnTo>
                <a:lnTo>
                  <a:pt x="39500" y="23250"/>
                </a:lnTo>
                <a:lnTo>
                  <a:pt x="40250" y="23250"/>
                </a:lnTo>
                <a:lnTo>
                  <a:pt x="40250" y="23500"/>
                </a:lnTo>
                <a:lnTo>
                  <a:pt x="41000" y="23750"/>
                </a:lnTo>
                <a:lnTo>
                  <a:pt x="41250" y="24250"/>
                </a:lnTo>
                <a:lnTo>
                  <a:pt x="42000" y="24250"/>
                </a:lnTo>
                <a:lnTo>
                  <a:pt x="42000" y="24500"/>
                </a:lnTo>
                <a:lnTo>
                  <a:pt x="42750" y="24750"/>
                </a:lnTo>
                <a:lnTo>
                  <a:pt x="43000" y="25250"/>
                </a:lnTo>
                <a:lnTo>
                  <a:pt x="44000" y="25500"/>
                </a:lnTo>
                <a:lnTo>
                  <a:pt x="44000" y="26000"/>
                </a:lnTo>
                <a:lnTo>
                  <a:pt x="44250" y="26000"/>
                </a:lnTo>
                <a:lnTo>
                  <a:pt x="44250" y="26500"/>
                </a:lnTo>
                <a:lnTo>
                  <a:pt x="44500" y="26500"/>
                </a:lnTo>
                <a:lnTo>
                  <a:pt x="44500" y="38750"/>
                </a:lnTo>
                <a:lnTo>
                  <a:pt x="44750" y="38750"/>
                </a:lnTo>
                <a:lnTo>
                  <a:pt x="44750" y="39000"/>
                </a:lnTo>
                <a:lnTo>
                  <a:pt x="45500" y="39000"/>
                </a:lnTo>
                <a:lnTo>
                  <a:pt x="45500" y="38750"/>
                </a:lnTo>
                <a:lnTo>
                  <a:pt x="46000" y="38750"/>
                </a:lnTo>
                <a:lnTo>
                  <a:pt x="46000" y="38500"/>
                </a:lnTo>
                <a:lnTo>
                  <a:pt x="46500" y="38500"/>
                </a:lnTo>
                <a:lnTo>
                  <a:pt x="46500" y="38250"/>
                </a:lnTo>
                <a:lnTo>
                  <a:pt x="46750" y="38250"/>
                </a:lnTo>
                <a:lnTo>
                  <a:pt x="47500" y="37250"/>
                </a:lnTo>
                <a:lnTo>
                  <a:pt x="48000" y="37250"/>
                </a:lnTo>
                <a:lnTo>
                  <a:pt x="48250" y="36500"/>
                </a:lnTo>
                <a:lnTo>
                  <a:pt x="49250" y="35750"/>
                </a:lnTo>
                <a:lnTo>
                  <a:pt x="49500" y="34750"/>
                </a:lnTo>
                <a:lnTo>
                  <a:pt x="49750" y="34750"/>
                </a:lnTo>
                <a:lnTo>
                  <a:pt x="50000" y="34000"/>
                </a:lnTo>
                <a:lnTo>
                  <a:pt x="50250" y="34000"/>
                </a:lnTo>
                <a:lnTo>
                  <a:pt x="50500" y="32000"/>
                </a:lnTo>
                <a:lnTo>
                  <a:pt x="50750" y="32000"/>
                </a:lnTo>
                <a:lnTo>
                  <a:pt x="50750" y="31250"/>
                </a:lnTo>
                <a:lnTo>
                  <a:pt x="51000" y="31250"/>
                </a:lnTo>
                <a:lnTo>
                  <a:pt x="51000" y="28500"/>
                </a:lnTo>
                <a:lnTo>
                  <a:pt x="50750" y="28500"/>
                </a:lnTo>
                <a:lnTo>
                  <a:pt x="50500" y="26750"/>
                </a:lnTo>
                <a:lnTo>
                  <a:pt x="50250" y="26750"/>
                </a:lnTo>
                <a:lnTo>
                  <a:pt x="50250" y="25750"/>
                </a:lnTo>
                <a:lnTo>
                  <a:pt x="50000" y="25750"/>
                </a:lnTo>
                <a:lnTo>
                  <a:pt x="49750" y="24750"/>
                </a:lnTo>
                <a:lnTo>
                  <a:pt x="49250" y="24500"/>
                </a:lnTo>
                <a:lnTo>
                  <a:pt x="49250" y="24000"/>
                </a:lnTo>
                <a:lnTo>
                  <a:pt x="49000" y="24000"/>
                </a:lnTo>
                <a:lnTo>
                  <a:pt x="49000" y="23500"/>
                </a:lnTo>
                <a:lnTo>
                  <a:pt x="48250" y="23000"/>
                </a:lnTo>
                <a:lnTo>
                  <a:pt x="48250" y="22500"/>
                </a:lnTo>
                <a:lnTo>
                  <a:pt x="47500" y="22250"/>
                </a:lnTo>
                <a:lnTo>
                  <a:pt x="46750" y="21250"/>
                </a:lnTo>
                <a:lnTo>
                  <a:pt x="46250" y="21250"/>
                </a:lnTo>
                <a:lnTo>
                  <a:pt x="46250" y="21000"/>
                </a:lnTo>
                <a:lnTo>
                  <a:pt x="45500" y="20750"/>
                </a:lnTo>
                <a:lnTo>
                  <a:pt x="45250" y="20250"/>
                </a:lnTo>
                <a:lnTo>
                  <a:pt x="43750" y="19750"/>
                </a:lnTo>
                <a:lnTo>
                  <a:pt x="43500" y="19250"/>
                </a:lnTo>
                <a:lnTo>
                  <a:pt x="42750" y="19250"/>
                </a:lnTo>
                <a:lnTo>
                  <a:pt x="42250" y="18500"/>
                </a:lnTo>
                <a:lnTo>
                  <a:pt x="41750" y="18500"/>
                </a:lnTo>
                <a:lnTo>
                  <a:pt x="41750" y="18250"/>
                </a:lnTo>
                <a:lnTo>
                  <a:pt x="40250" y="17750"/>
                </a:lnTo>
                <a:lnTo>
                  <a:pt x="40000" y="17250"/>
                </a:lnTo>
                <a:lnTo>
                  <a:pt x="39000" y="17000"/>
                </a:lnTo>
                <a:lnTo>
                  <a:pt x="38750" y="16500"/>
                </a:lnTo>
                <a:lnTo>
                  <a:pt x="37250" y="16000"/>
                </a:lnTo>
                <a:lnTo>
                  <a:pt x="37250" y="15750"/>
                </a:lnTo>
                <a:lnTo>
                  <a:pt x="36500" y="15500"/>
                </a:lnTo>
                <a:lnTo>
                  <a:pt x="36500" y="15250"/>
                </a:lnTo>
                <a:lnTo>
                  <a:pt x="34500" y="15000"/>
                </a:lnTo>
                <a:close/>
                <a:moveTo>
                  <a:pt x="26500" y="19500"/>
                </a:moveTo>
                <a:lnTo>
                  <a:pt x="26250" y="19500"/>
                </a:lnTo>
                <a:lnTo>
                  <a:pt x="25750" y="20250"/>
                </a:lnTo>
                <a:lnTo>
                  <a:pt x="24500" y="20500"/>
                </a:lnTo>
                <a:lnTo>
                  <a:pt x="24000" y="21250"/>
                </a:lnTo>
                <a:lnTo>
                  <a:pt x="23250" y="21250"/>
                </a:lnTo>
                <a:lnTo>
                  <a:pt x="23250" y="21500"/>
                </a:lnTo>
                <a:lnTo>
                  <a:pt x="22750" y="21500"/>
                </a:lnTo>
                <a:lnTo>
                  <a:pt x="22500" y="22000"/>
                </a:lnTo>
                <a:lnTo>
                  <a:pt x="21000" y="22500"/>
                </a:lnTo>
                <a:lnTo>
                  <a:pt x="21000" y="23000"/>
                </a:lnTo>
                <a:lnTo>
                  <a:pt x="20750" y="23000"/>
                </a:lnTo>
                <a:lnTo>
                  <a:pt x="20750" y="23500"/>
                </a:lnTo>
                <a:lnTo>
                  <a:pt x="20500" y="23500"/>
                </a:lnTo>
                <a:lnTo>
                  <a:pt x="20500" y="29750"/>
                </a:lnTo>
                <a:lnTo>
                  <a:pt x="20750" y="29750"/>
                </a:lnTo>
                <a:lnTo>
                  <a:pt x="20750" y="30250"/>
                </a:lnTo>
                <a:lnTo>
                  <a:pt x="21250" y="30500"/>
                </a:lnTo>
                <a:lnTo>
                  <a:pt x="21250" y="31000"/>
                </a:lnTo>
                <a:lnTo>
                  <a:pt x="22500" y="31250"/>
                </a:lnTo>
                <a:lnTo>
                  <a:pt x="22750" y="31750"/>
                </a:lnTo>
                <a:lnTo>
                  <a:pt x="23250" y="31750"/>
                </a:lnTo>
                <a:lnTo>
                  <a:pt x="23500" y="32250"/>
                </a:lnTo>
                <a:lnTo>
                  <a:pt x="25000" y="32750"/>
                </a:lnTo>
                <a:lnTo>
                  <a:pt x="25250" y="33250"/>
                </a:lnTo>
                <a:lnTo>
                  <a:pt x="26000" y="33250"/>
                </a:lnTo>
                <a:lnTo>
                  <a:pt x="26250" y="33750"/>
                </a:lnTo>
                <a:lnTo>
                  <a:pt x="27500" y="33750"/>
                </a:lnTo>
                <a:lnTo>
                  <a:pt x="28250" y="33500"/>
                </a:lnTo>
                <a:lnTo>
                  <a:pt x="28250" y="33250"/>
                </a:lnTo>
                <a:lnTo>
                  <a:pt x="28750" y="33250"/>
                </a:lnTo>
                <a:lnTo>
                  <a:pt x="28750" y="33000"/>
                </a:lnTo>
                <a:lnTo>
                  <a:pt x="29250" y="33000"/>
                </a:lnTo>
                <a:lnTo>
                  <a:pt x="29500" y="32500"/>
                </a:lnTo>
                <a:lnTo>
                  <a:pt x="31000" y="32000"/>
                </a:lnTo>
                <a:lnTo>
                  <a:pt x="31250" y="31500"/>
                </a:lnTo>
                <a:lnTo>
                  <a:pt x="32250" y="31250"/>
                </a:lnTo>
                <a:lnTo>
                  <a:pt x="32500" y="30750"/>
                </a:lnTo>
                <a:lnTo>
                  <a:pt x="33000" y="30750"/>
                </a:lnTo>
                <a:lnTo>
                  <a:pt x="33000" y="30250"/>
                </a:lnTo>
                <a:lnTo>
                  <a:pt x="33250" y="30250"/>
                </a:lnTo>
                <a:lnTo>
                  <a:pt x="33250" y="29750"/>
                </a:lnTo>
                <a:lnTo>
                  <a:pt x="33500" y="29750"/>
                </a:lnTo>
                <a:lnTo>
                  <a:pt x="33500" y="23500"/>
                </a:lnTo>
                <a:lnTo>
                  <a:pt x="33250" y="23500"/>
                </a:lnTo>
                <a:lnTo>
                  <a:pt x="33250" y="22750"/>
                </a:lnTo>
                <a:lnTo>
                  <a:pt x="33000" y="22750"/>
                </a:lnTo>
                <a:lnTo>
                  <a:pt x="33000" y="22500"/>
                </a:lnTo>
                <a:lnTo>
                  <a:pt x="31500" y="22000"/>
                </a:lnTo>
                <a:lnTo>
                  <a:pt x="31250" y="21500"/>
                </a:lnTo>
                <a:lnTo>
                  <a:pt x="29750" y="21000"/>
                </a:lnTo>
                <a:lnTo>
                  <a:pt x="29500" y="20500"/>
                </a:lnTo>
                <a:lnTo>
                  <a:pt x="28000" y="20000"/>
                </a:lnTo>
                <a:lnTo>
                  <a:pt x="27750" y="19500"/>
                </a:lnTo>
                <a:lnTo>
                  <a:pt x="26500" y="19500"/>
                </a:lnTo>
                <a:close/>
                <a:moveTo>
                  <a:pt x="36750" y="25250"/>
                </a:moveTo>
                <a:lnTo>
                  <a:pt x="36500" y="25250"/>
                </a:lnTo>
                <a:lnTo>
                  <a:pt x="36500" y="25750"/>
                </a:lnTo>
                <a:lnTo>
                  <a:pt x="36250" y="25750"/>
                </a:lnTo>
                <a:lnTo>
                  <a:pt x="36250" y="41250"/>
                </a:lnTo>
                <a:lnTo>
                  <a:pt x="36000" y="41250"/>
                </a:lnTo>
                <a:lnTo>
                  <a:pt x="35750" y="42000"/>
                </a:lnTo>
                <a:lnTo>
                  <a:pt x="34750" y="42250"/>
                </a:lnTo>
                <a:lnTo>
                  <a:pt x="34750" y="42500"/>
                </a:lnTo>
                <a:lnTo>
                  <a:pt x="34000" y="42750"/>
                </a:lnTo>
                <a:lnTo>
                  <a:pt x="33750" y="43250"/>
                </a:lnTo>
                <a:lnTo>
                  <a:pt x="32500" y="43500"/>
                </a:lnTo>
                <a:lnTo>
                  <a:pt x="32000" y="44250"/>
                </a:lnTo>
                <a:lnTo>
                  <a:pt x="31250" y="44250"/>
                </a:lnTo>
                <a:lnTo>
                  <a:pt x="31250" y="44500"/>
                </a:lnTo>
                <a:lnTo>
                  <a:pt x="30500" y="44750"/>
                </a:lnTo>
                <a:lnTo>
                  <a:pt x="30250" y="45250"/>
                </a:lnTo>
                <a:lnTo>
                  <a:pt x="29500" y="45250"/>
                </a:lnTo>
                <a:lnTo>
                  <a:pt x="29000" y="46000"/>
                </a:lnTo>
                <a:lnTo>
                  <a:pt x="27750" y="46250"/>
                </a:lnTo>
                <a:lnTo>
                  <a:pt x="27250" y="47000"/>
                </a:lnTo>
                <a:lnTo>
                  <a:pt x="26750" y="47000"/>
                </a:lnTo>
                <a:lnTo>
                  <a:pt x="26750" y="47250"/>
                </a:lnTo>
                <a:lnTo>
                  <a:pt x="26250" y="47250"/>
                </a:lnTo>
                <a:lnTo>
                  <a:pt x="26250" y="47500"/>
                </a:lnTo>
                <a:lnTo>
                  <a:pt x="25500" y="47750"/>
                </a:lnTo>
                <a:lnTo>
                  <a:pt x="25500" y="48500"/>
                </a:lnTo>
                <a:lnTo>
                  <a:pt x="25750" y="48500"/>
                </a:lnTo>
                <a:lnTo>
                  <a:pt x="26250" y="49250"/>
                </a:lnTo>
                <a:lnTo>
                  <a:pt x="27000" y="49250"/>
                </a:lnTo>
                <a:lnTo>
                  <a:pt x="27000" y="49500"/>
                </a:lnTo>
                <a:lnTo>
                  <a:pt x="27500" y="49500"/>
                </a:lnTo>
                <a:lnTo>
                  <a:pt x="27500" y="49750"/>
                </a:lnTo>
                <a:lnTo>
                  <a:pt x="28000" y="49750"/>
                </a:lnTo>
                <a:lnTo>
                  <a:pt x="28000" y="50000"/>
                </a:lnTo>
                <a:lnTo>
                  <a:pt x="28750" y="50000"/>
                </a:lnTo>
                <a:lnTo>
                  <a:pt x="28750" y="50250"/>
                </a:lnTo>
                <a:lnTo>
                  <a:pt x="30250" y="50250"/>
                </a:lnTo>
                <a:lnTo>
                  <a:pt x="33500" y="50250"/>
                </a:lnTo>
                <a:lnTo>
                  <a:pt x="33500" y="50000"/>
                </a:lnTo>
                <a:lnTo>
                  <a:pt x="34500" y="50000"/>
                </a:lnTo>
                <a:lnTo>
                  <a:pt x="34500" y="49750"/>
                </a:lnTo>
                <a:lnTo>
                  <a:pt x="35000" y="49750"/>
                </a:lnTo>
                <a:lnTo>
                  <a:pt x="35000" y="49500"/>
                </a:lnTo>
                <a:lnTo>
                  <a:pt x="35500" y="49500"/>
                </a:lnTo>
                <a:lnTo>
                  <a:pt x="35500" y="49250"/>
                </a:lnTo>
                <a:lnTo>
                  <a:pt x="36250" y="49250"/>
                </a:lnTo>
                <a:lnTo>
                  <a:pt x="36500" y="48750"/>
                </a:lnTo>
                <a:lnTo>
                  <a:pt x="37000" y="48750"/>
                </a:lnTo>
                <a:lnTo>
                  <a:pt x="37250" y="48250"/>
                </a:lnTo>
                <a:lnTo>
                  <a:pt x="37750" y="48250"/>
                </a:lnTo>
                <a:lnTo>
                  <a:pt x="37750" y="48000"/>
                </a:lnTo>
                <a:lnTo>
                  <a:pt x="38000" y="48000"/>
                </a:lnTo>
                <a:lnTo>
                  <a:pt x="38000" y="47750"/>
                </a:lnTo>
                <a:lnTo>
                  <a:pt x="39500" y="46500"/>
                </a:lnTo>
                <a:lnTo>
                  <a:pt x="39500" y="46000"/>
                </a:lnTo>
                <a:lnTo>
                  <a:pt x="40250" y="45500"/>
                </a:lnTo>
                <a:lnTo>
                  <a:pt x="40500" y="44250"/>
                </a:lnTo>
                <a:lnTo>
                  <a:pt x="41000" y="44000"/>
                </a:lnTo>
                <a:lnTo>
                  <a:pt x="41000" y="43250"/>
                </a:lnTo>
                <a:lnTo>
                  <a:pt x="41250" y="43250"/>
                </a:lnTo>
                <a:lnTo>
                  <a:pt x="41250" y="42000"/>
                </a:lnTo>
                <a:lnTo>
                  <a:pt x="41500" y="42000"/>
                </a:lnTo>
                <a:lnTo>
                  <a:pt x="41500" y="28250"/>
                </a:lnTo>
                <a:lnTo>
                  <a:pt x="41250" y="28250"/>
                </a:lnTo>
                <a:lnTo>
                  <a:pt x="41250" y="27500"/>
                </a:lnTo>
                <a:lnTo>
                  <a:pt x="41000" y="27500"/>
                </a:lnTo>
                <a:lnTo>
                  <a:pt x="41000" y="27250"/>
                </a:lnTo>
                <a:lnTo>
                  <a:pt x="40000" y="27000"/>
                </a:lnTo>
                <a:lnTo>
                  <a:pt x="39750" y="26500"/>
                </a:lnTo>
                <a:lnTo>
                  <a:pt x="38250" y="26000"/>
                </a:lnTo>
                <a:lnTo>
                  <a:pt x="38250" y="25750"/>
                </a:lnTo>
                <a:lnTo>
                  <a:pt x="37500" y="25500"/>
                </a:lnTo>
                <a:lnTo>
                  <a:pt x="37500" y="25250"/>
                </a:lnTo>
                <a:lnTo>
                  <a:pt x="36750" y="25250"/>
                </a:lnTo>
                <a:close/>
                <a:moveTo>
                  <a:pt x="32500" y="34250"/>
                </a:moveTo>
                <a:lnTo>
                  <a:pt x="32250" y="34250"/>
                </a:lnTo>
                <a:lnTo>
                  <a:pt x="31750" y="35000"/>
                </a:lnTo>
                <a:lnTo>
                  <a:pt x="30250" y="35500"/>
                </a:lnTo>
                <a:lnTo>
                  <a:pt x="30000" y="36000"/>
                </a:lnTo>
                <a:lnTo>
                  <a:pt x="28500" y="36500"/>
                </a:lnTo>
                <a:lnTo>
                  <a:pt x="28250" y="37000"/>
                </a:lnTo>
                <a:lnTo>
                  <a:pt x="26750" y="37500"/>
                </a:lnTo>
                <a:lnTo>
                  <a:pt x="26500" y="38000"/>
                </a:lnTo>
                <a:lnTo>
                  <a:pt x="26000" y="38000"/>
                </a:lnTo>
                <a:lnTo>
                  <a:pt x="26000" y="38250"/>
                </a:lnTo>
                <a:lnTo>
                  <a:pt x="25500" y="38250"/>
                </a:lnTo>
                <a:lnTo>
                  <a:pt x="25250" y="38750"/>
                </a:lnTo>
                <a:lnTo>
                  <a:pt x="24750" y="38750"/>
                </a:lnTo>
                <a:lnTo>
                  <a:pt x="24750" y="39000"/>
                </a:lnTo>
                <a:lnTo>
                  <a:pt x="23250" y="39500"/>
                </a:lnTo>
                <a:lnTo>
                  <a:pt x="23000" y="40000"/>
                </a:lnTo>
                <a:lnTo>
                  <a:pt x="22000" y="40250"/>
                </a:lnTo>
                <a:lnTo>
                  <a:pt x="21750" y="40750"/>
                </a:lnTo>
                <a:lnTo>
                  <a:pt x="21250" y="40750"/>
                </a:lnTo>
                <a:lnTo>
                  <a:pt x="21000" y="41250"/>
                </a:lnTo>
                <a:lnTo>
                  <a:pt x="20250" y="41250"/>
                </a:lnTo>
                <a:lnTo>
                  <a:pt x="20250" y="41500"/>
                </a:lnTo>
                <a:lnTo>
                  <a:pt x="19500" y="41750"/>
                </a:lnTo>
                <a:lnTo>
                  <a:pt x="19500" y="42000"/>
                </a:lnTo>
                <a:lnTo>
                  <a:pt x="18250" y="42000"/>
                </a:lnTo>
                <a:lnTo>
                  <a:pt x="18000" y="41500"/>
                </a:lnTo>
                <a:lnTo>
                  <a:pt x="16750" y="41250"/>
                </a:lnTo>
                <a:lnTo>
                  <a:pt x="16250" y="40500"/>
                </a:lnTo>
                <a:lnTo>
                  <a:pt x="14750" y="40000"/>
                </a:lnTo>
                <a:lnTo>
                  <a:pt x="14500" y="39500"/>
                </a:lnTo>
                <a:lnTo>
                  <a:pt x="13000" y="39000"/>
                </a:lnTo>
                <a:lnTo>
                  <a:pt x="12750" y="38500"/>
                </a:lnTo>
                <a:lnTo>
                  <a:pt x="11250" y="38000"/>
                </a:lnTo>
                <a:lnTo>
                  <a:pt x="11000" y="37500"/>
                </a:lnTo>
                <a:lnTo>
                  <a:pt x="9500" y="37000"/>
                </a:lnTo>
                <a:lnTo>
                  <a:pt x="9250" y="36500"/>
                </a:lnTo>
                <a:lnTo>
                  <a:pt x="8750" y="36500"/>
                </a:lnTo>
                <a:lnTo>
                  <a:pt x="8750" y="36250"/>
                </a:lnTo>
                <a:lnTo>
                  <a:pt x="8250" y="36250"/>
                </a:lnTo>
                <a:lnTo>
                  <a:pt x="8250" y="36000"/>
                </a:lnTo>
                <a:lnTo>
                  <a:pt x="7500" y="36000"/>
                </a:lnTo>
                <a:lnTo>
                  <a:pt x="7500" y="36250"/>
                </a:lnTo>
                <a:lnTo>
                  <a:pt x="7250" y="36250"/>
                </a:lnTo>
                <a:lnTo>
                  <a:pt x="7250" y="39000"/>
                </a:lnTo>
                <a:lnTo>
                  <a:pt x="7500" y="39000"/>
                </a:lnTo>
                <a:lnTo>
                  <a:pt x="7500" y="40000"/>
                </a:lnTo>
                <a:lnTo>
                  <a:pt x="7750" y="40000"/>
                </a:lnTo>
                <a:lnTo>
                  <a:pt x="7750" y="40500"/>
                </a:lnTo>
                <a:lnTo>
                  <a:pt x="8000" y="40500"/>
                </a:lnTo>
                <a:lnTo>
                  <a:pt x="8250" y="41250"/>
                </a:lnTo>
                <a:lnTo>
                  <a:pt x="8250" y="41750"/>
                </a:lnTo>
                <a:lnTo>
                  <a:pt x="8500" y="41750"/>
                </a:lnTo>
                <a:lnTo>
                  <a:pt x="8500" y="42250"/>
                </a:lnTo>
                <a:lnTo>
                  <a:pt x="9250" y="42750"/>
                </a:lnTo>
                <a:lnTo>
                  <a:pt x="9250" y="43250"/>
                </a:lnTo>
                <a:lnTo>
                  <a:pt x="9500" y="43250"/>
                </a:lnTo>
                <a:lnTo>
                  <a:pt x="9500" y="43500"/>
                </a:lnTo>
                <a:lnTo>
                  <a:pt x="9750" y="43500"/>
                </a:lnTo>
                <a:lnTo>
                  <a:pt x="9750" y="43750"/>
                </a:lnTo>
                <a:lnTo>
                  <a:pt x="10000" y="43750"/>
                </a:lnTo>
                <a:lnTo>
                  <a:pt x="11250" y="45250"/>
                </a:lnTo>
                <a:lnTo>
                  <a:pt x="12250" y="45500"/>
                </a:lnTo>
                <a:lnTo>
                  <a:pt x="12500" y="46000"/>
                </a:lnTo>
                <a:lnTo>
                  <a:pt x="13750" y="46250"/>
                </a:lnTo>
                <a:lnTo>
                  <a:pt x="13750" y="46500"/>
                </a:lnTo>
                <a:lnTo>
                  <a:pt x="14750" y="46500"/>
                </a:lnTo>
                <a:lnTo>
                  <a:pt x="14750" y="46750"/>
                </a:lnTo>
                <a:lnTo>
                  <a:pt x="16000" y="47000"/>
                </a:lnTo>
                <a:lnTo>
                  <a:pt x="16000" y="47250"/>
                </a:lnTo>
                <a:lnTo>
                  <a:pt x="19500" y="47250"/>
                </a:lnTo>
                <a:lnTo>
                  <a:pt x="19500" y="47000"/>
                </a:lnTo>
                <a:lnTo>
                  <a:pt x="20250" y="47000"/>
                </a:lnTo>
                <a:lnTo>
                  <a:pt x="20250" y="46750"/>
                </a:lnTo>
                <a:lnTo>
                  <a:pt x="21750" y="46500"/>
                </a:lnTo>
                <a:lnTo>
                  <a:pt x="21750" y="46250"/>
                </a:lnTo>
                <a:lnTo>
                  <a:pt x="23250" y="45750"/>
                </a:lnTo>
                <a:lnTo>
                  <a:pt x="23500" y="45250"/>
                </a:lnTo>
                <a:lnTo>
                  <a:pt x="24250" y="45250"/>
                </a:lnTo>
                <a:lnTo>
                  <a:pt x="24750" y="44500"/>
                </a:lnTo>
                <a:lnTo>
                  <a:pt x="26250" y="44000"/>
                </a:lnTo>
                <a:lnTo>
                  <a:pt x="26500" y="43500"/>
                </a:lnTo>
                <a:lnTo>
                  <a:pt x="28000" y="43000"/>
                </a:lnTo>
                <a:lnTo>
                  <a:pt x="28250" y="42500"/>
                </a:lnTo>
                <a:lnTo>
                  <a:pt x="28750" y="42500"/>
                </a:lnTo>
                <a:lnTo>
                  <a:pt x="28750" y="42250"/>
                </a:lnTo>
                <a:lnTo>
                  <a:pt x="29750" y="42000"/>
                </a:lnTo>
                <a:lnTo>
                  <a:pt x="30000" y="41500"/>
                </a:lnTo>
                <a:lnTo>
                  <a:pt x="31500" y="41000"/>
                </a:lnTo>
                <a:lnTo>
                  <a:pt x="31750" y="40500"/>
                </a:lnTo>
                <a:lnTo>
                  <a:pt x="32750" y="40250"/>
                </a:lnTo>
                <a:lnTo>
                  <a:pt x="32750" y="40000"/>
                </a:lnTo>
                <a:lnTo>
                  <a:pt x="33250" y="39750"/>
                </a:lnTo>
                <a:lnTo>
                  <a:pt x="33250" y="39000"/>
                </a:lnTo>
                <a:lnTo>
                  <a:pt x="33500" y="39000"/>
                </a:lnTo>
                <a:lnTo>
                  <a:pt x="33500" y="35000"/>
                </a:lnTo>
                <a:lnTo>
                  <a:pt x="33250" y="35000"/>
                </a:lnTo>
                <a:lnTo>
                  <a:pt x="33000" y="34250"/>
                </a:lnTo>
                <a:lnTo>
                  <a:pt x="32500" y="34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055-domain-construction-text"/>
          <p:cNvSpPr txBox="1"/>
          <p:nvPr/>
        </p:nvSpPr>
        <p:spPr>
          <a:xfrm>
            <a:off x="8410575" y="1104900"/>
            <a:ext cx="2714625" cy="7075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Domain Construction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&amp; Revision</a:t>
            </a:r>
          </a:p>
        </p:txBody>
      </p:sp>
      <p:sp>
        <p:nvSpPr>
          <p:cNvPr id="57" name="056-domain-snippet"/>
          <p:cNvSpPr/>
          <p:nvPr/>
        </p:nvSpPr>
        <p:spPr>
          <a:xfrm>
            <a:off x="11144250" y="1085850"/>
            <a:ext cx="1409700" cy="762000"/>
          </a:xfrm>
          <a:custGeom>
            <a:avLst/>
            <a:gdLst/>
            <a:ahLst/>
            <a:cxnLst/>
            <a:rect l="0" t="0" r="r" b="b"/>
            <a:pathLst>
              <a:path w="148000" h="80000" fill="norm" stroke="1">
                <a:moveTo>
                  <a:pt x="0" y="0"/>
                </a:moveTo>
                <a:lnTo>
                  <a:pt x="130000" y="0"/>
                </a:lnTo>
                <a:lnTo>
                  <a:pt x="148000" y="18000"/>
                </a:lnTo>
                <a:lnTo>
                  <a:pt x="148000" y="80000"/>
                </a:lnTo>
                <a:lnTo>
                  <a:pt x="0" y="80000"/>
                </a:lnTo>
                <a:close/>
              </a:path>
            </a:pathLst>
          </a:custGeom>
          <a:solidFill>
            <a:srgbClr val="F3FFFB"/>
          </a:solidFill>
          <a:ln w="12382">
            <a:solidFill>
              <a:srgbClr val="111111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057-domain-snippet-fold"/>
          <p:cNvSpPr/>
          <p:nvPr/>
        </p:nvSpPr>
        <p:spPr>
          <a:xfrm>
            <a:off x="12382500" y="1085850"/>
            <a:ext cx="171450" cy="171450"/>
          </a:xfrm>
          <a:custGeom>
            <a:avLst/>
            <a:gdLst/>
            <a:ahLst/>
            <a:cxnLst/>
            <a:rect l="0" t="0" r="r" b="b"/>
            <a:pathLst>
              <a:path w="18000" h="18000" fill="none" stroke="1">
                <a:moveTo>
                  <a:pt x="0" y="0"/>
                </a:moveTo>
                <a:lnTo>
                  <a:pt x="0" y="18000"/>
                </a:lnTo>
                <a:lnTo>
                  <a:pt x="18000" y="18000"/>
                </a:lnTo>
              </a:path>
            </a:pathLst>
          </a:custGeom>
          <a:noFill/>
          <a:ln w="12382">
            <a:solidFill>
              <a:srgbClr val="111111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058-code-line"/>
          <p:cNvSpPr txBox="1"/>
          <p:nvPr/>
        </p:nvSpPr>
        <p:spPr>
          <a:xfrm>
            <a:off x="11172825" y="1095375"/>
            <a:ext cx="136207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076DB2"/>
                </a:solidFill>
                <a:latin typeface="Arial"/>
              </a:rPr>
              <a:t>:predicates</a:t>
            </a:r>
            <a:r>
              <a:rPr sz="1200" i="1">
                <a:solidFill>
                  <a:srgbClr val="000000"/>
                </a:solidFill>
                <a:latin typeface="Arial"/>
              </a:rPr>
              <a:t> (...)</a:t>
            </a:r>
          </a:p>
        </p:txBody>
      </p:sp>
      <p:sp>
        <p:nvSpPr>
          <p:cNvPr id="60" name="059-code-line"/>
          <p:cNvSpPr txBox="1"/>
          <p:nvPr/>
        </p:nvSpPr>
        <p:spPr>
          <a:xfrm>
            <a:off x="11172825" y="1278255"/>
            <a:ext cx="136207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00B35E"/>
                </a:solidFill>
                <a:latin typeface="Arial"/>
              </a:rPr>
              <a:t>:actions</a:t>
            </a:r>
            <a:r>
              <a:rPr sz="1200" i="1">
                <a:solidFill>
                  <a:srgbClr val="000000"/>
                </a:solidFill>
                <a:latin typeface="Arial"/>
              </a:rPr>
              <a:t> ...</a:t>
            </a:r>
          </a:p>
        </p:txBody>
      </p:sp>
      <p:sp>
        <p:nvSpPr>
          <p:cNvPr id="61" name="060-code-line"/>
          <p:cNvSpPr txBox="1"/>
          <p:nvPr/>
        </p:nvSpPr>
        <p:spPr>
          <a:xfrm>
            <a:off x="11334750" y="1461135"/>
            <a:ext cx="120967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D97B00"/>
                </a:solidFill>
                <a:latin typeface="Arial"/>
              </a:rPr>
              <a:t>:precondition</a:t>
            </a:r>
            <a:r>
              <a:rPr sz="1200" i="1">
                <a:solidFill>
                  <a:srgbClr val="000000"/>
                </a:solidFill>
                <a:latin typeface="Arial"/>
              </a:rPr>
              <a:t> (...)</a:t>
            </a:r>
          </a:p>
        </p:txBody>
      </p:sp>
      <p:sp>
        <p:nvSpPr>
          <p:cNvPr id="62" name="061-code-line"/>
          <p:cNvSpPr txBox="1"/>
          <p:nvPr/>
        </p:nvSpPr>
        <p:spPr>
          <a:xfrm>
            <a:off x="11334750" y="1644015"/>
            <a:ext cx="120967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D60078"/>
                </a:solidFill>
                <a:latin typeface="Arial"/>
              </a:rPr>
              <a:t>:effect</a:t>
            </a:r>
            <a:r>
              <a:rPr sz="1200" i="1">
                <a:solidFill>
                  <a:srgbClr val="000000"/>
                </a:solidFill>
                <a:latin typeface="Arial"/>
              </a:rPr>
              <a:t> (...)</a:t>
            </a:r>
          </a:p>
        </p:txBody>
      </p:sp>
      <p:sp>
        <p:nvSpPr>
          <p:cNvPr id="63" name="062-construction-to-check"/>
          <p:cNvSpPr/>
          <p:nvPr/>
        </p:nvSpPr>
        <p:spPr>
          <a:xfrm>
            <a:off x="10229850" y="1924050"/>
            <a:ext cx="95" cy="276225"/>
          </a:xfrm>
          <a:custGeom>
            <a:avLst/>
            <a:gdLst/>
            <a:ahLst/>
            <a:cxnLst/>
            <a:rect l="0" t="0" r="r" b="b"/>
            <a:pathLst>
              <a:path w="10" h="29000" fill="none" stroke="1">
                <a:moveTo>
                  <a:pt x="0" y="0"/>
                </a:moveTo>
                <a:lnTo>
                  <a:pt x="0" y="29000"/>
                </a:lnTo>
              </a:path>
            </a:pathLst>
          </a:custGeom>
          <a:noFill/>
          <a:ln w="2476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063-construction-to-check-arrowhead"/>
          <p:cNvSpPr/>
          <p:nvPr/>
        </p:nvSpPr>
        <p:spPr>
          <a:xfrm>
            <a:off x="10161270" y="2047875"/>
            <a:ext cx="137160" cy="152400"/>
          </a:xfrm>
          <a:custGeom>
            <a:avLst/>
            <a:gdLst/>
            <a:ahLst/>
            <a:cxnLst/>
            <a:rect l="0" t="0" r="r" b="b"/>
            <a:pathLst>
              <a:path w="14400" h="16000" fill="norm" stroke="0">
                <a:moveTo>
                  <a:pt x="7200" y="16000"/>
                </a:moveTo>
                <a:lnTo>
                  <a:pt x="0" y="0"/>
                </a:lnTo>
                <a:lnTo>
                  <a:pt x="7200" y="4160"/>
                </a:lnTo>
                <a:lnTo>
                  <a:pt x="144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064-closed-loop-background"/>
          <p:cNvSpPr/>
          <p:nvPr/>
        </p:nvSpPr>
        <p:spPr>
          <a:xfrm>
            <a:off x="7553325" y="2219325"/>
            <a:ext cx="5353050" cy="2705100"/>
          </a:xfrm>
          <a:custGeom>
            <a:avLst/>
            <a:gdLst/>
            <a:ahLst/>
            <a:cxnLst/>
            <a:rect l="0" t="0" r="r" b="b"/>
            <a:pathLst>
              <a:path w="562000" h="284000" fill="norm" stroke="0">
                <a:moveTo>
                  <a:pt x="33000" y="0"/>
                </a:moveTo>
                <a:lnTo>
                  <a:pt x="529000" y="0"/>
                </a:lnTo>
                <a:cubicBezTo>
                  <a:pt x="547225" y="0"/>
                  <a:pt x="562000" y="14775"/>
                  <a:pt x="562000" y="33000"/>
                </a:cubicBezTo>
                <a:lnTo>
                  <a:pt x="562000" y="251000"/>
                </a:lnTo>
                <a:cubicBezTo>
                  <a:pt x="562000" y="269225"/>
                  <a:pt x="547225" y="284000"/>
                  <a:pt x="529000" y="284000"/>
                </a:cubicBezTo>
                <a:lnTo>
                  <a:pt x="33000" y="284000"/>
                </a:lnTo>
                <a:cubicBezTo>
                  <a:pt x="14775" y="284000"/>
                  <a:pt x="0" y="269225"/>
                  <a:pt x="0" y="251000"/>
                </a:cubicBezTo>
                <a:lnTo>
                  <a:pt x="0" y="33000"/>
                </a:lnTo>
                <a:cubicBezTo>
                  <a:pt x="0" y="14775"/>
                  <a:pt x="14775" y="0"/>
                  <a:pt x="33000" y="0"/>
                </a:cubicBezTo>
                <a:close/>
              </a:path>
            </a:pathLst>
          </a:custGeom>
          <a:solidFill>
            <a:srgbClr val="E3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065-solvability-box"/>
          <p:cNvSpPr/>
          <p:nvPr/>
        </p:nvSpPr>
        <p:spPr>
          <a:xfrm>
            <a:off x="7715250" y="2362200"/>
            <a:ext cx="2171700" cy="1162050"/>
          </a:xfrm>
          <a:custGeom>
            <a:avLst/>
            <a:gdLst/>
            <a:ahLst/>
            <a:cxnLst/>
            <a:rect l="0" t="0" r="r" b="b"/>
            <a:pathLst>
              <a:path w="228000" h="122000" fill="norm" stroke="0">
                <a:moveTo>
                  <a:pt x="22000" y="0"/>
                </a:moveTo>
                <a:lnTo>
                  <a:pt x="206000" y="0"/>
                </a:lnTo>
                <a:cubicBezTo>
                  <a:pt x="218150" y="0"/>
                  <a:pt x="228000" y="9850"/>
                  <a:pt x="228000" y="22000"/>
                </a:cubicBezTo>
                <a:lnTo>
                  <a:pt x="228000" y="100000"/>
                </a:lnTo>
                <a:cubicBezTo>
                  <a:pt x="228000" y="112150"/>
                  <a:pt x="218150" y="122000"/>
                  <a:pt x="206000" y="122000"/>
                </a:cubicBezTo>
                <a:lnTo>
                  <a:pt x="22000" y="122000"/>
                </a:lnTo>
                <a:cubicBezTo>
                  <a:pt x="9850" y="122000"/>
                  <a:pt x="0" y="112150"/>
                  <a:pt x="0" y="100000"/>
                </a:cubicBezTo>
                <a:lnTo>
                  <a:pt x="0" y="22000"/>
                </a:lnTo>
                <a:cubicBezTo>
                  <a:pt x="0" y="9850"/>
                  <a:pt x="9850" y="0"/>
                  <a:pt x="22000" y="0"/>
                </a:cubicBezTo>
                <a:close/>
              </a:path>
            </a:pathLst>
          </a:custGeom>
          <a:solidFill>
            <a:srgbClr val="BFE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066-solvability-model-icon"/>
          <p:cNvSpPr/>
          <p:nvPr/>
        </p:nvSpPr>
        <p:spPr>
          <a:xfrm>
            <a:off x="7836406" y="2473667"/>
            <a:ext cx="507822" cy="498461"/>
          </a:xfrm>
          <a:custGeom>
            <a:avLst/>
            <a:gdLst/>
            <a:ahLst/>
            <a:cxnLst/>
            <a:rect l="0" t="0" r="r" b="b"/>
            <a:pathLst>
              <a:path w="53315" h="52332" fill="norm" stroke="0">
                <a:moveTo>
                  <a:pt x="20638" y="0"/>
                </a:moveTo>
                <a:lnTo>
                  <a:pt x="24569" y="0"/>
                </a:lnTo>
                <a:lnTo>
                  <a:pt x="24569" y="246"/>
                </a:lnTo>
                <a:lnTo>
                  <a:pt x="27026" y="491"/>
                </a:lnTo>
                <a:lnTo>
                  <a:pt x="27026" y="737"/>
                </a:lnTo>
                <a:lnTo>
                  <a:pt x="27517" y="737"/>
                </a:lnTo>
                <a:lnTo>
                  <a:pt x="27517" y="983"/>
                </a:lnTo>
                <a:lnTo>
                  <a:pt x="28009" y="983"/>
                </a:lnTo>
                <a:lnTo>
                  <a:pt x="28009" y="1228"/>
                </a:lnTo>
                <a:lnTo>
                  <a:pt x="29483" y="1720"/>
                </a:lnTo>
                <a:lnTo>
                  <a:pt x="29483" y="1966"/>
                </a:lnTo>
                <a:lnTo>
                  <a:pt x="30220" y="2211"/>
                </a:lnTo>
                <a:lnTo>
                  <a:pt x="30957" y="3194"/>
                </a:lnTo>
                <a:lnTo>
                  <a:pt x="31694" y="3194"/>
                </a:lnTo>
                <a:lnTo>
                  <a:pt x="31694" y="3440"/>
                </a:lnTo>
                <a:lnTo>
                  <a:pt x="33168" y="3440"/>
                </a:lnTo>
                <a:lnTo>
                  <a:pt x="33168" y="3194"/>
                </a:lnTo>
                <a:lnTo>
                  <a:pt x="39065" y="3194"/>
                </a:lnTo>
                <a:lnTo>
                  <a:pt x="39065" y="3440"/>
                </a:lnTo>
                <a:lnTo>
                  <a:pt x="39802" y="3440"/>
                </a:lnTo>
                <a:lnTo>
                  <a:pt x="39802" y="3685"/>
                </a:lnTo>
                <a:lnTo>
                  <a:pt x="40539" y="3685"/>
                </a:lnTo>
                <a:lnTo>
                  <a:pt x="40539" y="3931"/>
                </a:lnTo>
                <a:lnTo>
                  <a:pt x="41030" y="3931"/>
                </a:lnTo>
                <a:lnTo>
                  <a:pt x="41030" y="4177"/>
                </a:lnTo>
                <a:lnTo>
                  <a:pt x="42259" y="4422"/>
                </a:lnTo>
                <a:lnTo>
                  <a:pt x="42504" y="4914"/>
                </a:lnTo>
                <a:lnTo>
                  <a:pt x="43487" y="5159"/>
                </a:lnTo>
                <a:lnTo>
                  <a:pt x="44224" y="6142"/>
                </a:lnTo>
                <a:lnTo>
                  <a:pt x="44716" y="6142"/>
                </a:lnTo>
                <a:lnTo>
                  <a:pt x="44716" y="6388"/>
                </a:lnTo>
                <a:lnTo>
                  <a:pt x="46190" y="7616"/>
                </a:lnTo>
                <a:lnTo>
                  <a:pt x="46190" y="8108"/>
                </a:lnTo>
                <a:lnTo>
                  <a:pt x="46927" y="8599"/>
                </a:lnTo>
                <a:lnTo>
                  <a:pt x="46927" y="9091"/>
                </a:lnTo>
                <a:lnTo>
                  <a:pt x="47418" y="9336"/>
                </a:lnTo>
                <a:lnTo>
                  <a:pt x="47418" y="9828"/>
                </a:lnTo>
                <a:lnTo>
                  <a:pt x="47664" y="9828"/>
                </a:lnTo>
                <a:lnTo>
                  <a:pt x="47664" y="10319"/>
                </a:lnTo>
                <a:lnTo>
                  <a:pt x="47909" y="10319"/>
                </a:lnTo>
                <a:lnTo>
                  <a:pt x="47909" y="10810"/>
                </a:lnTo>
                <a:lnTo>
                  <a:pt x="48155" y="10810"/>
                </a:lnTo>
                <a:lnTo>
                  <a:pt x="48155" y="11302"/>
                </a:lnTo>
                <a:lnTo>
                  <a:pt x="48401" y="11302"/>
                </a:lnTo>
                <a:lnTo>
                  <a:pt x="48401" y="12530"/>
                </a:lnTo>
                <a:lnTo>
                  <a:pt x="48647" y="12530"/>
                </a:lnTo>
                <a:lnTo>
                  <a:pt x="48892" y="14496"/>
                </a:lnTo>
                <a:lnTo>
                  <a:pt x="49138" y="14496"/>
                </a:lnTo>
                <a:lnTo>
                  <a:pt x="49138" y="17690"/>
                </a:lnTo>
                <a:lnTo>
                  <a:pt x="48892" y="17690"/>
                </a:lnTo>
                <a:lnTo>
                  <a:pt x="48892" y="18672"/>
                </a:lnTo>
                <a:lnTo>
                  <a:pt x="48647" y="18672"/>
                </a:lnTo>
                <a:lnTo>
                  <a:pt x="48647" y="19164"/>
                </a:lnTo>
                <a:lnTo>
                  <a:pt x="48892" y="19164"/>
                </a:lnTo>
                <a:lnTo>
                  <a:pt x="48892" y="19655"/>
                </a:lnTo>
                <a:lnTo>
                  <a:pt x="49384" y="19901"/>
                </a:lnTo>
                <a:lnTo>
                  <a:pt x="49384" y="20392"/>
                </a:lnTo>
                <a:lnTo>
                  <a:pt x="50366" y="21129"/>
                </a:lnTo>
                <a:lnTo>
                  <a:pt x="50366" y="21621"/>
                </a:lnTo>
                <a:lnTo>
                  <a:pt x="51103" y="22112"/>
                </a:lnTo>
                <a:lnTo>
                  <a:pt x="51595" y="23586"/>
                </a:lnTo>
                <a:lnTo>
                  <a:pt x="52086" y="23832"/>
                </a:lnTo>
                <a:lnTo>
                  <a:pt x="52086" y="24569"/>
                </a:lnTo>
                <a:lnTo>
                  <a:pt x="52332" y="24569"/>
                </a:lnTo>
                <a:lnTo>
                  <a:pt x="52332" y="25306"/>
                </a:lnTo>
                <a:lnTo>
                  <a:pt x="52578" y="25306"/>
                </a:lnTo>
                <a:lnTo>
                  <a:pt x="52578" y="26289"/>
                </a:lnTo>
                <a:lnTo>
                  <a:pt x="52823" y="26289"/>
                </a:lnTo>
                <a:lnTo>
                  <a:pt x="52823" y="27026"/>
                </a:lnTo>
                <a:lnTo>
                  <a:pt x="53069" y="27026"/>
                </a:lnTo>
                <a:lnTo>
                  <a:pt x="53069" y="28746"/>
                </a:lnTo>
                <a:lnTo>
                  <a:pt x="53315" y="28746"/>
                </a:lnTo>
                <a:lnTo>
                  <a:pt x="53315" y="29728"/>
                </a:lnTo>
                <a:lnTo>
                  <a:pt x="53069" y="29728"/>
                </a:lnTo>
                <a:lnTo>
                  <a:pt x="53069" y="31694"/>
                </a:lnTo>
                <a:lnTo>
                  <a:pt x="52823" y="31694"/>
                </a:lnTo>
                <a:lnTo>
                  <a:pt x="52823" y="32431"/>
                </a:lnTo>
                <a:lnTo>
                  <a:pt x="52578" y="32431"/>
                </a:lnTo>
                <a:lnTo>
                  <a:pt x="52578" y="33168"/>
                </a:lnTo>
                <a:lnTo>
                  <a:pt x="52332" y="33168"/>
                </a:lnTo>
                <a:lnTo>
                  <a:pt x="52332" y="34151"/>
                </a:lnTo>
                <a:lnTo>
                  <a:pt x="52086" y="34151"/>
                </a:lnTo>
                <a:lnTo>
                  <a:pt x="52086" y="34642"/>
                </a:lnTo>
                <a:lnTo>
                  <a:pt x="51841" y="34642"/>
                </a:lnTo>
                <a:lnTo>
                  <a:pt x="51841" y="35134"/>
                </a:lnTo>
                <a:lnTo>
                  <a:pt x="51595" y="35134"/>
                </a:lnTo>
                <a:lnTo>
                  <a:pt x="51103" y="36608"/>
                </a:lnTo>
                <a:lnTo>
                  <a:pt x="50366" y="37099"/>
                </a:lnTo>
                <a:lnTo>
                  <a:pt x="50366" y="37591"/>
                </a:lnTo>
                <a:lnTo>
                  <a:pt x="50121" y="37591"/>
                </a:lnTo>
                <a:lnTo>
                  <a:pt x="50121" y="37836"/>
                </a:lnTo>
                <a:lnTo>
                  <a:pt x="49875" y="37836"/>
                </a:lnTo>
                <a:lnTo>
                  <a:pt x="49875" y="38082"/>
                </a:lnTo>
                <a:lnTo>
                  <a:pt x="49629" y="38082"/>
                </a:lnTo>
                <a:lnTo>
                  <a:pt x="48401" y="39556"/>
                </a:lnTo>
                <a:lnTo>
                  <a:pt x="47909" y="39556"/>
                </a:lnTo>
                <a:lnTo>
                  <a:pt x="47172" y="40539"/>
                </a:lnTo>
                <a:lnTo>
                  <a:pt x="46435" y="40539"/>
                </a:lnTo>
                <a:lnTo>
                  <a:pt x="46190" y="41030"/>
                </a:lnTo>
                <a:lnTo>
                  <a:pt x="45698" y="41030"/>
                </a:lnTo>
                <a:lnTo>
                  <a:pt x="45698" y="41276"/>
                </a:lnTo>
                <a:lnTo>
                  <a:pt x="45207" y="41276"/>
                </a:lnTo>
                <a:lnTo>
                  <a:pt x="45207" y="41522"/>
                </a:lnTo>
                <a:lnTo>
                  <a:pt x="43733" y="41767"/>
                </a:lnTo>
                <a:lnTo>
                  <a:pt x="43733" y="42259"/>
                </a:lnTo>
                <a:lnTo>
                  <a:pt x="43241" y="42504"/>
                </a:lnTo>
                <a:lnTo>
                  <a:pt x="43241" y="43241"/>
                </a:lnTo>
                <a:lnTo>
                  <a:pt x="42996" y="43241"/>
                </a:lnTo>
                <a:lnTo>
                  <a:pt x="42996" y="43733"/>
                </a:lnTo>
                <a:lnTo>
                  <a:pt x="42750" y="43733"/>
                </a:lnTo>
                <a:lnTo>
                  <a:pt x="42750" y="44470"/>
                </a:lnTo>
                <a:lnTo>
                  <a:pt x="42504" y="44470"/>
                </a:lnTo>
                <a:lnTo>
                  <a:pt x="42259" y="45698"/>
                </a:lnTo>
                <a:lnTo>
                  <a:pt x="41522" y="46190"/>
                </a:lnTo>
                <a:lnTo>
                  <a:pt x="41276" y="47172"/>
                </a:lnTo>
                <a:lnTo>
                  <a:pt x="40293" y="47909"/>
                </a:lnTo>
                <a:lnTo>
                  <a:pt x="40293" y="48401"/>
                </a:lnTo>
                <a:lnTo>
                  <a:pt x="39556" y="48647"/>
                </a:lnTo>
                <a:lnTo>
                  <a:pt x="39310" y="49384"/>
                </a:lnTo>
                <a:lnTo>
                  <a:pt x="38819" y="49384"/>
                </a:lnTo>
                <a:lnTo>
                  <a:pt x="38328" y="50121"/>
                </a:lnTo>
                <a:lnTo>
                  <a:pt x="37836" y="50121"/>
                </a:lnTo>
                <a:lnTo>
                  <a:pt x="37591" y="50612"/>
                </a:lnTo>
                <a:lnTo>
                  <a:pt x="37099" y="50612"/>
                </a:lnTo>
                <a:lnTo>
                  <a:pt x="37099" y="50858"/>
                </a:lnTo>
                <a:lnTo>
                  <a:pt x="36608" y="50858"/>
                </a:lnTo>
                <a:lnTo>
                  <a:pt x="36608" y="51103"/>
                </a:lnTo>
                <a:lnTo>
                  <a:pt x="36116" y="51103"/>
                </a:lnTo>
                <a:lnTo>
                  <a:pt x="36116" y="51349"/>
                </a:lnTo>
                <a:lnTo>
                  <a:pt x="35625" y="51349"/>
                </a:lnTo>
                <a:lnTo>
                  <a:pt x="35625" y="51595"/>
                </a:lnTo>
                <a:lnTo>
                  <a:pt x="34888" y="51595"/>
                </a:lnTo>
                <a:lnTo>
                  <a:pt x="34888" y="51841"/>
                </a:lnTo>
                <a:lnTo>
                  <a:pt x="33659" y="52086"/>
                </a:lnTo>
                <a:lnTo>
                  <a:pt x="33659" y="52332"/>
                </a:lnTo>
                <a:lnTo>
                  <a:pt x="32677" y="52332"/>
                </a:lnTo>
                <a:lnTo>
                  <a:pt x="27517" y="52332"/>
                </a:lnTo>
                <a:lnTo>
                  <a:pt x="27517" y="52086"/>
                </a:lnTo>
                <a:lnTo>
                  <a:pt x="26534" y="52086"/>
                </a:lnTo>
                <a:lnTo>
                  <a:pt x="26534" y="51841"/>
                </a:lnTo>
                <a:lnTo>
                  <a:pt x="26043" y="51841"/>
                </a:lnTo>
                <a:lnTo>
                  <a:pt x="26043" y="51595"/>
                </a:lnTo>
                <a:lnTo>
                  <a:pt x="25552" y="51595"/>
                </a:lnTo>
                <a:lnTo>
                  <a:pt x="25552" y="51349"/>
                </a:lnTo>
                <a:lnTo>
                  <a:pt x="24815" y="51349"/>
                </a:lnTo>
                <a:lnTo>
                  <a:pt x="24815" y="51103"/>
                </a:lnTo>
                <a:lnTo>
                  <a:pt x="24323" y="51103"/>
                </a:lnTo>
                <a:lnTo>
                  <a:pt x="24078" y="50612"/>
                </a:lnTo>
                <a:lnTo>
                  <a:pt x="23095" y="50366"/>
                </a:lnTo>
                <a:lnTo>
                  <a:pt x="23095" y="50121"/>
                </a:lnTo>
                <a:lnTo>
                  <a:pt x="22849" y="50121"/>
                </a:lnTo>
                <a:lnTo>
                  <a:pt x="22358" y="49384"/>
                </a:lnTo>
                <a:lnTo>
                  <a:pt x="21866" y="49384"/>
                </a:lnTo>
                <a:lnTo>
                  <a:pt x="21621" y="48892"/>
                </a:lnTo>
                <a:lnTo>
                  <a:pt x="19409" y="49138"/>
                </a:lnTo>
                <a:lnTo>
                  <a:pt x="19409" y="49384"/>
                </a:lnTo>
                <a:lnTo>
                  <a:pt x="14987" y="49384"/>
                </a:lnTo>
                <a:lnTo>
                  <a:pt x="14987" y="49138"/>
                </a:lnTo>
                <a:lnTo>
                  <a:pt x="13759" y="49138"/>
                </a:lnTo>
                <a:lnTo>
                  <a:pt x="13759" y="48892"/>
                </a:lnTo>
                <a:lnTo>
                  <a:pt x="13267" y="48892"/>
                </a:lnTo>
                <a:lnTo>
                  <a:pt x="13267" y="48647"/>
                </a:lnTo>
                <a:lnTo>
                  <a:pt x="12530" y="48647"/>
                </a:lnTo>
                <a:lnTo>
                  <a:pt x="12530" y="48401"/>
                </a:lnTo>
                <a:lnTo>
                  <a:pt x="11793" y="48401"/>
                </a:lnTo>
                <a:lnTo>
                  <a:pt x="11793" y="48155"/>
                </a:lnTo>
                <a:lnTo>
                  <a:pt x="10810" y="47909"/>
                </a:lnTo>
                <a:lnTo>
                  <a:pt x="10565" y="47418"/>
                </a:lnTo>
                <a:lnTo>
                  <a:pt x="10073" y="47418"/>
                </a:lnTo>
                <a:lnTo>
                  <a:pt x="10073" y="47172"/>
                </a:lnTo>
                <a:lnTo>
                  <a:pt x="9582" y="47172"/>
                </a:lnTo>
                <a:lnTo>
                  <a:pt x="9091" y="46435"/>
                </a:lnTo>
                <a:lnTo>
                  <a:pt x="8599" y="46435"/>
                </a:lnTo>
                <a:lnTo>
                  <a:pt x="8599" y="46190"/>
                </a:lnTo>
                <a:lnTo>
                  <a:pt x="8353" y="46190"/>
                </a:lnTo>
                <a:lnTo>
                  <a:pt x="8353" y="45944"/>
                </a:lnTo>
                <a:lnTo>
                  <a:pt x="6879" y="44716"/>
                </a:lnTo>
                <a:lnTo>
                  <a:pt x="6879" y="44224"/>
                </a:lnTo>
                <a:lnTo>
                  <a:pt x="6142" y="43733"/>
                </a:lnTo>
                <a:lnTo>
                  <a:pt x="6142" y="43241"/>
                </a:lnTo>
                <a:lnTo>
                  <a:pt x="5897" y="43241"/>
                </a:lnTo>
                <a:lnTo>
                  <a:pt x="5897" y="42750"/>
                </a:lnTo>
                <a:lnTo>
                  <a:pt x="5405" y="42504"/>
                </a:lnTo>
                <a:lnTo>
                  <a:pt x="5159" y="41276"/>
                </a:lnTo>
                <a:lnTo>
                  <a:pt x="4914" y="41276"/>
                </a:lnTo>
                <a:lnTo>
                  <a:pt x="4914" y="40784"/>
                </a:lnTo>
                <a:lnTo>
                  <a:pt x="4668" y="40784"/>
                </a:lnTo>
                <a:lnTo>
                  <a:pt x="4668" y="40293"/>
                </a:lnTo>
                <a:lnTo>
                  <a:pt x="4422" y="40293"/>
                </a:lnTo>
                <a:lnTo>
                  <a:pt x="4422" y="39065"/>
                </a:lnTo>
                <a:lnTo>
                  <a:pt x="4177" y="39065"/>
                </a:lnTo>
                <a:lnTo>
                  <a:pt x="4177" y="33659"/>
                </a:lnTo>
                <a:lnTo>
                  <a:pt x="4422" y="33659"/>
                </a:lnTo>
                <a:lnTo>
                  <a:pt x="4422" y="33168"/>
                </a:lnTo>
                <a:lnTo>
                  <a:pt x="4177" y="33168"/>
                </a:lnTo>
                <a:lnTo>
                  <a:pt x="4177" y="32677"/>
                </a:lnTo>
                <a:lnTo>
                  <a:pt x="3194" y="31940"/>
                </a:lnTo>
                <a:lnTo>
                  <a:pt x="3194" y="31448"/>
                </a:lnTo>
                <a:lnTo>
                  <a:pt x="2457" y="30957"/>
                </a:lnTo>
                <a:lnTo>
                  <a:pt x="2457" y="30466"/>
                </a:lnTo>
                <a:lnTo>
                  <a:pt x="1966" y="30220"/>
                </a:lnTo>
                <a:lnTo>
                  <a:pt x="1966" y="29728"/>
                </a:lnTo>
                <a:lnTo>
                  <a:pt x="1474" y="29483"/>
                </a:lnTo>
                <a:lnTo>
                  <a:pt x="1228" y="28254"/>
                </a:lnTo>
                <a:lnTo>
                  <a:pt x="983" y="28254"/>
                </a:lnTo>
                <a:lnTo>
                  <a:pt x="983" y="27763"/>
                </a:lnTo>
                <a:lnTo>
                  <a:pt x="737" y="27763"/>
                </a:lnTo>
                <a:lnTo>
                  <a:pt x="737" y="27272"/>
                </a:lnTo>
                <a:lnTo>
                  <a:pt x="491" y="27272"/>
                </a:lnTo>
                <a:lnTo>
                  <a:pt x="491" y="26289"/>
                </a:lnTo>
                <a:lnTo>
                  <a:pt x="246" y="26289"/>
                </a:lnTo>
                <a:lnTo>
                  <a:pt x="246" y="24323"/>
                </a:lnTo>
                <a:lnTo>
                  <a:pt x="0" y="24323"/>
                </a:lnTo>
                <a:lnTo>
                  <a:pt x="246" y="19901"/>
                </a:lnTo>
                <a:lnTo>
                  <a:pt x="491" y="19901"/>
                </a:lnTo>
                <a:lnTo>
                  <a:pt x="491" y="18918"/>
                </a:lnTo>
                <a:lnTo>
                  <a:pt x="737" y="18918"/>
                </a:lnTo>
                <a:lnTo>
                  <a:pt x="737" y="18427"/>
                </a:lnTo>
                <a:lnTo>
                  <a:pt x="983" y="18427"/>
                </a:lnTo>
                <a:lnTo>
                  <a:pt x="983" y="17935"/>
                </a:lnTo>
                <a:lnTo>
                  <a:pt x="1228" y="17935"/>
                </a:lnTo>
                <a:lnTo>
                  <a:pt x="1474" y="16707"/>
                </a:lnTo>
                <a:lnTo>
                  <a:pt x="1966" y="16461"/>
                </a:lnTo>
                <a:lnTo>
                  <a:pt x="1966" y="15970"/>
                </a:lnTo>
                <a:lnTo>
                  <a:pt x="2457" y="15724"/>
                </a:lnTo>
                <a:lnTo>
                  <a:pt x="2457" y="15233"/>
                </a:lnTo>
                <a:lnTo>
                  <a:pt x="3194" y="14741"/>
                </a:lnTo>
                <a:lnTo>
                  <a:pt x="3194" y="14250"/>
                </a:lnTo>
                <a:lnTo>
                  <a:pt x="3931" y="14004"/>
                </a:lnTo>
                <a:lnTo>
                  <a:pt x="4422" y="13022"/>
                </a:lnTo>
                <a:lnTo>
                  <a:pt x="4914" y="13022"/>
                </a:lnTo>
                <a:lnTo>
                  <a:pt x="5405" y="12284"/>
                </a:lnTo>
                <a:lnTo>
                  <a:pt x="5897" y="12284"/>
                </a:lnTo>
                <a:lnTo>
                  <a:pt x="5897" y="12039"/>
                </a:lnTo>
                <a:lnTo>
                  <a:pt x="6634" y="11793"/>
                </a:lnTo>
                <a:lnTo>
                  <a:pt x="6879" y="11302"/>
                </a:lnTo>
                <a:lnTo>
                  <a:pt x="7371" y="11302"/>
                </a:lnTo>
                <a:lnTo>
                  <a:pt x="7371" y="11056"/>
                </a:lnTo>
                <a:lnTo>
                  <a:pt x="8353" y="11056"/>
                </a:lnTo>
                <a:lnTo>
                  <a:pt x="8353" y="10810"/>
                </a:lnTo>
                <a:lnTo>
                  <a:pt x="8845" y="10810"/>
                </a:lnTo>
                <a:lnTo>
                  <a:pt x="9336" y="10073"/>
                </a:lnTo>
                <a:lnTo>
                  <a:pt x="9828" y="10073"/>
                </a:lnTo>
                <a:lnTo>
                  <a:pt x="9828" y="9582"/>
                </a:lnTo>
                <a:lnTo>
                  <a:pt x="10073" y="9582"/>
                </a:lnTo>
                <a:lnTo>
                  <a:pt x="10073" y="8599"/>
                </a:lnTo>
                <a:lnTo>
                  <a:pt x="10319" y="8599"/>
                </a:lnTo>
                <a:lnTo>
                  <a:pt x="10565" y="7371"/>
                </a:lnTo>
                <a:lnTo>
                  <a:pt x="11056" y="7125"/>
                </a:lnTo>
                <a:lnTo>
                  <a:pt x="11056" y="6388"/>
                </a:lnTo>
                <a:lnTo>
                  <a:pt x="11547" y="6142"/>
                </a:lnTo>
                <a:lnTo>
                  <a:pt x="11547" y="5651"/>
                </a:lnTo>
                <a:lnTo>
                  <a:pt x="12039" y="5405"/>
                </a:lnTo>
                <a:lnTo>
                  <a:pt x="12039" y="4914"/>
                </a:lnTo>
                <a:lnTo>
                  <a:pt x="12284" y="4914"/>
                </a:lnTo>
                <a:lnTo>
                  <a:pt x="12284" y="4668"/>
                </a:lnTo>
                <a:lnTo>
                  <a:pt x="12530" y="4668"/>
                </a:lnTo>
                <a:lnTo>
                  <a:pt x="12530" y="4422"/>
                </a:lnTo>
                <a:lnTo>
                  <a:pt x="12776" y="4422"/>
                </a:lnTo>
                <a:lnTo>
                  <a:pt x="12776" y="4177"/>
                </a:lnTo>
                <a:lnTo>
                  <a:pt x="13022" y="4177"/>
                </a:lnTo>
                <a:lnTo>
                  <a:pt x="13022" y="3931"/>
                </a:lnTo>
                <a:lnTo>
                  <a:pt x="13267" y="3931"/>
                </a:lnTo>
                <a:lnTo>
                  <a:pt x="14496" y="2457"/>
                </a:lnTo>
                <a:lnTo>
                  <a:pt x="15478" y="2211"/>
                </a:lnTo>
                <a:lnTo>
                  <a:pt x="15970" y="1474"/>
                </a:lnTo>
                <a:lnTo>
                  <a:pt x="17198" y="1228"/>
                </a:lnTo>
                <a:lnTo>
                  <a:pt x="17198" y="983"/>
                </a:lnTo>
                <a:lnTo>
                  <a:pt x="17690" y="983"/>
                </a:lnTo>
                <a:lnTo>
                  <a:pt x="17690" y="737"/>
                </a:lnTo>
                <a:lnTo>
                  <a:pt x="18181" y="737"/>
                </a:lnTo>
                <a:lnTo>
                  <a:pt x="18181" y="491"/>
                </a:lnTo>
                <a:lnTo>
                  <a:pt x="18918" y="491"/>
                </a:lnTo>
                <a:lnTo>
                  <a:pt x="18918" y="246"/>
                </a:lnTo>
                <a:lnTo>
                  <a:pt x="20638" y="246"/>
                </a:lnTo>
                <a:lnTo>
                  <a:pt x="20638" y="0"/>
                </a:lnTo>
                <a:close/>
                <a:moveTo>
                  <a:pt x="22112" y="2948"/>
                </a:moveTo>
                <a:lnTo>
                  <a:pt x="21866" y="2948"/>
                </a:lnTo>
                <a:lnTo>
                  <a:pt x="21866" y="3194"/>
                </a:lnTo>
                <a:lnTo>
                  <a:pt x="19409" y="3194"/>
                </a:lnTo>
                <a:lnTo>
                  <a:pt x="19409" y="3440"/>
                </a:lnTo>
                <a:lnTo>
                  <a:pt x="18918" y="3440"/>
                </a:lnTo>
                <a:lnTo>
                  <a:pt x="18918" y="3685"/>
                </a:lnTo>
                <a:lnTo>
                  <a:pt x="18427" y="3685"/>
                </a:lnTo>
                <a:lnTo>
                  <a:pt x="18427" y="3931"/>
                </a:lnTo>
                <a:lnTo>
                  <a:pt x="17935" y="3931"/>
                </a:lnTo>
                <a:lnTo>
                  <a:pt x="17935" y="4177"/>
                </a:lnTo>
                <a:lnTo>
                  <a:pt x="16707" y="4422"/>
                </a:lnTo>
                <a:lnTo>
                  <a:pt x="15970" y="5405"/>
                </a:lnTo>
                <a:lnTo>
                  <a:pt x="15478" y="5405"/>
                </a:lnTo>
                <a:lnTo>
                  <a:pt x="15478" y="5651"/>
                </a:lnTo>
                <a:lnTo>
                  <a:pt x="14741" y="6142"/>
                </a:lnTo>
                <a:lnTo>
                  <a:pt x="14741" y="6634"/>
                </a:lnTo>
                <a:lnTo>
                  <a:pt x="14004" y="7125"/>
                </a:lnTo>
                <a:lnTo>
                  <a:pt x="13759" y="8108"/>
                </a:lnTo>
                <a:lnTo>
                  <a:pt x="13267" y="8353"/>
                </a:lnTo>
                <a:lnTo>
                  <a:pt x="13022" y="9582"/>
                </a:lnTo>
                <a:lnTo>
                  <a:pt x="12776" y="9582"/>
                </a:lnTo>
                <a:lnTo>
                  <a:pt x="12776" y="10565"/>
                </a:lnTo>
                <a:lnTo>
                  <a:pt x="12530" y="10565"/>
                </a:lnTo>
                <a:lnTo>
                  <a:pt x="12530" y="11302"/>
                </a:lnTo>
                <a:lnTo>
                  <a:pt x="12284" y="11302"/>
                </a:lnTo>
                <a:lnTo>
                  <a:pt x="12284" y="24815"/>
                </a:lnTo>
                <a:lnTo>
                  <a:pt x="12776" y="25060"/>
                </a:lnTo>
                <a:lnTo>
                  <a:pt x="12776" y="25552"/>
                </a:lnTo>
                <a:lnTo>
                  <a:pt x="13267" y="25552"/>
                </a:lnTo>
                <a:lnTo>
                  <a:pt x="13513" y="26043"/>
                </a:lnTo>
                <a:lnTo>
                  <a:pt x="14004" y="26043"/>
                </a:lnTo>
                <a:lnTo>
                  <a:pt x="14004" y="26289"/>
                </a:lnTo>
                <a:lnTo>
                  <a:pt x="14496" y="26289"/>
                </a:lnTo>
                <a:lnTo>
                  <a:pt x="14741" y="26780"/>
                </a:lnTo>
                <a:lnTo>
                  <a:pt x="15724" y="27026"/>
                </a:lnTo>
                <a:lnTo>
                  <a:pt x="15970" y="27517"/>
                </a:lnTo>
                <a:lnTo>
                  <a:pt x="16953" y="27517"/>
                </a:lnTo>
                <a:lnTo>
                  <a:pt x="16953" y="27272"/>
                </a:lnTo>
                <a:lnTo>
                  <a:pt x="17198" y="27272"/>
                </a:lnTo>
                <a:lnTo>
                  <a:pt x="17198" y="26534"/>
                </a:lnTo>
                <a:lnTo>
                  <a:pt x="17198" y="12284"/>
                </a:lnTo>
                <a:lnTo>
                  <a:pt x="17444" y="12284"/>
                </a:lnTo>
                <a:lnTo>
                  <a:pt x="17444" y="11793"/>
                </a:lnTo>
                <a:lnTo>
                  <a:pt x="17690" y="11793"/>
                </a:lnTo>
                <a:lnTo>
                  <a:pt x="18181" y="11056"/>
                </a:lnTo>
                <a:lnTo>
                  <a:pt x="18672" y="11056"/>
                </a:lnTo>
                <a:lnTo>
                  <a:pt x="19164" y="10319"/>
                </a:lnTo>
                <a:lnTo>
                  <a:pt x="20392" y="10073"/>
                </a:lnTo>
                <a:lnTo>
                  <a:pt x="20884" y="9336"/>
                </a:lnTo>
                <a:lnTo>
                  <a:pt x="22358" y="8845"/>
                </a:lnTo>
                <a:lnTo>
                  <a:pt x="22603" y="8353"/>
                </a:lnTo>
                <a:lnTo>
                  <a:pt x="24078" y="7862"/>
                </a:lnTo>
                <a:lnTo>
                  <a:pt x="24323" y="7371"/>
                </a:lnTo>
                <a:lnTo>
                  <a:pt x="25797" y="6879"/>
                </a:lnTo>
                <a:lnTo>
                  <a:pt x="26043" y="6388"/>
                </a:lnTo>
                <a:lnTo>
                  <a:pt x="26534" y="6388"/>
                </a:lnTo>
                <a:lnTo>
                  <a:pt x="26534" y="6142"/>
                </a:lnTo>
                <a:lnTo>
                  <a:pt x="27026" y="6142"/>
                </a:lnTo>
                <a:lnTo>
                  <a:pt x="27026" y="5897"/>
                </a:lnTo>
                <a:lnTo>
                  <a:pt x="27517" y="5897"/>
                </a:lnTo>
                <a:lnTo>
                  <a:pt x="27517" y="5651"/>
                </a:lnTo>
                <a:lnTo>
                  <a:pt x="28009" y="5405"/>
                </a:lnTo>
                <a:lnTo>
                  <a:pt x="28009" y="4422"/>
                </a:lnTo>
                <a:lnTo>
                  <a:pt x="27763" y="4422"/>
                </a:lnTo>
                <a:lnTo>
                  <a:pt x="27763" y="4177"/>
                </a:lnTo>
                <a:lnTo>
                  <a:pt x="27026" y="4177"/>
                </a:lnTo>
                <a:lnTo>
                  <a:pt x="27026" y="3931"/>
                </a:lnTo>
                <a:lnTo>
                  <a:pt x="26534" y="3931"/>
                </a:lnTo>
                <a:lnTo>
                  <a:pt x="26534" y="3685"/>
                </a:lnTo>
                <a:lnTo>
                  <a:pt x="26043" y="3685"/>
                </a:lnTo>
                <a:lnTo>
                  <a:pt x="26043" y="3440"/>
                </a:lnTo>
                <a:lnTo>
                  <a:pt x="25552" y="3440"/>
                </a:lnTo>
                <a:lnTo>
                  <a:pt x="25552" y="3194"/>
                </a:lnTo>
                <a:lnTo>
                  <a:pt x="22112" y="2948"/>
                </a:lnTo>
                <a:close/>
                <a:moveTo>
                  <a:pt x="33414" y="6142"/>
                </a:moveTo>
                <a:lnTo>
                  <a:pt x="33168" y="6142"/>
                </a:lnTo>
                <a:lnTo>
                  <a:pt x="33168" y="6388"/>
                </a:lnTo>
                <a:lnTo>
                  <a:pt x="32431" y="6388"/>
                </a:lnTo>
                <a:lnTo>
                  <a:pt x="32431" y="6634"/>
                </a:lnTo>
                <a:lnTo>
                  <a:pt x="31940" y="6634"/>
                </a:lnTo>
                <a:lnTo>
                  <a:pt x="31940" y="6879"/>
                </a:lnTo>
                <a:lnTo>
                  <a:pt x="31448" y="6879"/>
                </a:lnTo>
                <a:lnTo>
                  <a:pt x="31448" y="7125"/>
                </a:lnTo>
                <a:lnTo>
                  <a:pt x="30711" y="7125"/>
                </a:lnTo>
                <a:lnTo>
                  <a:pt x="30711" y="7371"/>
                </a:lnTo>
                <a:lnTo>
                  <a:pt x="29974" y="7616"/>
                </a:lnTo>
                <a:lnTo>
                  <a:pt x="29728" y="8108"/>
                </a:lnTo>
                <a:lnTo>
                  <a:pt x="28991" y="8108"/>
                </a:lnTo>
                <a:lnTo>
                  <a:pt x="28500" y="8845"/>
                </a:lnTo>
                <a:lnTo>
                  <a:pt x="27272" y="9091"/>
                </a:lnTo>
                <a:lnTo>
                  <a:pt x="27272" y="9336"/>
                </a:lnTo>
                <a:lnTo>
                  <a:pt x="26534" y="9582"/>
                </a:lnTo>
                <a:lnTo>
                  <a:pt x="26289" y="10073"/>
                </a:lnTo>
                <a:lnTo>
                  <a:pt x="25552" y="10073"/>
                </a:lnTo>
                <a:lnTo>
                  <a:pt x="25552" y="10319"/>
                </a:lnTo>
                <a:lnTo>
                  <a:pt x="24815" y="10565"/>
                </a:lnTo>
                <a:lnTo>
                  <a:pt x="24569" y="11056"/>
                </a:lnTo>
                <a:lnTo>
                  <a:pt x="24078" y="11056"/>
                </a:lnTo>
                <a:lnTo>
                  <a:pt x="24078" y="11302"/>
                </a:lnTo>
                <a:lnTo>
                  <a:pt x="23586" y="11302"/>
                </a:lnTo>
                <a:lnTo>
                  <a:pt x="23341" y="11793"/>
                </a:lnTo>
                <a:lnTo>
                  <a:pt x="21866" y="12284"/>
                </a:lnTo>
                <a:lnTo>
                  <a:pt x="21621" y="12776"/>
                </a:lnTo>
                <a:lnTo>
                  <a:pt x="21129" y="12776"/>
                </a:lnTo>
                <a:lnTo>
                  <a:pt x="21129" y="13022"/>
                </a:lnTo>
                <a:lnTo>
                  <a:pt x="20392" y="13513"/>
                </a:lnTo>
                <a:lnTo>
                  <a:pt x="20392" y="14250"/>
                </a:lnTo>
                <a:lnTo>
                  <a:pt x="20147" y="14250"/>
                </a:lnTo>
                <a:lnTo>
                  <a:pt x="20147" y="18427"/>
                </a:lnTo>
                <a:lnTo>
                  <a:pt x="20392" y="18427"/>
                </a:lnTo>
                <a:lnTo>
                  <a:pt x="20392" y="18672"/>
                </a:lnTo>
                <a:lnTo>
                  <a:pt x="21375" y="18672"/>
                </a:lnTo>
                <a:lnTo>
                  <a:pt x="21621" y="18181"/>
                </a:lnTo>
                <a:lnTo>
                  <a:pt x="22112" y="18181"/>
                </a:lnTo>
                <a:lnTo>
                  <a:pt x="22112" y="17935"/>
                </a:lnTo>
                <a:lnTo>
                  <a:pt x="23095" y="17690"/>
                </a:lnTo>
                <a:lnTo>
                  <a:pt x="23341" y="17198"/>
                </a:lnTo>
                <a:lnTo>
                  <a:pt x="24815" y="16707"/>
                </a:lnTo>
                <a:lnTo>
                  <a:pt x="25060" y="16216"/>
                </a:lnTo>
                <a:lnTo>
                  <a:pt x="26043" y="15970"/>
                </a:lnTo>
                <a:lnTo>
                  <a:pt x="26043" y="15724"/>
                </a:lnTo>
                <a:lnTo>
                  <a:pt x="26780" y="15478"/>
                </a:lnTo>
                <a:lnTo>
                  <a:pt x="27026" y="14987"/>
                </a:lnTo>
                <a:lnTo>
                  <a:pt x="27763" y="14987"/>
                </a:lnTo>
                <a:lnTo>
                  <a:pt x="28254" y="14250"/>
                </a:lnTo>
                <a:lnTo>
                  <a:pt x="29483" y="14004"/>
                </a:lnTo>
                <a:lnTo>
                  <a:pt x="29974" y="13267"/>
                </a:lnTo>
                <a:lnTo>
                  <a:pt x="31448" y="12776"/>
                </a:lnTo>
                <a:lnTo>
                  <a:pt x="31448" y="12530"/>
                </a:lnTo>
                <a:lnTo>
                  <a:pt x="32185" y="12284"/>
                </a:lnTo>
                <a:lnTo>
                  <a:pt x="32185" y="12039"/>
                </a:lnTo>
                <a:lnTo>
                  <a:pt x="33168" y="11793"/>
                </a:lnTo>
                <a:lnTo>
                  <a:pt x="33168" y="11547"/>
                </a:lnTo>
                <a:lnTo>
                  <a:pt x="33905" y="11302"/>
                </a:lnTo>
                <a:lnTo>
                  <a:pt x="33905" y="11056"/>
                </a:lnTo>
                <a:lnTo>
                  <a:pt x="35134" y="11056"/>
                </a:lnTo>
                <a:lnTo>
                  <a:pt x="35134" y="11302"/>
                </a:lnTo>
                <a:lnTo>
                  <a:pt x="35625" y="11302"/>
                </a:lnTo>
                <a:lnTo>
                  <a:pt x="35871" y="11793"/>
                </a:lnTo>
                <a:lnTo>
                  <a:pt x="36362" y="11793"/>
                </a:lnTo>
                <a:lnTo>
                  <a:pt x="36362" y="12039"/>
                </a:lnTo>
                <a:lnTo>
                  <a:pt x="37345" y="12284"/>
                </a:lnTo>
                <a:lnTo>
                  <a:pt x="37591" y="12776"/>
                </a:lnTo>
                <a:lnTo>
                  <a:pt x="39065" y="13267"/>
                </a:lnTo>
                <a:lnTo>
                  <a:pt x="39310" y="13759"/>
                </a:lnTo>
                <a:lnTo>
                  <a:pt x="40293" y="14004"/>
                </a:lnTo>
                <a:lnTo>
                  <a:pt x="40293" y="14250"/>
                </a:lnTo>
                <a:lnTo>
                  <a:pt x="41030" y="14496"/>
                </a:lnTo>
                <a:lnTo>
                  <a:pt x="41276" y="14987"/>
                </a:lnTo>
                <a:lnTo>
                  <a:pt x="42013" y="14987"/>
                </a:lnTo>
                <a:lnTo>
                  <a:pt x="42013" y="15233"/>
                </a:lnTo>
                <a:lnTo>
                  <a:pt x="42750" y="15478"/>
                </a:lnTo>
                <a:lnTo>
                  <a:pt x="42996" y="15970"/>
                </a:lnTo>
                <a:lnTo>
                  <a:pt x="43733" y="15970"/>
                </a:lnTo>
                <a:lnTo>
                  <a:pt x="43733" y="16216"/>
                </a:lnTo>
                <a:lnTo>
                  <a:pt x="43978" y="16216"/>
                </a:lnTo>
                <a:lnTo>
                  <a:pt x="44224" y="16707"/>
                </a:lnTo>
                <a:lnTo>
                  <a:pt x="44716" y="16707"/>
                </a:lnTo>
                <a:lnTo>
                  <a:pt x="44716" y="16953"/>
                </a:lnTo>
                <a:lnTo>
                  <a:pt x="45944" y="16953"/>
                </a:lnTo>
                <a:lnTo>
                  <a:pt x="45944" y="16461"/>
                </a:lnTo>
                <a:lnTo>
                  <a:pt x="46190" y="16461"/>
                </a:lnTo>
                <a:lnTo>
                  <a:pt x="46190" y="15478"/>
                </a:lnTo>
                <a:lnTo>
                  <a:pt x="45944" y="15478"/>
                </a:lnTo>
                <a:lnTo>
                  <a:pt x="45944" y="14496"/>
                </a:lnTo>
                <a:lnTo>
                  <a:pt x="45698" y="14496"/>
                </a:lnTo>
                <a:lnTo>
                  <a:pt x="45453" y="12284"/>
                </a:lnTo>
                <a:lnTo>
                  <a:pt x="45207" y="12284"/>
                </a:lnTo>
                <a:lnTo>
                  <a:pt x="45207" y="11793"/>
                </a:lnTo>
                <a:lnTo>
                  <a:pt x="44716" y="11547"/>
                </a:lnTo>
                <a:lnTo>
                  <a:pt x="44224" y="10073"/>
                </a:lnTo>
                <a:lnTo>
                  <a:pt x="43978" y="10073"/>
                </a:lnTo>
                <a:lnTo>
                  <a:pt x="43978" y="9828"/>
                </a:lnTo>
                <a:lnTo>
                  <a:pt x="43733" y="9828"/>
                </a:lnTo>
                <a:lnTo>
                  <a:pt x="43733" y="9582"/>
                </a:lnTo>
                <a:lnTo>
                  <a:pt x="43487" y="9582"/>
                </a:lnTo>
                <a:lnTo>
                  <a:pt x="42259" y="8108"/>
                </a:lnTo>
                <a:lnTo>
                  <a:pt x="41767" y="8108"/>
                </a:lnTo>
                <a:lnTo>
                  <a:pt x="41276" y="7371"/>
                </a:lnTo>
                <a:lnTo>
                  <a:pt x="40047" y="7125"/>
                </a:lnTo>
                <a:lnTo>
                  <a:pt x="40047" y="6879"/>
                </a:lnTo>
                <a:lnTo>
                  <a:pt x="39556" y="6879"/>
                </a:lnTo>
                <a:lnTo>
                  <a:pt x="39556" y="6634"/>
                </a:lnTo>
                <a:lnTo>
                  <a:pt x="39065" y="6634"/>
                </a:lnTo>
                <a:lnTo>
                  <a:pt x="39065" y="6388"/>
                </a:lnTo>
                <a:lnTo>
                  <a:pt x="38328" y="6388"/>
                </a:lnTo>
                <a:lnTo>
                  <a:pt x="38328" y="6142"/>
                </a:lnTo>
                <a:lnTo>
                  <a:pt x="33414" y="6142"/>
                </a:lnTo>
                <a:close/>
                <a:moveTo>
                  <a:pt x="8845" y="14004"/>
                </a:moveTo>
                <a:lnTo>
                  <a:pt x="8108" y="14250"/>
                </a:lnTo>
                <a:lnTo>
                  <a:pt x="8108" y="14496"/>
                </a:lnTo>
                <a:lnTo>
                  <a:pt x="7616" y="14496"/>
                </a:lnTo>
                <a:lnTo>
                  <a:pt x="7371" y="14987"/>
                </a:lnTo>
                <a:lnTo>
                  <a:pt x="6879" y="14987"/>
                </a:lnTo>
                <a:lnTo>
                  <a:pt x="6879" y="15233"/>
                </a:lnTo>
                <a:lnTo>
                  <a:pt x="6634" y="15233"/>
                </a:lnTo>
                <a:lnTo>
                  <a:pt x="6634" y="15478"/>
                </a:lnTo>
                <a:lnTo>
                  <a:pt x="5159" y="16707"/>
                </a:lnTo>
                <a:lnTo>
                  <a:pt x="5159" y="17198"/>
                </a:lnTo>
                <a:lnTo>
                  <a:pt x="4668" y="17444"/>
                </a:lnTo>
                <a:lnTo>
                  <a:pt x="4668" y="17935"/>
                </a:lnTo>
                <a:lnTo>
                  <a:pt x="4177" y="18181"/>
                </a:lnTo>
                <a:lnTo>
                  <a:pt x="4177" y="18672"/>
                </a:lnTo>
                <a:lnTo>
                  <a:pt x="3931" y="18672"/>
                </a:lnTo>
                <a:lnTo>
                  <a:pt x="3931" y="19164"/>
                </a:lnTo>
                <a:lnTo>
                  <a:pt x="3685" y="19164"/>
                </a:lnTo>
                <a:lnTo>
                  <a:pt x="3685" y="19655"/>
                </a:lnTo>
                <a:lnTo>
                  <a:pt x="3440" y="19655"/>
                </a:lnTo>
                <a:lnTo>
                  <a:pt x="3440" y="20638"/>
                </a:lnTo>
                <a:lnTo>
                  <a:pt x="3194" y="20638"/>
                </a:lnTo>
                <a:lnTo>
                  <a:pt x="3194" y="25552"/>
                </a:lnTo>
                <a:lnTo>
                  <a:pt x="3440" y="25552"/>
                </a:lnTo>
                <a:lnTo>
                  <a:pt x="3440" y="26534"/>
                </a:lnTo>
                <a:lnTo>
                  <a:pt x="3931" y="26780"/>
                </a:lnTo>
                <a:lnTo>
                  <a:pt x="4177" y="28009"/>
                </a:lnTo>
                <a:lnTo>
                  <a:pt x="4422" y="28009"/>
                </a:lnTo>
                <a:lnTo>
                  <a:pt x="4422" y="28500"/>
                </a:lnTo>
                <a:lnTo>
                  <a:pt x="5159" y="28991"/>
                </a:lnTo>
                <a:lnTo>
                  <a:pt x="5159" y="29483"/>
                </a:lnTo>
                <a:lnTo>
                  <a:pt x="5405" y="29483"/>
                </a:lnTo>
                <a:lnTo>
                  <a:pt x="5405" y="29728"/>
                </a:lnTo>
                <a:lnTo>
                  <a:pt x="5651" y="29728"/>
                </a:lnTo>
                <a:lnTo>
                  <a:pt x="5651" y="29974"/>
                </a:lnTo>
                <a:lnTo>
                  <a:pt x="5897" y="29974"/>
                </a:lnTo>
                <a:lnTo>
                  <a:pt x="5897" y="30220"/>
                </a:lnTo>
                <a:lnTo>
                  <a:pt x="6142" y="30220"/>
                </a:lnTo>
                <a:lnTo>
                  <a:pt x="7371" y="31694"/>
                </a:lnTo>
                <a:lnTo>
                  <a:pt x="7862" y="31694"/>
                </a:lnTo>
                <a:lnTo>
                  <a:pt x="7862" y="31940"/>
                </a:lnTo>
                <a:lnTo>
                  <a:pt x="8353" y="31940"/>
                </a:lnTo>
                <a:lnTo>
                  <a:pt x="8599" y="32431"/>
                </a:lnTo>
                <a:lnTo>
                  <a:pt x="10073" y="32922"/>
                </a:lnTo>
                <a:lnTo>
                  <a:pt x="10565" y="33659"/>
                </a:lnTo>
                <a:lnTo>
                  <a:pt x="11793" y="33905"/>
                </a:lnTo>
                <a:lnTo>
                  <a:pt x="12284" y="34642"/>
                </a:lnTo>
                <a:lnTo>
                  <a:pt x="13513" y="34888"/>
                </a:lnTo>
                <a:lnTo>
                  <a:pt x="13759" y="35379"/>
                </a:lnTo>
                <a:lnTo>
                  <a:pt x="14741" y="35625"/>
                </a:lnTo>
                <a:lnTo>
                  <a:pt x="14987" y="36116"/>
                </a:lnTo>
                <a:lnTo>
                  <a:pt x="15478" y="36116"/>
                </a:lnTo>
                <a:lnTo>
                  <a:pt x="15478" y="36362"/>
                </a:lnTo>
                <a:lnTo>
                  <a:pt x="16953" y="36853"/>
                </a:lnTo>
                <a:lnTo>
                  <a:pt x="17444" y="37591"/>
                </a:lnTo>
                <a:lnTo>
                  <a:pt x="18181" y="37591"/>
                </a:lnTo>
                <a:lnTo>
                  <a:pt x="18181" y="37836"/>
                </a:lnTo>
                <a:lnTo>
                  <a:pt x="19655" y="37591"/>
                </a:lnTo>
                <a:lnTo>
                  <a:pt x="19901" y="37099"/>
                </a:lnTo>
                <a:lnTo>
                  <a:pt x="20392" y="37099"/>
                </a:lnTo>
                <a:lnTo>
                  <a:pt x="20392" y="36853"/>
                </a:lnTo>
                <a:lnTo>
                  <a:pt x="21375" y="36608"/>
                </a:lnTo>
                <a:lnTo>
                  <a:pt x="21621" y="36116"/>
                </a:lnTo>
                <a:lnTo>
                  <a:pt x="22603" y="35871"/>
                </a:lnTo>
                <a:lnTo>
                  <a:pt x="22603" y="35625"/>
                </a:lnTo>
                <a:lnTo>
                  <a:pt x="22849" y="35625"/>
                </a:lnTo>
                <a:lnTo>
                  <a:pt x="22849" y="34642"/>
                </a:lnTo>
                <a:lnTo>
                  <a:pt x="22358" y="34642"/>
                </a:lnTo>
                <a:lnTo>
                  <a:pt x="22358" y="34397"/>
                </a:lnTo>
                <a:lnTo>
                  <a:pt x="21866" y="34397"/>
                </a:lnTo>
                <a:lnTo>
                  <a:pt x="21621" y="33905"/>
                </a:lnTo>
                <a:lnTo>
                  <a:pt x="20147" y="33414"/>
                </a:lnTo>
                <a:lnTo>
                  <a:pt x="19655" y="32677"/>
                </a:lnTo>
                <a:lnTo>
                  <a:pt x="18427" y="32431"/>
                </a:lnTo>
                <a:lnTo>
                  <a:pt x="18181" y="31940"/>
                </a:lnTo>
                <a:lnTo>
                  <a:pt x="17198" y="31694"/>
                </a:lnTo>
                <a:lnTo>
                  <a:pt x="16953" y="31203"/>
                </a:lnTo>
                <a:lnTo>
                  <a:pt x="15478" y="30711"/>
                </a:lnTo>
                <a:lnTo>
                  <a:pt x="15478" y="30466"/>
                </a:lnTo>
                <a:lnTo>
                  <a:pt x="14741" y="30220"/>
                </a:lnTo>
                <a:lnTo>
                  <a:pt x="14496" y="29728"/>
                </a:lnTo>
                <a:lnTo>
                  <a:pt x="13759" y="29728"/>
                </a:lnTo>
                <a:lnTo>
                  <a:pt x="13759" y="29483"/>
                </a:lnTo>
                <a:lnTo>
                  <a:pt x="13022" y="29237"/>
                </a:lnTo>
                <a:lnTo>
                  <a:pt x="12776" y="28746"/>
                </a:lnTo>
                <a:lnTo>
                  <a:pt x="12284" y="28746"/>
                </a:lnTo>
                <a:lnTo>
                  <a:pt x="12284" y="28500"/>
                </a:lnTo>
                <a:lnTo>
                  <a:pt x="11793" y="28500"/>
                </a:lnTo>
                <a:lnTo>
                  <a:pt x="11547" y="28009"/>
                </a:lnTo>
                <a:lnTo>
                  <a:pt x="10073" y="27517"/>
                </a:lnTo>
                <a:lnTo>
                  <a:pt x="10073" y="27026"/>
                </a:lnTo>
                <a:lnTo>
                  <a:pt x="9336" y="26534"/>
                </a:lnTo>
                <a:lnTo>
                  <a:pt x="9336" y="14496"/>
                </a:lnTo>
                <a:lnTo>
                  <a:pt x="9091" y="14496"/>
                </a:lnTo>
                <a:lnTo>
                  <a:pt x="8845" y="14004"/>
                </a:lnTo>
                <a:close/>
                <a:moveTo>
                  <a:pt x="33905" y="14741"/>
                </a:moveTo>
                <a:lnTo>
                  <a:pt x="33168" y="14987"/>
                </a:lnTo>
                <a:lnTo>
                  <a:pt x="33168" y="15233"/>
                </a:lnTo>
                <a:lnTo>
                  <a:pt x="32677" y="15233"/>
                </a:lnTo>
                <a:lnTo>
                  <a:pt x="32431" y="15724"/>
                </a:lnTo>
                <a:lnTo>
                  <a:pt x="31448" y="15970"/>
                </a:lnTo>
                <a:lnTo>
                  <a:pt x="31203" y="16461"/>
                </a:lnTo>
                <a:lnTo>
                  <a:pt x="30711" y="16461"/>
                </a:lnTo>
                <a:lnTo>
                  <a:pt x="30711" y="16707"/>
                </a:lnTo>
                <a:lnTo>
                  <a:pt x="30220" y="16953"/>
                </a:lnTo>
                <a:lnTo>
                  <a:pt x="30220" y="17690"/>
                </a:lnTo>
                <a:lnTo>
                  <a:pt x="30957" y="17935"/>
                </a:lnTo>
                <a:lnTo>
                  <a:pt x="30957" y="18181"/>
                </a:lnTo>
                <a:lnTo>
                  <a:pt x="31448" y="18181"/>
                </a:lnTo>
                <a:lnTo>
                  <a:pt x="31694" y="18672"/>
                </a:lnTo>
                <a:lnTo>
                  <a:pt x="33168" y="19164"/>
                </a:lnTo>
                <a:lnTo>
                  <a:pt x="33414" y="19655"/>
                </a:lnTo>
                <a:lnTo>
                  <a:pt x="34888" y="20147"/>
                </a:lnTo>
                <a:lnTo>
                  <a:pt x="35134" y="20638"/>
                </a:lnTo>
                <a:lnTo>
                  <a:pt x="36608" y="21129"/>
                </a:lnTo>
                <a:lnTo>
                  <a:pt x="36853" y="21621"/>
                </a:lnTo>
                <a:lnTo>
                  <a:pt x="38328" y="22112"/>
                </a:lnTo>
                <a:lnTo>
                  <a:pt x="38819" y="22849"/>
                </a:lnTo>
                <a:lnTo>
                  <a:pt x="39556" y="22849"/>
                </a:lnTo>
                <a:lnTo>
                  <a:pt x="39556" y="23095"/>
                </a:lnTo>
                <a:lnTo>
                  <a:pt x="40293" y="23341"/>
                </a:lnTo>
                <a:lnTo>
                  <a:pt x="40539" y="23832"/>
                </a:lnTo>
                <a:lnTo>
                  <a:pt x="41276" y="23832"/>
                </a:lnTo>
                <a:lnTo>
                  <a:pt x="41276" y="24078"/>
                </a:lnTo>
                <a:lnTo>
                  <a:pt x="42013" y="24323"/>
                </a:lnTo>
                <a:lnTo>
                  <a:pt x="42259" y="24815"/>
                </a:lnTo>
                <a:lnTo>
                  <a:pt x="43241" y="25060"/>
                </a:lnTo>
                <a:lnTo>
                  <a:pt x="43241" y="25552"/>
                </a:lnTo>
                <a:lnTo>
                  <a:pt x="43487" y="25552"/>
                </a:lnTo>
                <a:lnTo>
                  <a:pt x="43487" y="26043"/>
                </a:lnTo>
                <a:lnTo>
                  <a:pt x="43733" y="26043"/>
                </a:lnTo>
                <a:lnTo>
                  <a:pt x="43733" y="38082"/>
                </a:lnTo>
                <a:lnTo>
                  <a:pt x="43978" y="38082"/>
                </a:lnTo>
                <a:lnTo>
                  <a:pt x="43978" y="38328"/>
                </a:lnTo>
                <a:lnTo>
                  <a:pt x="44716" y="38328"/>
                </a:lnTo>
                <a:lnTo>
                  <a:pt x="44716" y="38082"/>
                </a:lnTo>
                <a:lnTo>
                  <a:pt x="45207" y="38082"/>
                </a:lnTo>
                <a:lnTo>
                  <a:pt x="45207" y="37836"/>
                </a:lnTo>
                <a:lnTo>
                  <a:pt x="45698" y="37836"/>
                </a:lnTo>
                <a:lnTo>
                  <a:pt x="45698" y="37591"/>
                </a:lnTo>
                <a:lnTo>
                  <a:pt x="45944" y="37591"/>
                </a:lnTo>
                <a:lnTo>
                  <a:pt x="46681" y="36608"/>
                </a:lnTo>
                <a:lnTo>
                  <a:pt x="47172" y="36608"/>
                </a:lnTo>
                <a:lnTo>
                  <a:pt x="47418" y="35871"/>
                </a:lnTo>
                <a:lnTo>
                  <a:pt x="48401" y="35134"/>
                </a:lnTo>
                <a:lnTo>
                  <a:pt x="48647" y="34151"/>
                </a:lnTo>
                <a:lnTo>
                  <a:pt x="48892" y="34151"/>
                </a:lnTo>
                <a:lnTo>
                  <a:pt x="49138" y="33414"/>
                </a:lnTo>
                <a:lnTo>
                  <a:pt x="49384" y="33414"/>
                </a:lnTo>
                <a:lnTo>
                  <a:pt x="49629" y="31448"/>
                </a:lnTo>
                <a:lnTo>
                  <a:pt x="49875" y="31448"/>
                </a:lnTo>
                <a:lnTo>
                  <a:pt x="49875" y="30711"/>
                </a:lnTo>
                <a:lnTo>
                  <a:pt x="50121" y="30711"/>
                </a:lnTo>
                <a:lnTo>
                  <a:pt x="50121" y="28009"/>
                </a:lnTo>
                <a:lnTo>
                  <a:pt x="49875" y="28009"/>
                </a:lnTo>
                <a:lnTo>
                  <a:pt x="49629" y="26289"/>
                </a:lnTo>
                <a:lnTo>
                  <a:pt x="49384" y="26289"/>
                </a:lnTo>
                <a:lnTo>
                  <a:pt x="49384" y="25306"/>
                </a:lnTo>
                <a:lnTo>
                  <a:pt x="49138" y="25306"/>
                </a:lnTo>
                <a:lnTo>
                  <a:pt x="48892" y="24323"/>
                </a:lnTo>
                <a:lnTo>
                  <a:pt x="48401" y="24078"/>
                </a:lnTo>
                <a:lnTo>
                  <a:pt x="48401" y="23586"/>
                </a:lnTo>
                <a:lnTo>
                  <a:pt x="48155" y="23586"/>
                </a:lnTo>
                <a:lnTo>
                  <a:pt x="48155" y="23095"/>
                </a:lnTo>
                <a:lnTo>
                  <a:pt x="47418" y="22603"/>
                </a:lnTo>
                <a:lnTo>
                  <a:pt x="47418" y="22112"/>
                </a:lnTo>
                <a:lnTo>
                  <a:pt x="46681" y="21866"/>
                </a:lnTo>
                <a:lnTo>
                  <a:pt x="45944" y="20884"/>
                </a:lnTo>
                <a:lnTo>
                  <a:pt x="45453" y="20884"/>
                </a:lnTo>
                <a:lnTo>
                  <a:pt x="45453" y="20638"/>
                </a:lnTo>
                <a:lnTo>
                  <a:pt x="44716" y="20392"/>
                </a:lnTo>
                <a:lnTo>
                  <a:pt x="44470" y="19901"/>
                </a:lnTo>
                <a:lnTo>
                  <a:pt x="42996" y="19409"/>
                </a:lnTo>
                <a:lnTo>
                  <a:pt x="42750" y="18918"/>
                </a:lnTo>
                <a:lnTo>
                  <a:pt x="42013" y="18918"/>
                </a:lnTo>
                <a:lnTo>
                  <a:pt x="41522" y="18181"/>
                </a:lnTo>
                <a:lnTo>
                  <a:pt x="41030" y="18181"/>
                </a:lnTo>
                <a:lnTo>
                  <a:pt x="41030" y="17935"/>
                </a:lnTo>
                <a:lnTo>
                  <a:pt x="39556" y="17444"/>
                </a:lnTo>
                <a:lnTo>
                  <a:pt x="39310" y="16953"/>
                </a:lnTo>
                <a:lnTo>
                  <a:pt x="38328" y="16707"/>
                </a:lnTo>
                <a:lnTo>
                  <a:pt x="38082" y="16216"/>
                </a:lnTo>
                <a:lnTo>
                  <a:pt x="36608" y="15724"/>
                </a:lnTo>
                <a:lnTo>
                  <a:pt x="36608" y="15478"/>
                </a:lnTo>
                <a:lnTo>
                  <a:pt x="35871" y="15233"/>
                </a:lnTo>
                <a:lnTo>
                  <a:pt x="35871" y="14987"/>
                </a:lnTo>
                <a:lnTo>
                  <a:pt x="33905" y="14741"/>
                </a:lnTo>
                <a:close/>
                <a:moveTo>
                  <a:pt x="26043" y="19164"/>
                </a:moveTo>
                <a:lnTo>
                  <a:pt x="25797" y="19164"/>
                </a:lnTo>
                <a:lnTo>
                  <a:pt x="25306" y="19901"/>
                </a:lnTo>
                <a:lnTo>
                  <a:pt x="24078" y="20147"/>
                </a:lnTo>
                <a:lnTo>
                  <a:pt x="23586" y="20884"/>
                </a:lnTo>
                <a:lnTo>
                  <a:pt x="22849" y="20884"/>
                </a:lnTo>
                <a:lnTo>
                  <a:pt x="22849" y="21129"/>
                </a:lnTo>
                <a:lnTo>
                  <a:pt x="22358" y="21129"/>
                </a:lnTo>
                <a:lnTo>
                  <a:pt x="22112" y="21621"/>
                </a:lnTo>
                <a:lnTo>
                  <a:pt x="20638" y="22112"/>
                </a:lnTo>
                <a:lnTo>
                  <a:pt x="20638" y="22603"/>
                </a:lnTo>
                <a:lnTo>
                  <a:pt x="20392" y="22603"/>
                </a:lnTo>
                <a:lnTo>
                  <a:pt x="20392" y="23095"/>
                </a:lnTo>
                <a:lnTo>
                  <a:pt x="20147" y="23095"/>
                </a:lnTo>
                <a:lnTo>
                  <a:pt x="20147" y="29237"/>
                </a:lnTo>
                <a:lnTo>
                  <a:pt x="20392" y="29237"/>
                </a:lnTo>
                <a:lnTo>
                  <a:pt x="20392" y="29728"/>
                </a:lnTo>
                <a:lnTo>
                  <a:pt x="20884" y="29974"/>
                </a:lnTo>
                <a:lnTo>
                  <a:pt x="20884" y="30466"/>
                </a:lnTo>
                <a:lnTo>
                  <a:pt x="22112" y="30711"/>
                </a:lnTo>
                <a:lnTo>
                  <a:pt x="22358" y="31203"/>
                </a:lnTo>
                <a:lnTo>
                  <a:pt x="22849" y="31203"/>
                </a:lnTo>
                <a:lnTo>
                  <a:pt x="23095" y="31694"/>
                </a:lnTo>
                <a:lnTo>
                  <a:pt x="24569" y="32185"/>
                </a:lnTo>
                <a:lnTo>
                  <a:pt x="24815" y="32677"/>
                </a:lnTo>
                <a:lnTo>
                  <a:pt x="25552" y="32677"/>
                </a:lnTo>
                <a:lnTo>
                  <a:pt x="25797" y="33168"/>
                </a:lnTo>
                <a:lnTo>
                  <a:pt x="27026" y="33168"/>
                </a:lnTo>
                <a:lnTo>
                  <a:pt x="27763" y="32922"/>
                </a:lnTo>
                <a:lnTo>
                  <a:pt x="27763" y="32677"/>
                </a:lnTo>
                <a:lnTo>
                  <a:pt x="28254" y="32677"/>
                </a:lnTo>
                <a:lnTo>
                  <a:pt x="28254" y="32431"/>
                </a:lnTo>
                <a:lnTo>
                  <a:pt x="28746" y="32431"/>
                </a:lnTo>
                <a:lnTo>
                  <a:pt x="28991" y="31940"/>
                </a:lnTo>
                <a:lnTo>
                  <a:pt x="30466" y="31448"/>
                </a:lnTo>
                <a:lnTo>
                  <a:pt x="30711" y="30957"/>
                </a:lnTo>
                <a:lnTo>
                  <a:pt x="31694" y="30711"/>
                </a:lnTo>
                <a:lnTo>
                  <a:pt x="31940" y="30220"/>
                </a:lnTo>
                <a:lnTo>
                  <a:pt x="32431" y="30220"/>
                </a:lnTo>
                <a:lnTo>
                  <a:pt x="32431" y="29728"/>
                </a:lnTo>
                <a:lnTo>
                  <a:pt x="32677" y="29728"/>
                </a:lnTo>
                <a:lnTo>
                  <a:pt x="32677" y="29237"/>
                </a:lnTo>
                <a:lnTo>
                  <a:pt x="32922" y="29237"/>
                </a:lnTo>
                <a:lnTo>
                  <a:pt x="32922" y="23095"/>
                </a:lnTo>
                <a:lnTo>
                  <a:pt x="32677" y="23095"/>
                </a:lnTo>
                <a:lnTo>
                  <a:pt x="32677" y="22358"/>
                </a:lnTo>
                <a:lnTo>
                  <a:pt x="32431" y="22358"/>
                </a:lnTo>
                <a:lnTo>
                  <a:pt x="32431" y="22112"/>
                </a:lnTo>
                <a:lnTo>
                  <a:pt x="30957" y="21621"/>
                </a:lnTo>
                <a:lnTo>
                  <a:pt x="30711" y="21129"/>
                </a:lnTo>
                <a:lnTo>
                  <a:pt x="29237" y="20638"/>
                </a:lnTo>
                <a:lnTo>
                  <a:pt x="28991" y="20147"/>
                </a:lnTo>
                <a:lnTo>
                  <a:pt x="27517" y="19655"/>
                </a:lnTo>
                <a:lnTo>
                  <a:pt x="27272" y="19164"/>
                </a:lnTo>
                <a:lnTo>
                  <a:pt x="26043" y="19164"/>
                </a:lnTo>
                <a:close/>
                <a:moveTo>
                  <a:pt x="36116" y="24815"/>
                </a:moveTo>
                <a:lnTo>
                  <a:pt x="35871" y="24815"/>
                </a:lnTo>
                <a:lnTo>
                  <a:pt x="35871" y="25306"/>
                </a:lnTo>
                <a:lnTo>
                  <a:pt x="35625" y="25306"/>
                </a:lnTo>
                <a:lnTo>
                  <a:pt x="35625" y="40539"/>
                </a:lnTo>
                <a:lnTo>
                  <a:pt x="35379" y="40539"/>
                </a:lnTo>
                <a:lnTo>
                  <a:pt x="35134" y="41276"/>
                </a:lnTo>
                <a:lnTo>
                  <a:pt x="34151" y="41522"/>
                </a:lnTo>
                <a:lnTo>
                  <a:pt x="34151" y="41767"/>
                </a:lnTo>
                <a:lnTo>
                  <a:pt x="33414" y="42013"/>
                </a:lnTo>
                <a:lnTo>
                  <a:pt x="33168" y="42504"/>
                </a:lnTo>
                <a:lnTo>
                  <a:pt x="31940" y="42750"/>
                </a:lnTo>
                <a:lnTo>
                  <a:pt x="31448" y="43487"/>
                </a:lnTo>
                <a:lnTo>
                  <a:pt x="30711" y="43487"/>
                </a:lnTo>
                <a:lnTo>
                  <a:pt x="30711" y="43733"/>
                </a:lnTo>
                <a:lnTo>
                  <a:pt x="29974" y="43978"/>
                </a:lnTo>
                <a:lnTo>
                  <a:pt x="29728" y="44470"/>
                </a:lnTo>
                <a:lnTo>
                  <a:pt x="28991" y="44470"/>
                </a:lnTo>
                <a:lnTo>
                  <a:pt x="28500" y="45207"/>
                </a:lnTo>
                <a:lnTo>
                  <a:pt x="27272" y="45453"/>
                </a:lnTo>
                <a:lnTo>
                  <a:pt x="26780" y="46190"/>
                </a:lnTo>
                <a:lnTo>
                  <a:pt x="26289" y="46190"/>
                </a:lnTo>
                <a:lnTo>
                  <a:pt x="26289" y="46435"/>
                </a:lnTo>
                <a:lnTo>
                  <a:pt x="25797" y="46435"/>
                </a:lnTo>
                <a:lnTo>
                  <a:pt x="25797" y="46681"/>
                </a:lnTo>
                <a:lnTo>
                  <a:pt x="25060" y="46927"/>
                </a:lnTo>
                <a:lnTo>
                  <a:pt x="25060" y="47664"/>
                </a:lnTo>
                <a:lnTo>
                  <a:pt x="25306" y="47664"/>
                </a:lnTo>
                <a:lnTo>
                  <a:pt x="25797" y="48401"/>
                </a:lnTo>
                <a:lnTo>
                  <a:pt x="26534" y="48401"/>
                </a:lnTo>
                <a:lnTo>
                  <a:pt x="26534" y="48647"/>
                </a:lnTo>
                <a:lnTo>
                  <a:pt x="27026" y="48647"/>
                </a:lnTo>
                <a:lnTo>
                  <a:pt x="27026" y="48892"/>
                </a:lnTo>
                <a:lnTo>
                  <a:pt x="27517" y="48892"/>
                </a:lnTo>
                <a:lnTo>
                  <a:pt x="27517" y="49138"/>
                </a:lnTo>
                <a:lnTo>
                  <a:pt x="28254" y="49138"/>
                </a:lnTo>
                <a:lnTo>
                  <a:pt x="28254" y="49384"/>
                </a:lnTo>
                <a:lnTo>
                  <a:pt x="29728" y="49384"/>
                </a:lnTo>
                <a:lnTo>
                  <a:pt x="32922" y="49384"/>
                </a:lnTo>
                <a:lnTo>
                  <a:pt x="32922" y="49138"/>
                </a:lnTo>
                <a:lnTo>
                  <a:pt x="33905" y="49138"/>
                </a:lnTo>
                <a:lnTo>
                  <a:pt x="33905" y="48892"/>
                </a:lnTo>
                <a:lnTo>
                  <a:pt x="34397" y="48892"/>
                </a:lnTo>
                <a:lnTo>
                  <a:pt x="34397" y="48647"/>
                </a:lnTo>
                <a:lnTo>
                  <a:pt x="34888" y="48647"/>
                </a:lnTo>
                <a:lnTo>
                  <a:pt x="34888" y="48401"/>
                </a:lnTo>
                <a:lnTo>
                  <a:pt x="35625" y="48401"/>
                </a:lnTo>
                <a:lnTo>
                  <a:pt x="35871" y="47909"/>
                </a:lnTo>
                <a:lnTo>
                  <a:pt x="36362" y="47909"/>
                </a:lnTo>
                <a:lnTo>
                  <a:pt x="36608" y="47418"/>
                </a:lnTo>
                <a:lnTo>
                  <a:pt x="37099" y="47418"/>
                </a:lnTo>
                <a:lnTo>
                  <a:pt x="37099" y="47172"/>
                </a:lnTo>
                <a:lnTo>
                  <a:pt x="37345" y="47172"/>
                </a:lnTo>
                <a:lnTo>
                  <a:pt x="37345" y="46927"/>
                </a:lnTo>
                <a:lnTo>
                  <a:pt x="38819" y="45698"/>
                </a:lnTo>
                <a:lnTo>
                  <a:pt x="38819" y="45207"/>
                </a:lnTo>
                <a:lnTo>
                  <a:pt x="39556" y="44716"/>
                </a:lnTo>
                <a:lnTo>
                  <a:pt x="39802" y="43487"/>
                </a:lnTo>
                <a:lnTo>
                  <a:pt x="40293" y="43241"/>
                </a:lnTo>
                <a:lnTo>
                  <a:pt x="40293" y="42504"/>
                </a:lnTo>
                <a:lnTo>
                  <a:pt x="40539" y="42504"/>
                </a:lnTo>
                <a:lnTo>
                  <a:pt x="40539" y="41276"/>
                </a:lnTo>
                <a:lnTo>
                  <a:pt x="40784" y="41276"/>
                </a:lnTo>
                <a:lnTo>
                  <a:pt x="40784" y="27763"/>
                </a:lnTo>
                <a:lnTo>
                  <a:pt x="40539" y="27763"/>
                </a:lnTo>
                <a:lnTo>
                  <a:pt x="40539" y="27026"/>
                </a:lnTo>
                <a:lnTo>
                  <a:pt x="40293" y="27026"/>
                </a:lnTo>
                <a:lnTo>
                  <a:pt x="40293" y="26780"/>
                </a:lnTo>
                <a:lnTo>
                  <a:pt x="39310" y="26534"/>
                </a:lnTo>
                <a:lnTo>
                  <a:pt x="39065" y="26043"/>
                </a:lnTo>
                <a:lnTo>
                  <a:pt x="37591" y="25552"/>
                </a:lnTo>
                <a:lnTo>
                  <a:pt x="37591" y="25306"/>
                </a:lnTo>
                <a:lnTo>
                  <a:pt x="36853" y="25060"/>
                </a:lnTo>
                <a:lnTo>
                  <a:pt x="36853" y="24815"/>
                </a:lnTo>
                <a:lnTo>
                  <a:pt x="36116" y="24815"/>
                </a:lnTo>
                <a:close/>
                <a:moveTo>
                  <a:pt x="31940" y="33659"/>
                </a:moveTo>
                <a:lnTo>
                  <a:pt x="31694" y="33659"/>
                </a:lnTo>
                <a:lnTo>
                  <a:pt x="31203" y="34397"/>
                </a:lnTo>
                <a:lnTo>
                  <a:pt x="29728" y="34888"/>
                </a:lnTo>
                <a:lnTo>
                  <a:pt x="29483" y="35379"/>
                </a:lnTo>
                <a:lnTo>
                  <a:pt x="28009" y="35871"/>
                </a:lnTo>
                <a:lnTo>
                  <a:pt x="27763" y="36362"/>
                </a:lnTo>
                <a:lnTo>
                  <a:pt x="26289" y="36853"/>
                </a:lnTo>
                <a:lnTo>
                  <a:pt x="26043" y="37345"/>
                </a:lnTo>
                <a:lnTo>
                  <a:pt x="25552" y="37345"/>
                </a:lnTo>
                <a:lnTo>
                  <a:pt x="25552" y="37591"/>
                </a:lnTo>
                <a:lnTo>
                  <a:pt x="25060" y="37591"/>
                </a:lnTo>
                <a:lnTo>
                  <a:pt x="24815" y="38082"/>
                </a:lnTo>
                <a:lnTo>
                  <a:pt x="24323" y="38082"/>
                </a:lnTo>
                <a:lnTo>
                  <a:pt x="24323" y="38328"/>
                </a:lnTo>
                <a:lnTo>
                  <a:pt x="22849" y="38819"/>
                </a:lnTo>
                <a:lnTo>
                  <a:pt x="22603" y="39310"/>
                </a:lnTo>
                <a:lnTo>
                  <a:pt x="21621" y="39556"/>
                </a:lnTo>
                <a:lnTo>
                  <a:pt x="21375" y="40047"/>
                </a:lnTo>
                <a:lnTo>
                  <a:pt x="20884" y="40047"/>
                </a:lnTo>
                <a:lnTo>
                  <a:pt x="20638" y="40539"/>
                </a:lnTo>
                <a:lnTo>
                  <a:pt x="19901" y="40539"/>
                </a:lnTo>
                <a:lnTo>
                  <a:pt x="19901" y="40784"/>
                </a:lnTo>
                <a:lnTo>
                  <a:pt x="19164" y="41030"/>
                </a:lnTo>
                <a:lnTo>
                  <a:pt x="19164" y="41276"/>
                </a:lnTo>
                <a:lnTo>
                  <a:pt x="17935" y="41276"/>
                </a:lnTo>
                <a:lnTo>
                  <a:pt x="17690" y="40784"/>
                </a:lnTo>
                <a:lnTo>
                  <a:pt x="16461" y="40539"/>
                </a:lnTo>
                <a:lnTo>
                  <a:pt x="15970" y="39802"/>
                </a:lnTo>
                <a:lnTo>
                  <a:pt x="14496" y="39310"/>
                </a:lnTo>
                <a:lnTo>
                  <a:pt x="14250" y="38819"/>
                </a:lnTo>
                <a:lnTo>
                  <a:pt x="12776" y="38328"/>
                </a:lnTo>
                <a:lnTo>
                  <a:pt x="12530" y="37836"/>
                </a:lnTo>
                <a:lnTo>
                  <a:pt x="11056" y="37345"/>
                </a:lnTo>
                <a:lnTo>
                  <a:pt x="10810" y="36853"/>
                </a:lnTo>
                <a:lnTo>
                  <a:pt x="9336" y="36362"/>
                </a:lnTo>
                <a:lnTo>
                  <a:pt x="9091" y="35871"/>
                </a:lnTo>
                <a:lnTo>
                  <a:pt x="8599" y="35871"/>
                </a:lnTo>
                <a:lnTo>
                  <a:pt x="8599" y="35625"/>
                </a:lnTo>
                <a:lnTo>
                  <a:pt x="8108" y="35625"/>
                </a:lnTo>
                <a:lnTo>
                  <a:pt x="8108" y="35379"/>
                </a:lnTo>
                <a:lnTo>
                  <a:pt x="7371" y="35379"/>
                </a:lnTo>
                <a:lnTo>
                  <a:pt x="7371" y="35625"/>
                </a:lnTo>
                <a:lnTo>
                  <a:pt x="7125" y="35625"/>
                </a:lnTo>
                <a:lnTo>
                  <a:pt x="7125" y="38328"/>
                </a:lnTo>
                <a:lnTo>
                  <a:pt x="7371" y="38328"/>
                </a:lnTo>
                <a:lnTo>
                  <a:pt x="7371" y="39310"/>
                </a:lnTo>
                <a:lnTo>
                  <a:pt x="7616" y="39310"/>
                </a:lnTo>
                <a:lnTo>
                  <a:pt x="7616" y="39802"/>
                </a:lnTo>
                <a:lnTo>
                  <a:pt x="7862" y="39802"/>
                </a:lnTo>
                <a:lnTo>
                  <a:pt x="8108" y="40539"/>
                </a:lnTo>
                <a:lnTo>
                  <a:pt x="8108" y="41030"/>
                </a:lnTo>
                <a:lnTo>
                  <a:pt x="8353" y="41030"/>
                </a:lnTo>
                <a:lnTo>
                  <a:pt x="8353" y="41522"/>
                </a:lnTo>
                <a:lnTo>
                  <a:pt x="9091" y="42013"/>
                </a:lnTo>
                <a:lnTo>
                  <a:pt x="9091" y="42504"/>
                </a:lnTo>
                <a:lnTo>
                  <a:pt x="9336" y="42504"/>
                </a:lnTo>
                <a:lnTo>
                  <a:pt x="9336" y="42750"/>
                </a:lnTo>
                <a:lnTo>
                  <a:pt x="9582" y="42750"/>
                </a:lnTo>
                <a:lnTo>
                  <a:pt x="9582" y="42996"/>
                </a:lnTo>
                <a:lnTo>
                  <a:pt x="9828" y="42996"/>
                </a:lnTo>
                <a:lnTo>
                  <a:pt x="11056" y="44470"/>
                </a:lnTo>
                <a:lnTo>
                  <a:pt x="12039" y="44716"/>
                </a:lnTo>
                <a:lnTo>
                  <a:pt x="12284" y="45207"/>
                </a:lnTo>
                <a:lnTo>
                  <a:pt x="13513" y="45453"/>
                </a:lnTo>
                <a:lnTo>
                  <a:pt x="13513" y="45698"/>
                </a:lnTo>
                <a:lnTo>
                  <a:pt x="14496" y="45698"/>
                </a:lnTo>
                <a:lnTo>
                  <a:pt x="14496" y="45944"/>
                </a:lnTo>
                <a:lnTo>
                  <a:pt x="15724" y="46190"/>
                </a:lnTo>
                <a:lnTo>
                  <a:pt x="15724" y="46435"/>
                </a:lnTo>
                <a:lnTo>
                  <a:pt x="19164" y="46435"/>
                </a:lnTo>
                <a:lnTo>
                  <a:pt x="19164" y="46190"/>
                </a:lnTo>
                <a:lnTo>
                  <a:pt x="19901" y="46190"/>
                </a:lnTo>
                <a:lnTo>
                  <a:pt x="19901" y="45944"/>
                </a:lnTo>
                <a:lnTo>
                  <a:pt x="21375" y="45698"/>
                </a:lnTo>
                <a:lnTo>
                  <a:pt x="21375" y="45453"/>
                </a:lnTo>
                <a:lnTo>
                  <a:pt x="22849" y="44961"/>
                </a:lnTo>
                <a:lnTo>
                  <a:pt x="23095" y="44470"/>
                </a:lnTo>
                <a:lnTo>
                  <a:pt x="23832" y="44470"/>
                </a:lnTo>
                <a:lnTo>
                  <a:pt x="24323" y="43733"/>
                </a:lnTo>
                <a:lnTo>
                  <a:pt x="25797" y="43241"/>
                </a:lnTo>
                <a:lnTo>
                  <a:pt x="26043" y="42750"/>
                </a:lnTo>
                <a:lnTo>
                  <a:pt x="27517" y="42259"/>
                </a:lnTo>
                <a:lnTo>
                  <a:pt x="27763" y="41767"/>
                </a:lnTo>
                <a:lnTo>
                  <a:pt x="28254" y="41767"/>
                </a:lnTo>
                <a:lnTo>
                  <a:pt x="28254" y="41522"/>
                </a:lnTo>
                <a:lnTo>
                  <a:pt x="29237" y="41276"/>
                </a:lnTo>
                <a:lnTo>
                  <a:pt x="29483" y="40784"/>
                </a:lnTo>
                <a:lnTo>
                  <a:pt x="30957" y="40293"/>
                </a:lnTo>
                <a:lnTo>
                  <a:pt x="31203" y="39802"/>
                </a:lnTo>
                <a:lnTo>
                  <a:pt x="32185" y="39556"/>
                </a:lnTo>
                <a:lnTo>
                  <a:pt x="32185" y="39310"/>
                </a:lnTo>
                <a:lnTo>
                  <a:pt x="32677" y="39065"/>
                </a:lnTo>
                <a:lnTo>
                  <a:pt x="32677" y="38328"/>
                </a:lnTo>
                <a:lnTo>
                  <a:pt x="32922" y="38328"/>
                </a:lnTo>
                <a:lnTo>
                  <a:pt x="32922" y="34397"/>
                </a:lnTo>
                <a:lnTo>
                  <a:pt x="32677" y="34397"/>
                </a:lnTo>
                <a:lnTo>
                  <a:pt x="32431" y="33659"/>
                </a:lnTo>
                <a:lnTo>
                  <a:pt x="31940" y="3365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067-solvability-hierarchy-left-branch"/>
          <p:cNvSpPr/>
          <p:nvPr/>
        </p:nvSpPr>
        <p:spPr>
          <a:xfrm>
            <a:off x="7951613" y="3142678"/>
            <a:ext cx="120825" cy="132778"/>
          </a:xfrm>
          <a:custGeom>
            <a:avLst/>
            <a:gdLst/>
            <a:ahLst/>
            <a:cxnLst/>
            <a:rect l="0" t="0" r="r" b="b"/>
            <a:pathLst>
              <a:path w="12685" h="13940" fill="none" stroke="1">
                <a:moveTo>
                  <a:pt x="12685" y="0"/>
                </a:moveTo>
                <a:lnTo>
                  <a:pt x="12685" y="4510"/>
                </a:lnTo>
                <a:cubicBezTo>
                  <a:pt x="12685" y="9840"/>
                  <a:pt x="0" y="6560"/>
                  <a:pt x="0" y="13940"/>
                </a:cubicBezTo>
              </a:path>
            </a:pathLst>
          </a:custGeom>
          <a:noFill/>
          <a:ln w="2986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068-solvability-hierarchy-right-branch"/>
          <p:cNvSpPr/>
          <p:nvPr/>
        </p:nvSpPr>
        <p:spPr>
          <a:xfrm>
            <a:off x="8072438" y="3185636"/>
            <a:ext cx="124920" cy="89821"/>
          </a:xfrm>
          <a:custGeom>
            <a:avLst/>
            <a:gdLst/>
            <a:ahLst/>
            <a:cxnLst/>
            <a:rect l="0" t="0" r="r" b="b"/>
            <a:pathLst>
              <a:path w="13115" h="9430" fill="none" stroke="1">
                <a:moveTo>
                  <a:pt x="0" y="0"/>
                </a:moveTo>
                <a:cubicBezTo>
                  <a:pt x="0" y="5330"/>
                  <a:pt x="13115" y="2050"/>
                  <a:pt x="13115" y="9430"/>
                </a:cubicBezTo>
              </a:path>
            </a:pathLst>
          </a:custGeom>
          <a:noFill/>
          <a:ln w="2986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069-solvability-hierarchy-root"/>
          <p:cNvSpPr/>
          <p:nvPr/>
        </p:nvSpPr>
        <p:spPr>
          <a:xfrm>
            <a:off x="7998714" y="3009900"/>
            <a:ext cx="147447" cy="132778"/>
          </a:xfrm>
          <a:custGeom>
            <a:avLst/>
            <a:gdLst/>
            <a:ahLst/>
            <a:cxnLst/>
            <a:rect l="0" t="0" r="r" b="b"/>
            <a:pathLst>
              <a:path w="15480" h="13940" fill="norm" stroke="1">
                <a:moveTo>
                  <a:pt x="2688" y="0"/>
                </a:moveTo>
                <a:lnTo>
                  <a:pt x="12793" y="0"/>
                </a:lnTo>
                <a:cubicBezTo>
                  <a:pt x="14277" y="0"/>
                  <a:pt x="15480" y="1203"/>
                  <a:pt x="15480" y="2688"/>
                </a:cubicBezTo>
                <a:lnTo>
                  <a:pt x="15480" y="11252"/>
                </a:lnTo>
                <a:cubicBezTo>
                  <a:pt x="15480" y="12737"/>
                  <a:pt x="14277" y="13940"/>
                  <a:pt x="12793" y="13940"/>
                </a:cubicBezTo>
                <a:lnTo>
                  <a:pt x="2688" y="13940"/>
                </a:lnTo>
                <a:cubicBezTo>
                  <a:pt x="1203" y="13940"/>
                  <a:pt x="0" y="12737"/>
                  <a:pt x="0" y="11252"/>
                </a:cubicBezTo>
                <a:lnTo>
                  <a:pt x="0" y="2688"/>
                </a:lnTo>
                <a:cubicBezTo>
                  <a:pt x="0" y="1203"/>
                  <a:pt x="1203" y="0"/>
                  <a:pt x="2688" y="0"/>
                </a:cubicBezTo>
                <a:close/>
              </a:path>
            </a:pathLst>
          </a:custGeom>
          <a:solidFill>
            <a:srgbClr val="FBFDFA"/>
          </a:solidFill>
          <a:ln w="2730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070-solvability-hierarchy-left"/>
          <p:cNvSpPr/>
          <p:nvPr/>
        </p:nvSpPr>
        <p:spPr>
          <a:xfrm>
            <a:off x="7879937" y="3267646"/>
            <a:ext cx="143351" cy="124968"/>
          </a:xfrm>
          <a:custGeom>
            <a:avLst/>
            <a:gdLst/>
            <a:ahLst/>
            <a:cxnLst/>
            <a:rect l="0" t="0" r="r" b="b"/>
            <a:pathLst>
              <a:path w="15050" h="13120" fill="norm" stroke="1">
                <a:moveTo>
                  <a:pt x="1792" y="0"/>
                </a:moveTo>
                <a:lnTo>
                  <a:pt x="13258" y="0"/>
                </a:lnTo>
                <a:cubicBezTo>
                  <a:pt x="14248" y="0"/>
                  <a:pt x="15050" y="802"/>
                  <a:pt x="15050" y="1792"/>
                </a:cubicBezTo>
                <a:lnTo>
                  <a:pt x="15050" y="11328"/>
                </a:lnTo>
                <a:cubicBezTo>
                  <a:pt x="15050" y="12318"/>
                  <a:pt x="14248" y="13120"/>
                  <a:pt x="13258" y="13120"/>
                </a:cubicBezTo>
                <a:lnTo>
                  <a:pt x="1792" y="13120"/>
                </a:lnTo>
                <a:cubicBezTo>
                  <a:pt x="802" y="13120"/>
                  <a:pt x="0" y="12318"/>
                  <a:pt x="0" y="11328"/>
                </a:cubicBezTo>
                <a:lnTo>
                  <a:pt x="0" y="1792"/>
                </a:lnTo>
                <a:cubicBezTo>
                  <a:pt x="0" y="802"/>
                  <a:pt x="802" y="0"/>
                  <a:pt x="1792" y="0"/>
                </a:cubicBezTo>
                <a:close/>
              </a:path>
            </a:pathLst>
          </a:custGeom>
          <a:solidFill>
            <a:srgbClr val="FBFDFA"/>
          </a:solidFill>
          <a:ln w="2730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071-solvability-hierarchy-right"/>
          <p:cNvSpPr/>
          <p:nvPr/>
        </p:nvSpPr>
        <p:spPr>
          <a:xfrm>
            <a:off x="8125682" y="3267646"/>
            <a:ext cx="143351" cy="124968"/>
          </a:xfrm>
          <a:custGeom>
            <a:avLst/>
            <a:gdLst/>
            <a:ahLst/>
            <a:cxnLst/>
            <a:rect l="0" t="0" r="r" b="b"/>
            <a:pathLst>
              <a:path w="15050" h="13120" fill="norm" stroke="1">
                <a:moveTo>
                  <a:pt x="1792" y="0"/>
                </a:moveTo>
                <a:lnTo>
                  <a:pt x="13258" y="0"/>
                </a:lnTo>
                <a:cubicBezTo>
                  <a:pt x="14248" y="0"/>
                  <a:pt x="15050" y="802"/>
                  <a:pt x="15050" y="1792"/>
                </a:cubicBezTo>
                <a:lnTo>
                  <a:pt x="15050" y="11328"/>
                </a:lnTo>
                <a:cubicBezTo>
                  <a:pt x="15050" y="12318"/>
                  <a:pt x="14248" y="13120"/>
                  <a:pt x="13258" y="13120"/>
                </a:cubicBezTo>
                <a:lnTo>
                  <a:pt x="1792" y="13120"/>
                </a:lnTo>
                <a:cubicBezTo>
                  <a:pt x="802" y="13120"/>
                  <a:pt x="0" y="12318"/>
                  <a:pt x="0" y="11328"/>
                </a:cubicBezTo>
                <a:lnTo>
                  <a:pt x="0" y="1792"/>
                </a:lnTo>
                <a:cubicBezTo>
                  <a:pt x="0" y="802"/>
                  <a:pt x="802" y="0"/>
                  <a:pt x="1792" y="0"/>
                </a:cubicBezTo>
                <a:close/>
              </a:path>
            </a:pathLst>
          </a:custGeom>
          <a:solidFill>
            <a:srgbClr val="FBFDFA"/>
          </a:solidFill>
          <a:ln w="2730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072-solvability-text"/>
          <p:cNvSpPr txBox="1"/>
          <p:nvPr/>
        </p:nvSpPr>
        <p:spPr>
          <a:xfrm>
            <a:off x="8401050" y="2581275"/>
            <a:ext cx="1476375" cy="7075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Solvability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Check</a:t>
            </a:r>
          </a:p>
        </p:txBody>
      </p:sp>
      <p:sp>
        <p:nvSpPr>
          <p:cNvPr id="74" name="073-verification-box"/>
          <p:cNvSpPr/>
          <p:nvPr/>
        </p:nvSpPr>
        <p:spPr>
          <a:xfrm>
            <a:off x="7705725" y="3733800"/>
            <a:ext cx="2181225" cy="1028700"/>
          </a:xfrm>
          <a:custGeom>
            <a:avLst/>
            <a:gdLst/>
            <a:ahLst/>
            <a:cxnLst/>
            <a:rect l="0" t="0" r="r" b="b"/>
            <a:pathLst>
              <a:path w="229000" h="108000" fill="norm" stroke="0">
                <a:moveTo>
                  <a:pt x="17000" y="0"/>
                </a:moveTo>
                <a:lnTo>
                  <a:pt x="212000" y="0"/>
                </a:lnTo>
                <a:cubicBezTo>
                  <a:pt x="221389" y="0"/>
                  <a:pt x="229000" y="7611"/>
                  <a:pt x="229000" y="17000"/>
                </a:cubicBezTo>
                <a:lnTo>
                  <a:pt x="229000" y="91000"/>
                </a:lnTo>
                <a:cubicBezTo>
                  <a:pt x="229000" y="100389"/>
                  <a:pt x="221389" y="108000"/>
                  <a:pt x="212000" y="108000"/>
                </a:cubicBezTo>
                <a:lnTo>
                  <a:pt x="17000" y="108000"/>
                </a:lnTo>
                <a:cubicBezTo>
                  <a:pt x="7611" y="108000"/>
                  <a:pt x="0" y="100389"/>
                  <a:pt x="0" y="91000"/>
                </a:cubicBezTo>
                <a:lnTo>
                  <a:pt x="0" y="17000"/>
                </a:lnTo>
                <a:cubicBezTo>
                  <a:pt x="0" y="7611"/>
                  <a:pt x="7611" y="0"/>
                  <a:pt x="17000" y="0"/>
                </a:cubicBezTo>
                <a:close/>
              </a:path>
            </a:pathLst>
          </a:custGeom>
          <a:solidFill>
            <a:srgbClr val="BFE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074-verification-model-icon"/>
          <p:cNvSpPr/>
          <p:nvPr/>
        </p:nvSpPr>
        <p:spPr>
          <a:xfrm>
            <a:off x="7836406" y="4016717"/>
            <a:ext cx="507822" cy="498461"/>
          </a:xfrm>
          <a:custGeom>
            <a:avLst/>
            <a:gdLst/>
            <a:ahLst/>
            <a:cxnLst/>
            <a:rect l="0" t="0" r="r" b="b"/>
            <a:pathLst>
              <a:path w="53315" h="52332" fill="norm" stroke="0">
                <a:moveTo>
                  <a:pt x="20638" y="0"/>
                </a:moveTo>
                <a:lnTo>
                  <a:pt x="24569" y="0"/>
                </a:lnTo>
                <a:lnTo>
                  <a:pt x="24569" y="246"/>
                </a:lnTo>
                <a:lnTo>
                  <a:pt x="27026" y="491"/>
                </a:lnTo>
                <a:lnTo>
                  <a:pt x="27026" y="737"/>
                </a:lnTo>
                <a:lnTo>
                  <a:pt x="27517" y="737"/>
                </a:lnTo>
                <a:lnTo>
                  <a:pt x="27517" y="983"/>
                </a:lnTo>
                <a:lnTo>
                  <a:pt x="28009" y="983"/>
                </a:lnTo>
                <a:lnTo>
                  <a:pt x="28009" y="1228"/>
                </a:lnTo>
                <a:lnTo>
                  <a:pt x="29483" y="1720"/>
                </a:lnTo>
                <a:lnTo>
                  <a:pt x="29483" y="1966"/>
                </a:lnTo>
                <a:lnTo>
                  <a:pt x="30220" y="2211"/>
                </a:lnTo>
                <a:lnTo>
                  <a:pt x="30957" y="3194"/>
                </a:lnTo>
                <a:lnTo>
                  <a:pt x="31694" y="3194"/>
                </a:lnTo>
                <a:lnTo>
                  <a:pt x="31694" y="3440"/>
                </a:lnTo>
                <a:lnTo>
                  <a:pt x="33168" y="3440"/>
                </a:lnTo>
                <a:lnTo>
                  <a:pt x="33168" y="3194"/>
                </a:lnTo>
                <a:lnTo>
                  <a:pt x="39065" y="3194"/>
                </a:lnTo>
                <a:lnTo>
                  <a:pt x="39065" y="3440"/>
                </a:lnTo>
                <a:lnTo>
                  <a:pt x="39802" y="3440"/>
                </a:lnTo>
                <a:lnTo>
                  <a:pt x="39802" y="3685"/>
                </a:lnTo>
                <a:lnTo>
                  <a:pt x="40539" y="3685"/>
                </a:lnTo>
                <a:lnTo>
                  <a:pt x="40539" y="3931"/>
                </a:lnTo>
                <a:lnTo>
                  <a:pt x="41030" y="3931"/>
                </a:lnTo>
                <a:lnTo>
                  <a:pt x="41030" y="4177"/>
                </a:lnTo>
                <a:lnTo>
                  <a:pt x="42259" y="4422"/>
                </a:lnTo>
                <a:lnTo>
                  <a:pt x="42504" y="4914"/>
                </a:lnTo>
                <a:lnTo>
                  <a:pt x="43487" y="5159"/>
                </a:lnTo>
                <a:lnTo>
                  <a:pt x="44224" y="6142"/>
                </a:lnTo>
                <a:lnTo>
                  <a:pt x="44716" y="6142"/>
                </a:lnTo>
                <a:lnTo>
                  <a:pt x="44716" y="6388"/>
                </a:lnTo>
                <a:lnTo>
                  <a:pt x="46190" y="7616"/>
                </a:lnTo>
                <a:lnTo>
                  <a:pt x="46190" y="8108"/>
                </a:lnTo>
                <a:lnTo>
                  <a:pt x="46927" y="8599"/>
                </a:lnTo>
                <a:lnTo>
                  <a:pt x="46927" y="9091"/>
                </a:lnTo>
                <a:lnTo>
                  <a:pt x="47418" y="9336"/>
                </a:lnTo>
                <a:lnTo>
                  <a:pt x="47418" y="9828"/>
                </a:lnTo>
                <a:lnTo>
                  <a:pt x="47664" y="9828"/>
                </a:lnTo>
                <a:lnTo>
                  <a:pt x="47664" y="10319"/>
                </a:lnTo>
                <a:lnTo>
                  <a:pt x="47909" y="10319"/>
                </a:lnTo>
                <a:lnTo>
                  <a:pt x="47909" y="10810"/>
                </a:lnTo>
                <a:lnTo>
                  <a:pt x="48155" y="10810"/>
                </a:lnTo>
                <a:lnTo>
                  <a:pt x="48155" y="11302"/>
                </a:lnTo>
                <a:lnTo>
                  <a:pt x="48401" y="11302"/>
                </a:lnTo>
                <a:lnTo>
                  <a:pt x="48401" y="12530"/>
                </a:lnTo>
                <a:lnTo>
                  <a:pt x="48647" y="12530"/>
                </a:lnTo>
                <a:lnTo>
                  <a:pt x="48892" y="14496"/>
                </a:lnTo>
                <a:lnTo>
                  <a:pt x="49138" y="14496"/>
                </a:lnTo>
                <a:lnTo>
                  <a:pt x="49138" y="17690"/>
                </a:lnTo>
                <a:lnTo>
                  <a:pt x="48892" y="17690"/>
                </a:lnTo>
                <a:lnTo>
                  <a:pt x="48892" y="18672"/>
                </a:lnTo>
                <a:lnTo>
                  <a:pt x="48647" y="18672"/>
                </a:lnTo>
                <a:lnTo>
                  <a:pt x="48647" y="19164"/>
                </a:lnTo>
                <a:lnTo>
                  <a:pt x="48892" y="19164"/>
                </a:lnTo>
                <a:lnTo>
                  <a:pt x="48892" y="19655"/>
                </a:lnTo>
                <a:lnTo>
                  <a:pt x="49384" y="19901"/>
                </a:lnTo>
                <a:lnTo>
                  <a:pt x="49384" y="20392"/>
                </a:lnTo>
                <a:lnTo>
                  <a:pt x="50366" y="21129"/>
                </a:lnTo>
                <a:lnTo>
                  <a:pt x="50366" y="21621"/>
                </a:lnTo>
                <a:lnTo>
                  <a:pt x="51103" y="22112"/>
                </a:lnTo>
                <a:lnTo>
                  <a:pt x="51595" y="23586"/>
                </a:lnTo>
                <a:lnTo>
                  <a:pt x="52086" y="23832"/>
                </a:lnTo>
                <a:lnTo>
                  <a:pt x="52086" y="24569"/>
                </a:lnTo>
                <a:lnTo>
                  <a:pt x="52332" y="24569"/>
                </a:lnTo>
                <a:lnTo>
                  <a:pt x="52332" y="25306"/>
                </a:lnTo>
                <a:lnTo>
                  <a:pt x="52578" y="25306"/>
                </a:lnTo>
                <a:lnTo>
                  <a:pt x="52578" y="26289"/>
                </a:lnTo>
                <a:lnTo>
                  <a:pt x="52823" y="26289"/>
                </a:lnTo>
                <a:lnTo>
                  <a:pt x="52823" y="27026"/>
                </a:lnTo>
                <a:lnTo>
                  <a:pt x="53069" y="27026"/>
                </a:lnTo>
                <a:lnTo>
                  <a:pt x="53069" y="28746"/>
                </a:lnTo>
                <a:lnTo>
                  <a:pt x="53315" y="28746"/>
                </a:lnTo>
                <a:lnTo>
                  <a:pt x="53315" y="29728"/>
                </a:lnTo>
                <a:lnTo>
                  <a:pt x="53069" y="29728"/>
                </a:lnTo>
                <a:lnTo>
                  <a:pt x="53069" y="31694"/>
                </a:lnTo>
                <a:lnTo>
                  <a:pt x="52823" y="31694"/>
                </a:lnTo>
                <a:lnTo>
                  <a:pt x="52823" y="32431"/>
                </a:lnTo>
                <a:lnTo>
                  <a:pt x="52578" y="32431"/>
                </a:lnTo>
                <a:lnTo>
                  <a:pt x="52578" y="33168"/>
                </a:lnTo>
                <a:lnTo>
                  <a:pt x="52332" y="33168"/>
                </a:lnTo>
                <a:lnTo>
                  <a:pt x="52332" y="34151"/>
                </a:lnTo>
                <a:lnTo>
                  <a:pt x="52086" y="34151"/>
                </a:lnTo>
                <a:lnTo>
                  <a:pt x="52086" y="34642"/>
                </a:lnTo>
                <a:lnTo>
                  <a:pt x="51841" y="34642"/>
                </a:lnTo>
                <a:lnTo>
                  <a:pt x="51841" y="35134"/>
                </a:lnTo>
                <a:lnTo>
                  <a:pt x="51595" y="35134"/>
                </a:lnTo>
                <a:lnTo>
                  <a:pt x="51103" y="36608"/>
                </a:lnTo>
                <a:lnTo>
                  <a:pt x="50366" y="37099"/>
                </a:lnTo>
                <a:lnTo>
                  <a:pt x="50366" y="37591"/>
                </a:lnTo>
                <a:lnTo>
                  <a:pt x="50121" y="37591"/>
                </a:lnTo>
                <a:lnTo>
                  <a:pt x="50121" y="37836"/>
                </a:lnTo>
                <a:lnTo>
                  <a:pt x="49875" y="37836"/>
                </a:lnTo>
                <a:lnTo>
                  <a:pt x="49875" y="38082"/>
                </a:lnTo>
                <a:lnTo>
                  <a:pt x="49629" y="38082"/>
                </a:lnTo>
                <a:lnTo>
                  <a:pt x="48401" y="39556"/>
                </a:lnTo>
                <a:lnTo>
                  <a:pt x="47909" y="39556"/>
                </a:lnTo>
                <a:lnTo>
                  <a:pt x="47172" y="40539"/>
                </a:lnTo>
                <a:lnTo>
                  <a:pt x="46435" y="40539"/>
                </a:lnTo>
                <a:lnTo>
                  <a:pt x="46190" y="41030"/>
                </a:lnTo>
                <a:lnTo>
                  <a:pt x="45698" y="41030"/>
                </a:lnTo>
                <a:lnTo>
                  <a:pt x="45698" y="41276"/>
                </a:lnTo>
                <a:lnTo>
                  <a:pt x="45207" y="41276"/>
                </a:lnTo>
                <a:lnTo>
                  <a:pt x="45207" y="41522"/>
                </a:lnTo>
                <a:lnTo>
                  <a:pt x="43733" y="41767"/>
                </a:lnTo>
                <a:lnTo>
                  <a:pt x="43733" y="42259"/>
                </a:lnTo>
                <a:lnTo>
                  <a:pt x="43241" y="42504"/>
                </a:lnTo>
                <a:lnTo>
                  <a:pt x="43241" y="43241"/>
                </a:lnTo>
                <a:lnTo>
                  <a:pt x="42996" y="43241"/>
                </a:lnTo>
                <a:lnTo>
                  <a:pt x="42996" y="43733"/>
                </a:lnTo>
                <a:lnTo>
                  <a:pt x="42750" y="43733"/>
                </a:lnTo>
                <a:lnTo>
                  <a:pt x="42750" y="44470"/>
                </a:lnTo>
                <a:lnTo>
                  <a:pt x="42504" y="44470"/>
                </a:lnTo>
                <a:lnTo>
                  <a:pt x="42259" y="45698"/>
                </a:lnTo>
                <a:lnTo>
                  <a:pt x="41522" y="46190"/>
                </a:lnTo>
                <a:lnTo>
                  <a:pt x="41276" y="47172"/>
                </a:lnTo>
                <a:lnTo>
                  <a:pt x="40293" y="47909"/>
                </a:lnTo>
                <a:lnTo>
                  <a:pt x="40293" y="48401"/>
                </a:lnTo>
                <a:lnTo>
                  <a:pt x="39556" y="48647"/>
                </a:lnTo>
                <a:lnTo>
                  <a:pt x="39310" y="49384"/>
                </a:lnTo>
                <a:lnTo>
                  <a:pt x="38819" y="49384"/>
                </a:lnTo>
                <a:lnTo>
                  <a:pt x="38328" y="50121"/>
                </a:lnTo>
                <a:lnTo>
                  <a:pt x="37836" y="50121"/>
                </a:lnTo>
                <a:lnTo>
                  <a:pt x="37591" y="50612"/>
                </a:lnTo>
                <a:lnTo>
                  <a:pt x="37099" y="50612"/>
                </a:lnTo>
                <a:lnTo>
                  <a:pt x="37099" y="50858"/>
                </a:lnTo>
                <a:lnTo>
                  <a:pt x="36608" y="50858"/>
                </a:lnTo>
                <a:lnTo>
                  <a:pt x="36608" y="51103"/>
                </a:lnTo>
                <a:lnTo>
                  <a:pt x="36116" y="51103"/>
                </a:lnTo>
                <a:lnTo>
                  <a:pt x="36116" y="51349"/>
                </a:lnTo>
                <a:lnTo>
                  <a:pt x="35625" y="51349"/>
                </a:lnTo>
                <a:lnTo>
                  <a:pt x="35625" y="51595"/>
                </a:lnTo>
                <a:lnTo>
                  <a:pt x="34888" y="51595"/>
                </a:lnTo>
                <a:lnTo>
                  <a:pt x="34888" y="51841"/>
                </a:lnTo>
                <a:lnTo>
                  <a:pt x="33659" y="52086"/>
                </a:lnTo>
                <a:lnTo>
                  <a:pt x="33659" y="52332"/>
                </a:lnTo>
                <a:lnTo>
                  <a:pt x="32677" y="52332"/>
                </a:lnTo>
                <a:lnTo>
                  <a:pt x="27517" y="52332"/>
                </a:lnTo>
                <a:lnTo>
                  <a:pt x="27517" y="52086"/>
                </a:lnTo>
                <a:lnTo>
                  <a:pt x="26534" y="52086"/>
                </a:lnTo>
                <a:lnTo>
                  <a:pt x="26534" y="51841"/>
                </a:lnTo>
                <a:lnTo>
                  <a:pt x="26043" y="51841"/>
                </a:lnTo>
                <a:lnTo>
                  <a:pt x="26043" y="51595"/>
                </a:lnTo>
                <a:lnTo>
                  <a:pt x="25552" y="51595"/>
                </a:lnTo>
                <a:lnTo>
                  <a:pt x="25552" y="51349"/>
                </a:lnTo>
                <a:lnTo>
                  <a:pt x="24815" y="51349"/>
                </a:lnTo>
                <a:lnTo>
                  <a:pt x="24815" y="51103"/>
                </a:lnTo>
                <a:lnTo>
                  <a:pt x="24323" y="51103"/>
                </a:lnTo>
                <a:lnTo>
                  <a:pt x="24078" y="50612"/>
                </a:lnTo>
                <a:lnTo>
                  <a:pt x="23095" y="50366"/>
                </a:lnTo>
                <a:lnTo>
                  <a:pt x="23095" y="50121"/>
                </a:lnTo>
                <a:lnTo>
                  <a:pt x="22849" y="50121"/>
                </a:lnTo>
                <a:lnTo>
                  <a:pt x="22358" y="49384"/>
                </a:lnTo>
                <a:lnTo>
                  <a:pt x="21866" y="49384"/>
                </a:lnTo>
                <a:lnTo>
                  <a:pt x="21621" y="48892"/>
                </a:lnTo>
                <a:lnTo>
                  <a:pt x="19409" y="49138"/>
                </a:lnTo>
                <a:lnTo>
                  <a:pt x="19409" y="49384"/>
                </a:lnTo>
                <a:lnTo>
                  <a:pt x="14987" y="49384"/>
                </a:lnTo>
                <a:lnTo>
                  <a:pt x="14987" y="49138"/>
                </a:lnTo>
                <a:lnTo>
                  <a:pt x="13759" y="49138"/>
                </a:lnTo>
                <a:lnTo>
                  <a:pt x="13759" y="48892"/>
                </a:lnTo>
                <a:lnTo>
                  <a:pt x="13267" y="48892"/>
                </a:lnTo>
                <a:lnTo>
                  <a:pt x="13267" y="48647"/>
                </a:lnTo>
                <a:lnTo>
                  <a:pt x="12530" y="48647"/>
                </a:lnTo>
                <a:lnTo>
                  <a:pt x="12530" y="48401"/>
                </a:lnTo>
                <a:lnTo>
                  <a:pt x="11793" y="48401"/>
                </a:lnTo>
                <a:lnTo>
                  <a:pt x="11793" y="48155"/>
                </a:lnTo>
                <a:lnTo>
                  <a:pt x="10810" y="47909"/>
                </a:lnTo>
                <a:lnTo>
                  <a:pt x="10565" y="47418"/>
                </a:lnTo>
                <a:lnTo>
                  <a:pt x="10073" y="47418"/>
                </a:lnTo>
                <a:lnTo>
                  <a:pt x="10073" y="47172"/>
                </a:lnTo>
                <a:lnTo>
                  <a:pt x="9582" y="47172"/>
                </a:lnTo>
                <a:lnTo>
                  <a:pt x="9091" y="46435"/>
                </a:lnTo>
                <a:lnTo>
                  <a:pt x="8599" y="46435"/>
                </a:lnTo>
                <a:lnTo>
                  <a:pt x="8599" y="46190"/>
                </a:lnTo>
                <a:lnTo>
                  <a:pt x="8353" y="46190"/>
                </a:lnTo>
                <a:lnTo>
                  <a:pt x="8353" y="45944"/>
                </a:lnTo>
                <a:lnTo>
                  <a:pt x="6879" y="44716"/>
                </a:lnTo>
                <a:lnTo>
                  <a:pt x="6879" y="44224"/>
                </a:lnTo>
                <a:lnTo>
                  <a:pt x="6142" y="43733"/>
                </a:lnTo>
                <a:lnTo>
                  <a:pt x="6142" y="43241"/>
                </a:lnTo>
                <a:lnTo>
                  <a:pt x="5897" y="43241"/>
                </a:lnTo>
                <a:lnTo>
                  <a:pt x="5897" y="42750"/>
                </a:lnTo>
                <a:lnTo>
                  <a:pt x="5405" y="42504"/>
                </a:lnTo>
                <a:lnTo>
                  <a:pt x="5159" y="41276"/>
                </a:lnTo>
                <a:lnTo>
                  <a:pt x="4914" y="41276"/>
                </a:lnTo>
                <a:lnTo>
                  <a:pt x="4914" y="40784"/>
                </a:lnTo>
                <a:lnTo>
                  <a:pt x="4668" y="40784"/>
                </a:lnTo>
                <a:lnTo>
                  <a:pt x="4668" y="40293"/>
                </a:lnTo>
                <a:lnTo>
                  <a:pt x="4422" y="40293"/>
                </a:lnTo>
                <a:lnTo>
                  <a:pt x="4422" y="39065"/>
                </a:lnTo>
                <a:lnTo>
                  <a:pt x="4177" y="39065"/>
                </a:lnTo>
                <a:lnTo>
                  <a:pt x="4177" y="33659"/>
                </a:lnTo>
                <a:lnTo>
                  <a:pt x="4422" y="33659"/>
                </a:lnTo>
                <a:lnTo>
                  <a:pt x="4422" y="33168"/>
                </a:lnTo>
                <a:lnTo>
                  <a:pt x="4177" y="33168"/>
                </a:lnTo>
                <a:lnTo>
                  <a:pt x="4177" y="32677"/>
                </a:lnTo>
                <a:lnTo>
                  <a:pt x="3194" y="31940"/>
                </a:lnTo>
                <a:lnTo>
                  <a:pt x="3194" y="31448"/>
                </a:lnTo>
                <a:lnTo>
                  <a:pt x="2457" y="30957"/>
                </a:lnTo>
                <a:lnTo>
                  <a:pt x="2457" y="30466"/>
                </a:lnTo>
                <a:lnTo>
                  <a:pt x="1966" y="30220"/>
                </a:lnTo>
                <a:lnTo>
                  <a:pt x="1966" y="29728"/>
                </a:lnTo>
                <a:lnTo>
                  <a:pt x="1474" y="29483"/>
                </a:lnTo>
                <a:lnTo>
                  <a:pt x="1228" y="28254"/>
                </a:lnTo>
                <a:lnTo>
                  <a:pt x="983" y="28254"/>
                </a:lnTo>
                <a:lnTo>
                  <a:pt x="983" y="27763"/>
                </a:lnTo>
                <a:lnTo>
                  <a:pt x="737" y="27763"/>
                </a:lnTo>
                <a:lnTo>
                  <a:pt x="737" y="27272"/>
                </a:lnTo>
                <a:lnTo>
                  <a:pt x="491" y="27272"/>
                </a:lnTo>
                <a:lnTo>
                  <a:pt x="491" y="26289"/>
                </a:lnTo>
                <a:lnTo>
                  <a:pt x="246" y="26289"/>
                </a:lnTo>
                <a:lnTo>
                  <a:pt x="246" y="24323"/>
                </a:lnTo>
                <a:lnTo>
                  <a:pt x="0" y="24323"/>
                </a:lnTo>
                <a:lnTo>
                  <a:pt x="246" y="19901"/>
                </a:lnTo>
                <a:lnTo>
                  <a:pt x="491" y="19901"/>
                </a:lnTo>
                <a:lnTo>
                  <a:pt x="491" y="18918"/>
                </a:lnTo>
                <a:lnTo>
                  <a:pt x="737" y="18918"/>
                </a:lnTo>
                <a:lnTo>
                  <a:pt x="737" y="18427"/>
                </a:lnTo>
                <a:lnTo>
                  <a:pt x="983" y="18427"/>
                </a:lnTo>
                <a:lnTo>
                  <a:pt x="983" y="17935"/>
                </a:lnTo>
                <a:lnTo>
                  <a:pt x="1228" y="17935"/>
                </a:lnTo>
                <a:lnTo>
                  <a:pt x="1474" y="16707"/>
                </a:lnTo>
                <a:lnTo>
                  <a:pt x="1966" y="16461"/>
                </a:lnTo>
                <a:lnTo>
                  <a:pt x="1966" y="15970"/>
                </a:lnTo>
                <a:lnTo>
                  <a:pt x="2457" y="15724"/>
                </a:lnTo>
                <a:lnTo>
                  <a:pt x="2457" y="15233"/>
                </a:lnTo>
                <a:lnTo>
                  <a:pt x="3194" y="14741"/>
                </a:lnTo>
                <a:lnTo>
                  <a:pt x="3194" y="14250"/>
                </a:lnTo>
                <a:lnTo>
                  <a:pt x="3931" y="14004"/>
                </a:lnTo>
                <a:lnTo>
                  <a:pt x="4422" y="13022"/>
                </a:lnTo>
                <a:lnTo>
                  <a:pt x="4914" y="13022"/>
                </a:lnTo>
                <a:lnTo>
                  <a:pt x="5405" y="12284"/>
                </a:lnTo>
                <a:lnTo>
                  <a:pt x="5897" y="12284"/>
                </a:lnTo>
                <a:lnTo>
                  <a:pt x="5897" y="12039"/>
                </a:lnTo>
                <a:lnTo>
                  <a:pt x="6634" y="11793"/>
                </a:lnTo>
                <a:lnTo>
                  <a:pt x="6879" y="11302"/>
                </a:lnTo>
                <a:lnTo>
                  <a:pt x="7371" y="11302"/>
                </a:lnTo>
                <a:lnTo>
                  <a:pt x="7371" y="11056"/>
                </a:lnTo>
                <a:lnTo>
                  <a:pt x="8353" y="11056"/>
                </a:lnTo>
                <a:lnTo>
                  <a:pt x="8353" y="10810"/>
                </a:lnTo>
                <a:lnTo>
                  <a:pt x="8845" y="10810"/>
                </a:lnTo>
                <a:lnTo>
                  <a:pt x="9336" y="10073"/>
                </a:lnTo>
                <a:lnTo>
                  <a:pt x="9828" y="10073"/>
                </a:lnTo>
                <a:lnTo>
                  <a:pt x="9828" y="9582"/>
                </a:lnTo>
                <a:lnTo>
                  <a:pt x="10073" y="9582"/>
                </a:lnTo>
                <a:lnTo>
                  <a:pt x="10073" y="8599"/>
                </a:lnTo>
                <a:lnTo>
                  <a:pt x="10319" y="8599"/>
                </a:lnTo>
                <a:lnTo>
                  <a:pt x="10565" y="7371"/>
                </a:lnTo>
                <a:lnTo>
                  <a:pt x="11056" y="7125"/>
                </a:lnTo>
                <a:lnTo>
                  <a:pt x="11056" y="6388"/>
                </a:lnTo>
                <a:lnTo>
                  <a:pt x="11547" y="6142"/>
                </a:lnTo>
                <a:lnTo>
                  <a:pt x="11547" y="5651"/>
                </a:lnTo>
                <a:lnTo>
                  <a:pt x="12039" y="5405"/>
                </a:lnTo>
                <a:lnTo>
                  <a:pt x="12039" y="4914"/>
                </a:lnTo>
                <a:lnTo>
                  <a:pt x="12284" y="4914"/>
                </a:lnTo>
                <a:lnTo>
                  <a:pt x="12284" y="4668"/>
                </a:lnTo>
                <a:lnTo>
                  <a:pt x="12530" y="4668"/>
                </a:lnTo>
                <a:lnTo>
                  <a:pt x="12530" y="4422"/>
                </a:lnTo>
                <a:lnTo>
                  <a:pt x="12776" y="4422"/>
                </a:lnTo>
                <a:lnTo>
                  <a:pt x="12776" y="4177"/>
                </a:lnTo>
                <a:lnTo>
                  <a:pt x="13022" y="4177"/>
                </a:lnTo>
                <a:lnTo>
                  <a:pt x="13022" y="3931"/>
                </a:lnTo>
                <a:lnTo>
                  <a:pt x="13267" y="3931"/>
                </a:lnTo>
                <a:lnTo>
                  <a:pt x="14496" y="2457"/>
                </a:lnTo>
                <a:lnTo>
                  <a:pt x="15478" y="2211"/>
                </a:lnTo>
                <a:lnTo>
                  <a:pt x="15970" y="1474"/>
                </a:lnTo>
                <a:lnTo>
                  <a:pt x="17198" y="1228"/>
                </a:lnTo>
                <a:lnTo>
                  <a:pt x="17198" y="983"/>
                </a:lnTo>
                <a:lnTo>
                  <a:pt x="17690" y="983"/>
                </a:lnTo>
                <a:lnTo>
                  <a:pt x="17690" y="737"/>
                </a:lnTo>
                <a:lnTo>
                  <a:pt x="18181" y="737"/>
                </a:lnTo>
                <a:lnTo>
                  <a:pt x="18181" y="491"/>
                </a:lnTo>
                <a:lnTo>
                  <a:pt x="18918" y="491"/>
                </a:lnTo>
                <a:lnTo>
                  <a:pt x="18918" y="246"/>
                </a:lnTo>
                <a:lnTo>
                  <a:pt x="20638" y="246"/>
                </a:lnTo>
                <a:lnTo>
                  <a:pt x="20638" y="0"/>
                </a:lnTo>
                <a:close/>
                <a:moveTo>
                  <a:pt x="22112" y="2948"/>
                </a:moveTo>
                <a:lnTo>
                  <a:pt x="21866" y="2948"/>
                </a:lnTo>
                <a:lnTo>
                  <a:pt x="21866" y="3194"/>
                </a:lnTo>
                <a:lnTo>
                  <a:pt x="19409" y="3194"/>
                </a:lnTo>
                <a:lnTo>
                  <a:pt x="19409" y="3440"/>
                </a:lnTo>
                <a:lnTo>
                  <a:pt x="18918" y="3440"/>
                </a:lnTo>
                <a:lnTo>
                  <a:pt x="18918" y="3685"/>
                </a:lnTo>
                <a:lnTo>
                  <a:pt x="18427" y="3685"/>
                </a:lnTo>
                <a:lnTo>
                  <a:pt x="18427" y="3931"/>
                </a:lnTo>
                <a:lnTo>
                  <a:pt x="17935" y="3931"/>
                </a:lnTo>
                <a:lnTo>
                  <a:pt x="17935" y="4177"/>
                </a:lnTo>
                <a:lnTo>
                  <a:pt x="16707" y="4422"/>
                </a:lnTo>
                <a:lnTo>
                  <a:pt x="15970" y="5405"/>
                </a:lnTo>
                <a:lnTo>
                  <a:pt x="15478" y="5405"/>
                </a:lnTo>
                <a:lnTo>
                  <a:pt x="15478" y="5651"/>
                </a:lnTo>
                <a:lnTo>
                  <a:pt x="14741" y="6142"/>
                </a:lnTo>
                <a:lnTo>
                  <a:pt x="14741" y="6634"/>
                </a:lnTo>
                <a:lnTo>
                  <a:pt x="14004" y="7125"/>
                </a:lnTo>
                <a:lnTo>
                  <a:pt x="13759" y="8108"/>
                </a:lnTo>
                <a:lnTo>
                  <a:pt x="13267" y="8353"/>
                </a:lnTo>
                <a:lnTo>
                  <a:pt x="13022" y="9582"/>
                </a:lnTo>
                <a:lnTo>
                  <a:pt x="12776" y="9582"/>
                </a:lnTo>
                <a:lnTo>
                  <a:pt x="12776" y="10565"/>
                </a:lnTo>
                <a:lnTo>
                  <a:pt x="12530" y="10565"/>
                </a:lnTo>
                <a:lnTo>
                  <a:pt x="12530" y="11302"/>
                </a:lnTo>
                <a:lnTo>
                  <a:pt x="12284" y="11302"/>
                </a:lnTo>
                <a:lnTo>
                  <a:pt x="12284" y="24815"/>
                </a:lnTo>
                <a:lnTo>
                  <a:pt x="12776" y="25060"/>
                </a:lnTo>
                <a:lnTo>
                  <a:pt x="12776" y="25552"/>
                </a:lnTo>
                <a:lnTo>
                  <a:pt x="13267" y="25552"/>
                </a:lnTo>
                <a:lnTo>
                  <a:pt x="13513" y="26043"/>
                </a:lnTo>
                <a:lnTo>
                  <a:pt x="14004" y="26043"/>
                </a:lnTo>
                <a:lnTo>
                  <a:pt x="14004" y="26289"/>
                </a:lnTo>
                <a:lnTo>
                  <a:pt x="14496" y="26289"/>
                </a:lnTo>
                <a:lnTo>
                  <a:pt x="14741" y="26780"/>
                </a:lnTo>
                <a:lnTo>
                  <a:pt x="15724" y="27026"/>
                </a:lnTo>
                <a:lnTo>
                  <a:pt x="15970" y="27517"/>
                </a:lnTo>
                <a:lnTo>
                  <a:pt x="16953" y="27517"/>
                </a:lnTo>
                <a:lnTo>
                  <a:pt x="16953" y="27272"/>
                </a:lnTo>
                <a:lnTo>
                  <a:pt x="17198" y="27272"/>
                </a:lnTo>
                <a:lnTo>
                  <a:pt x="17198" y="26534"/>
                </a:lnTo>
                <a:lnTo>
                  <a:pt x="17198" y="12284"/>
                </a:lnTo>
                <a:lnTo>
                  <a:pt x="17444" y="12284"/>
                </a:lnTo>
                <a:lnTo>
                  <a:pt x="17444" y="11793"/>
                </a:lnTo>
                <a:lnTo>
                  <a:pt x="17690" y="11793"/>
                </a:lnTo>
                <a:lnTo>
                  <a:pt x="18181" y="11056"/>
                </a:lnTo>
                <a:lnTo>
                  <a:pt x="18672" y="11056"/>
                </a:lnTo>
                <a:lnTo>
                  <a:pt x="19164" y="10319"/>
                </a:lnTo>
                <a:lnTo>
                  <a:pt x="20392" y="10073"/>
                </a:lnTo>
                <a:lnTo>
                  <a:pt x="20884" y="9336"/>
                </a:lnTo>
                <a:lnTo>
                  <a:pt x="22358" y="8845"/>
                </a:lnTo>
                <a:lnTo>
                  <a:pt x="22603" y="8353"/>
                </a:lnTo>
                <a:lnTo>
                  <a:pt x="24078" y="7862"/>
                </a:lnTo>
                <a:lnTo>
                  <a:pt x="24323" y="7371"/>
                </a:lnTo>
                <a:lnTo>
                  <a:pt x="25797" y="6879"/>
                </a:lnTo>
                <a:lnTo>
                  <a:pt x="26043" y="6388"/>
                </a:lnTo>
                <a:lnTo>
                  <a:pt x="26534" y="6388"/>
                </a:lnTo>
                <a:lnTo>
                  <a:pt x="26534" y="6142"/>
                </a:lnTo>
                <a:lnTo>
                  <a:pt x="27026" y="6142"/>
                </a:lnTo>
                <a:lnTo>
                  <a:pt x="27026" y="5897"/>
                </a:lnTo>
                <a:lnTo>
                  <a:pt x="27517" y="5897"/>
                </a:lnTo>
                <a:lnTo>
                  <a:pt x="27517" y="5651"/>
                </a:lnTo>
                <a:lnTo>
                  <a:pt x="28009" y="5405"/>
                </a:lnTo>
                <a:lnTo>
                  <a:pt x="28009" y="4422"/>
                </a:lnTo>
                <a:lnTo>
                  <a:pt x="27763" y="4422"/>
                </a:lnTo>
                <a:lnTo>
                  <a:pt x="27763" y="4177"/>
                </a:lnTo>
                <a:lnTo>
                  <a:pt x="27026" y="4177"/>
                </a:lnTo>
                <a:lnTo>
                  <a:pt x="27026" y="3931"/>
                </a:lnTo>
                <a:lnTo>
                  <a:pt x="26534" y="3931"/>
                </a:lnTo>
                <a:lnTo>
                  <a:pt x="26534" y="3685"/>
                </a:lnTo>
                <a:lnTo>
                  <a:pt x="26043" y="3685"/>
                </a:lnTo>
                <a:lnTo>
                  <a:pt x="26043" y="3440"/>
                </a:lnTo>
                <a:lnTo>
                  <a:pt x="25552" y="3440"/>
                </a:lnTo>
                <a:lnTo>
                  <a:pt x="25552" y="3194"/>
                </a:lnTo>
                <a:lnTo>
                  <a:pt x="22112" y="2948"/>
                </a:lnTo>
                <a:close/>
                <a:moveTo>
                  <a:pt x="33414" y="6142"/>
                </a:moveTo>
                <a:lnTo>
                  <a:pt x="33168" y="6142"/>
                </a:lnTo>
                <a:lnTo>
                  <a:pt x="33168" y="6388"/>
                </a:lnTo>
                <a:lnTo>
                  <a:pt x="32431" y="6388"/>
                </a:lnTo>
                <a:lnTo>
                  <a:pt x="32431" y="6634"/>
                </a:lnTo>
                <a:lnTo>
                  <a:pt x="31940" y="6634"/>
                </a:lnTo>
                <a:lnTo>
                  <a:pt x="31940" y="6879"/>
                </a:lnTo>
                <a:lnTo>
                  <a:pt x="31448" y="6879"/>
                </a:lnTo>
                <a:lnTo>
                  <a:pt x="31448" y="7125"/>
                </a:lnTo>
                <a:lnTo>
                  <a:pt x="30711" y="7125"/>
                </a:lnTo>
                <a:lnTo>
                  <a:pt x="30711" y="7371"/>
                </a:lnTo>
                <a:lnTo>
                  <a:pt x="29974" y="7616"/>
                </a:lnTo>
                <a:lnTo>
                  <a:pt x="29728" y="8108"/>
                </a:lnTo>
                <a:lnTo>
                  <a:pt x="28991" y="8108"/>
                </a:lnTo>
                <a:lnTo>
                  <a:pt x="28500" y="8845"/>
                </a:lnTo>
                <a:lnTo>
                  <a:pt x="27272" y="9091"/>
                </a:lnTo>
                <a:lnTo>
                  <a:pt x="27272" y="9336"/>
                </a:lnTo>
                <a:lnTo>
                  <a:pt x="26534" y="9582"/>
                </a:lnTo>
                <a:lnTo>
                  <a:pt x="26289" y="10073"/>
                </a:lnTo>
                <a:lnTo>
                  <a:pt x="25552" y="10073"/>
                </a:lnTo>
                <a:lnTo>
                  <a:pt x="25552" y="10319"/>
                </a:lnTo>
                <a:lnTo>
                  <a:pt x="24815" y="10565"/>
                </a:lnTo>
                <a:lnTo>
                  <a:pt x="24569" y="11056"/>
                </a:lnTo>
                <a:lnTo>
                  <a:pt x="24078" y="11056"/>
                </a:lnTo>
                <a:lnTo>
                  <a:pt x="24078" y="11302"/>
                </a:lnTo>
                <a:lnTo>
                  <a:pt x="23586" y="11302"/>
                </a:lnTo>
                <a:lnTo>
                  <a:pt x="23341" y="11793"/>
                </a:lnTo>
                <a:lnTo>
                  <a:pt x="21866" y="12284"/>
                </a:lnTo>
                <a:lnTo>
                  <a:pt x="21621" y="12776"/>
                </a:lnTo>
                <a:lnTo>
                  <a:pt x="21129" y="12776"/>
                </a:lnTo>
                <a:lnTo>
                  <a:pt x="21129" y="13022"/>
                </a:lnTo>
                <a:lnTo>
                  <a:pt x="20392" y="13513"/>
                </a:lnTo>
                <a:lnTo>
                  <a:pt x="20392" y="14250"/>
                </a:lnTo>
                <a:lnTo>
                  <a:pt x="20147" y="14250"/>
                </a:lnTo>
                <a:lnTo>
                  <a:pt x="20147" y="18427"/>
                </a:lnTo>
                <a:lnTo>
                  <a:pt x="20392" y="18427"/>
                </a:lnTo>
                <a:lnTo>
                  <a:pt x="20392" y="18672"/>
                </a:lnTo>
                <a:lnTo>
                  <a:pt x="21375" y="18672"/>
                </a:lnTo>
                <a:lnTo>
                  <a:pt x="21621" y="18181"/>
                </a:lnTo>
                <a:lnTo>
                  <a:pt x="22112" y="18181"/>
                </a:lnTo>
                <a:lnTo>
                  <a:pt x="22112" y="17935"/>
                </a:lnTo>
                <a:lnTo>
                  <a:pt x="23095" y="17690"/>
                </a:lnTo>
                <a:lnTo>
                  <a:pt x="23341" y="17198"/>
                </a:lnTo>
                <a:lnTo>
                  <a:pt x="24815" y="16707"/>
                </a:lnTo>
                <a:lnTo>
                  <a:pt x="25060" y="16216"/>
                </a:lnTo>
                <a:lnTo>
                  <a:pt x="26043" y="15970"/>
                </a:lnTo>
                <a:lnTo>
                  <a:pt x="26043" y="15724"/>
                </a:lnTo>
                <a:lnTo>
                  <a:pt x="26780" y="15478"/>
                </a:lnTo>
                <a:lnTo>
                  <a:pt x="27026" y="14987"/>
                </a:lnTo>
                <a:lnTo>
                  <a:pt x="27763" y="14987"/>
                </a:lnTo>
                <a:lnTo>
                  <a:pt x="28254" y="14250"/>
                </a:lnTo>
                <a:lnTo>
                  <a:pt x="29483" y="14004"/>
                </a:lnTo>
                <a:lnTo>
                  <a:pt x="29974" y="13267"/>
                </a:lnTo>
                <a:lnTo>
                  <a:pt x="31448" y="12776"/>
                </a:lnTo>
                <a:lnTo>
                  <a:pt x="31448" y="12530"/>
                </a:lnTo>
                <a:lnTo>
                  <a:pt x="32185" y="12284"/>
                </a:lnTo>
                <a:lnTo>
                  <a:pt x="32185" y="12039"/>
                </a:lnTo>
                <a:lnTo>
                  <a:pt x="33168" y="11793"/>
                </a:lnTo>
                <a:lnTo>
                  <a:pt x="33168" y="11547"/>
                </a:lnTo>
                <a:lnTo>
                  <a:pt x="33905" y="11302"/>
                </a:lnTo>
                <a:lnTo>
                  <a:pt x="33905" y="11056"/>
                </a:lnTo>
                <a:lnTo>
                  <a:pt x="35134" y="11056"/>
                </a:lnTo>
                <a:lnTo>
                  <a:pt x="35134" y="11302"/>
                </a:lnTo>
                <a:lnTo>
                  <a:pt x="35625" y="11302"/>
                </a:lnTo>
                <a:lnTo>
                  <a:pt x="35871" y="11793"/>
                </a:lnTo>
                <a:lnTo>
                  <a:pt x="36362" y="11793"/>
                </a:lnTo>
                <a:lnTo>
                  <a:pt x="36362" y="12039"/>
                </a:lnTo>
                <a:lnTo>
                  <a:pt x="37345" y="12284"/>
                </a:lnTo>
                <a:lnTo>
                  <a:pt x="37591" y="12776"/>
                </a:lnTo>
                <a:lnTo>
                  <a:pt x="39065" y="13267"/>
                </a:lnTo>
                <a:lnTo>
                  <a:pt x="39310" y="13759"/>
                </a:lnTo>
                <a:lnTo>
                  <a:pt x="40293" y="14004"/>
                </a:lnTo>
                <a:lnTo>
                  <a:pt x="40293" y="14250"/>
                </a:lnTo>
                <a:lnTo>
                  <a:pt x="41030" y="14496"/>
                </a:lnTo>
                <a:lnTo>
                  <a:pt x="41276" y="14987"/>
                </a:lnTo>
                <a:lnTo>
                  <a:pt x="42013" y="14987"/>
                </a:lnTo>
                <a:lnTo>
                  <a:pt x="42013" y="15233"/>
                </a:lnTo>
                <a:lnTo>
                  <a:pt x="42750" y="15478"/>
                </a:lnTo>
                <a:lnTo>
                  <a:pt x="42996" y="15970"/>
                </a:lnTo>
                <a:lnTo>
                  <a:pt x="43733" y="15970"/>
                </a:lnTo>
                <a:lnTo>
                  <a:pt x="43733" y="16216"/>
                </a:lnTo>
                <a:lnTo>
                  <a:pt x="43978" y="16216"/>
                </a:lnTo>
                <a:lnTo>
                  <a:pt x="44224" y="16707"/>
                </a:lnTo>
                <a:lnTo>
                  <a:pt x="44716" y="16707"/>
                </a:lnTo>
                <a:lnTo>
                  <a:pt x="44716" y="16953"/>
                </a:lnTo>
                <a:lnTo>
                  <a:pt x="45944" y="16953"/>
                </a:lnTo>
                <a:lnTo>
                  <a:pt x="45944" y="16461"/>
                </a:lnTo>
                <a:lnTo>
                  <a:pt x="46190" y="16461"/>
                </a:lnTo>
                <a:lnTo>
                  <a:pt x="46190" y="15478"/>
                </a:lnTo>
                <a:lnTo>
                  <a:pt x="45944" y="15478"/>
                </a:lnTo>
                <a:lnTo>
                  <a:pt x="45944" y="14496"/>
                </a:lnTo>
                <a:lnTo>
                  <a:pt x="45698" y="14496"/>
                </a:lnTo>
                <a:lnTo>
                  <a:pt x="45453" y="12284"/>
                </a:lnTo>
                <a:lnTo>
                  <a:pt x="45207" y="12284"/>
                </a:lnTo>
                <a:lnTo>
                  <a:pt x="45207" y="11793"/>
                </a:lnTo>
                <a:lnTo>
                  <a:pt x="44716" y="11547"/>
                </a:lnTo>
                <a:lnTo>
                  <a:pt x="44224" y="10073"/>
                </a:lnTo>
                <a:lnTo>
                  <a:pt x="43978" y="10073"/>
                </a:lnTo>
                <a:lnTo>
                  <a:pt x="43978" y="9828"/>
                </a:lnTo>
                <a:lnTo>
                  <a:pt x="43733" y="9828"/>
                </a:lnTo>
                <a:lnTo>
                  <a:pt x="43733" y="9582"/>
                </a:lnTo>
                <a:lnTo>
                  <a:pt x="43487" y="9582"/>
                </a:lnTo>
                <a:lnTo>
                  <a:pt x="42259" y="8108"/>
                </a:lnTo>
                <a:lnTo>
                  <a:pt x="41767" y="8108"/>
                </a:lnTo>
                <a:lnTo>
                  <a:pt x="41276" y="7371"/>
                </a:lnTo>
                <a:lnTo>
                  <a:pt x="40047" y="7125"/>
                </a:lnTo>
                <a:lnTo>
                  <a:pt x="40047" y="6879"/>
                </a:lnTo>
                <a:lnTo>
                  <a:pt x="39556" y="6879"/>
                </a:lnTo>
                <a:lnTo>
                  <a:pt x="39556" y="6634"/>
                </a:lnTo>
                <a:lnTo>
                  <a:pt x="39065" y="6634"/>
                </a:lnTo>
                <a:lnTo>
                  <a:pt x="39065" y="6388"/>
                </a:lnTo>
                <a:lnTo>
                  <a:pt x="38328" y="6388"/>
                </a:lnTo>
                <a:lnTo>
                  <a:pt x="38328" y="6142"/>
                </a:lnTo>
                <a:lnTo>
                  <a:pt x="33414" y="6142"/>
                </a:lnTo>
                <a:close/>
                <a:moveTo>
                  <a:pt x="8845" y="14004"/>
                </a:moveTo>
                <a:lnTo>
                  <a:pt x="8108" y="14250"/>
                </a:lnTo>
                <a:lnTo>
                  <a:pt x="8108" y="14496"/>
                </a:lnTo>
                <a:lnTo>
                  <a:pt x="7616" y="14496"/>
                </a:lnTo>
                <a:lnTo>
                  <a:pt x="7371" y="14987"/>
                </a:lnTo>
                <a:lnTo>
                  <a:pt x="6879" y="14987"/>
                </a:lnTo>
                <a:lnTo>
                  <a:pt x="6879" y="15233"/>
                </a:lnTo>
                <a:lnTo>
                  <a:pt x="6634" y="15233"/>
                </a:lnTo>
                <a:lnTo>
                  <a:pt x="6634" y="15478"/>
                </a:lnTo>
                <a:lnTo>
                  <a:pt x="5159" y="16707"/>
                </a:lnTo>
                <a:lnTo>
                  <a:pt x="5159" y="17198"/>
                </a:lnTo>
                <a:lnTo>
                  <a:pt x="4668" y="17444"/>
                </a:lnTo>
                <a:lnTo>
                  <a:pt x="4668" y="17935"/>
                </a:lnTo>
                <a:lnTo>
                  <a:pt x="4177" y="18181"/>
                </a:lnTo>
                <a:lnTo>
                  <a:pt x="4177" y="18672"/>
                </a:lnTo>
                <a:lnTo>
                  <a:pt x="3931" y="18672"/>
                </a:lnTo>
                <a:lnTo>
                  <a:pt x="3931" y="19164"/>
                </a:lnTo>
                <a:lnTo>
                  <a:pt x="3685" y="19164"/>
                </a:lnTo>
                <a:lnTo>
                  <a:pt x="3685" y="19655"/>
                </a:lnTo>
                <a:lnTo>
                  <a:pt x="3440" y="19655"/>
                </a:lnTo>
                <a:lnTo>
                  <a:pt x="3440" y="20638"/>
                </a:lnTo>
                <a:lnTo>
                  <a:pt x="3194" y="20638"/>
                </a:lnTo>
                <a:lnTo>
                  <a:pt x="3194" y="25552"/>
                </a:lnTo>
                <a:lnTo>
                  <a:pt x="3440" y="25552"/>
                </a:lnTo>
                <a:lnTo>
                  <a:pt x="3440" y="26534"/>
                </a:lnTo>
                <a:lnTo>
                  <a:pt x="3931" y="26780"/>
                </a:lnTo>
                <a:lnTo>
                  <a:pt x="4177" y="28009"/>
                </a:lnTo>
                <a:lnTo>
                  <a:pt x="4422" y="28009"/>
                </a:lnTo>
                <a:lnTo>
                  <a:pt x="4422" y="28500"/>
                </a:lnTo>
                <a:lnTo>
                  <a:pt x="5159" y="28991"/>
                </a:lnTo>
                <a:lnTo>
                  <a:pt x="5159" y="29483"/>
                </a:lnTo>
                <a:lnTo>
                  <a:pt x="5405" y="29483"/>
                </a:lnTo>
                <a:lnTo>
                  <a:pt x="5405" y="29728"/>
                </a:lnTo>
                <a:lnTo>
                  <a:pt x="5651" y="29728"/>
                </a:lnTo>
                <a:lnTo>
                  <a:pt x="5651" y="29974"/>
                </a:lnTo>
                <a:lnTo>
                  <a:pt x="5897" y="29974"/>
                </a:lnTo>
                <a:lnTo>
                  <a:pt x="5897" y="30220"/>
                </a:lnTo>
                <a:lnTo>
                  <a:pt x="6142" y="30220"/>
                </a:lnTo>
                <a:lnTo>
                  <a:pt x="7371" y="31694"/>
                </a:lnTo>
                <a:lnTo>
                  <a:pt x="7862" y="31694"/>
                </a:lnTo>
                <a:lnTo>
                  <a:pt x="7862" y="31940"/>
                </a:lnTo>
                <a:lnTo>
                  <a:pt x="8353" y="31940"/>
                </a:lnTo>
                <a:lnTo>
                  <a:pt x="8599" y="32431"/>
                </a:lnTo>
                <a:lnTo>
                  <a:pt x="10073" y="32922"/>
                </a:lnTo>
                <a:lnTo>
                  <a:pt x="10565" y="33659"/>
                </a:lnTo>
                <a:lnTo>
                  <a:pt x="11793" y="33905"/>
                </a:lnTo>
                <a:lnTo>
                  <a:pt x="12284" y="34642"/>
                </a:lnTo>
                <a:lnTo>
                  <a:pt x="13513" y="34888"/>
                </a:lnTo>
                <a:lnTo>
                  <a:pt x="13759" y="35379"/>
                </a:lnTo>
                <a:lnTo>
                  <a:pt x="14741" y="35625"/>
                </a:lnTo>
                <a:lnTo>
                  <a:pt x="14987" y="36116"/>
                </a:lnTo>
                <a:lnTo>
                  <a:pt x="15478" y="36116"/>
                </a:lnTo>
                <a:lnTo>
                  <a:pt x="15478" y="36362"/>
                </a:lnTo>
                <a:lnTo>
                  <a:pt x="16953" y="36853"/>
                </a:lnTo>
                <a:lnTo>
                  <a:pt x="17444" y="37591"/>
                </a:lnTo>
                <a:lnTo>
                  <a:pt x="18181" y="37591"/>
                </a:lnTo>
                <a:lnTo>
                  <a:pt x="18181" y="37836"/>
                </a:lnTo>
                <a:lnTo>
                  <a:pt x="19655" y="37591"/>
                </a:lnTo>
                <a:lnTo>
                  <a:pt x="19901" y="37099"/>
                </a:lnTo>
                <a:lnTo>
                  <a:pt x="20392" y="37099"/>
                </a:lnTo>
                <a:lnTo>
                  <a:pt x="20392" y="36853"/>
                </a:lnTo>
                <a:lnTo>
                  <a:pt x="21375" y="36608"/>
                </a:lnTo>
                <a:lnTo>
                  <a:pt x="21621" y="36116"/>
                </a:lnTo>
                <a:lnTo>
                  <a:pt x="22603" y="35871"/>
                </a:lnTo>
                <a:lnTo>
                  <a:pt x="22603" y="35625"/>
                </a:lnTo>
                <a:lnTo>
                  <a:pt x="22849" y="35625"/>
                </a:lnTo>
                <a:lnTo>
                  <a:pt x="22849" y="34642"/>
                </a:lnTo>
                <a:lnTo>
                  <a:pt x="22358" y="34642"/>
                </a:lnTo>
                <a:lnTo>
                  <a:pt x="22358" y="34397"/>
                </a:lnTo>
                <a:lnTo>
                  <a:pt x="21866" y="34397"/>
                </a:lnTo>
                <a:lnTo>
                  <a:pt x="21621" y="33905"/>
                </a:lnTo>
                <a:lnTo>
                  <a:pt x="20147" y="33414"/>
                </a:lnTo>
                <a:lnTo>
                  <a:pt x="19655" y="32677"/>
                </a:lnTo>
                <a:lnTo>
                  <a:pt x="18427" y="32431"/>
                </a:lnTo>
                <a:lnTo>
                  <a:pt x="18181" y="31940"/>
                </a:lnTo>
                <a:lnTo>
                  <a:pt x="17198" y="31694"/>
                </a:lnTo>
                <a:lnTo>
                  <a:pt x="16953" y="31203"/>
                </a:lnTo>
                <a:lnTo>
                  <a:pt x="15478" y="30711"/>
                </a:lnTo>
                <a:lnTo>
                  <a:pt x="15478" y="30466"/>
                </a:lnTo>
                <a:lnTo>
                  <a:pt x="14741" y="30220"/>
                </a:lnTo>
                <a:lnTo>
                  <a:pt x="14496" y="29728"/>
                </a:lnTo>
                <a:lnTo>
                  <a:pt x="13759" y="29728"/>
                </a:lnTo>
                <a:lnTo>
                  <a:pt x="13759" y="29483"/>
                </a:lnTo>
                <a:lnTo>
                  <a:pt x="13022" y="29237"/>
                </a:lnTo>
                <a:lnTo>
                  <a:pt x="12776" y="28746"/>
                </a:lnTo>
                <a:lnTo>
                  <a:pt x="12284" y="28746"/>
                </a:lnTo>
                <a:lnTo>
                  <a:pt x="12284" y="28500"/>
                </a:lnTo>
                <a:lnTo>
                  <a:pt x="11793" y="28500"/>
                </a:lnTo>
                <a:lnTo>
                  <a:pt x="11547" y="28009"/>
                </a:lnTo>
                <a:lnTo>
                  <a:pt x="10073" y="27517"/>
                </a:lnTo>
                <a:lnTo>
                  <a:pt x="10073" y="27026"/>
                </a:lnTo>
                <a:lnTo>
                  <a:pt x="9336" y="26534"/>
                </a:lnTo>
                <a:lnTo>
                  <a:pt x="9336" y="14496"/>
                </a:lnTo>
                <a:lnTo>
                  <a:pt x="9091" y="14496"/>
                </a:lnTo>
                <a:lnTo>
                  <a:pt x="8845" y="14004"/>
                </a:lnTo>
                <a:close/>
                <a:moveTo>
                  <a:pt x="33905" y="14741"/>
                </a:moveTo>
                <a:lnTo>
                  <a:pt x="33168" y="14987"/>
                </a:lnTo>
                <a:lnTo>
                  <a:pt x="33168" y="15233"/>
                </a:lnTo>
                <a:lnTo>
                  <a:pt x="32677" y="15233"/>
                </a:lnTo>
                <a:lnTo>
                  <a:pt x="32431" y="15724"/>
                </a:lnTo>
                <a:lnTo>
                  <a:pt x="31448" y="15970"/>
                </a:lnTo>
                <a:lnTo>
                  <a:pt x="31203" y="16461"/>
                </a:lnTo>
                <a:lnTo>
                  <a:pt x="30711" y="16461"/>
                </a:lnTo>
                <a:lnTo>
                  <a:pt x="30711" y="16707"/>
                </a:lnTo>
                <a:lnTo>
                  <a:pt x="30220" y="16953"/>
                </a:lnTo>
                <a:lnTo>
                  <a:pt x="30220" y="17690"/>
                </a:lnTo>
                <a:lnTo>
                  <a:pt x="30957" y="17935"/>
                </a:lnTo>
                <a:lnTo>
                  <a:pt x="30957" y="18181"/>
                </a:lnTo>
                <a:lnTo>
                  <a:pt x="31448" y="18181"/>
                </a:lnTo>
                <a:lnTo>
                  <a:pt x="31694" y="18672"/>
                </a:lnTo>
                <a:lnTo>
                  <a:pt x="33168" y="19164"/>
                </a:lnTo>
                <a:lnTo>
                  <a:pt x="33414" y="19655"/>
                </a:lnTo>
                <a:lnTo>
                  <a:pt x="34888" y="20147"/>
                </a:lnTo>
                <a:lnTo>
                  <a:pt x="35134" y="20638"/>
                </a:lnTo>
                <a:lnTo>
                  <a:pt x="36608" y="21129"/>
                </a:lnTo>
                <a:lnTo>
                  <a:pt x="36853" y="21621"/>
                </a:lnTo>
                <a:lnTo>
                  <a:pt x="38328" y="22112"/>
                </a:lnTo>
                <a:lnTo>
                  <a:pt x="38819" y="22849"/>
                </a:lnTo>
                <a:lnTo>
                  <a:pt x="39556" y="22849"/>
                </a:lnTo>
                <a:lnTo>
                  <a:pt x="39556" y="23095"/>
                </a:lnTo>
                <a:lnTo>
                  <a:pt x="40293" y="23341"/>
                </a:lnTo>
                <a:lnTo>
                  <a:pt x="40539" y="23832"/>
                </a:lnTo>
                <a:lnTo>
                  <a:pt x="41276" y="23832"/>
                </a:lnTo>
                <a:lnTo>
                  <a:pt x="41276" y="24078"/>
                </a:lnTo>
                <a:lnTo>
                  <a:pt x="42013" y="24323"/>
                </a:lnTo>
                <a:lnTo>
                  <a:pt x="42259" y="24815"/>
                </a:lnTo>
                <a:lnTo>
                  <a:pt x="43241" y="25060"/>
                </a:lnTo>
                <a:lnTo>
                  <a:pt x="43241" y="25552"/>
                </a:lnTo>
                <a:lnTo>
                  <a:pt x="43487" y="25552"/>
                </a:lnTo>
                <a:lnTo>
                  <a:pt x="43487" y="26043"/>
                </a:lnTo>
                <a:lnTo>
                  <a:pt x="43733" y="26043"/>
                </a:lnTo>
                <a:lnTo>
                  <a:pt x="43733" y="38082"/>
                </a:lnTo>
                <a:lnTo>
                  <a:pt x="43978" y="38082"/>
                </a:lnTo>
                <a:lnTo>
                  <a:pt x="43978" y="38328"/>
                </a:lnTo>
                <a:lnTo>
                  <a:pt x="44716" y="38328"/>
                </a:lnTo>
                <a:lnTo>
                  <a:pt x="44716" y="38082"/>
                </a:lnTo>
                <a:lnTo>
                  <a:pt x="45207" y="38082"/>
                </a:lnTo>
                <a:lnTo>
                  <a:pt x="45207" y="37836"/>
                </a:lnTo>
                <a:lnTo>
                  <a:pt x="45698" y="37836"/>
                </a:lnTo>
                <a:lnTo>
                  <a:pt x="45698" y="37591"/>
                </a:lnTo>
                <a:lnTo>
                  <a:pt x="45944" y="37591"/>
                </a:lnTo>
                <a:lnTo>
                  <a:pt x="46681" y="36608"/>
                </a:lnTo>
                <a:lnTo>
                  <a:pt x="47172" y="36608"/>
                </a:lnTo>
                <a:lnTo>
                  <a:pt x="47418" y="35871"/>
                </a:lnTo>
                <a:lnTo>
                  <a:pt x="48401" y="35134"/>
                </a:lnTo>
                <a:lnTo>
                  <a:pt x="48647" y="34151"/>
                </a:lnTo>
                <a:lnTo>
                  <a:pt x="48892" y="34151"/>
                </a:lnTo>
                <a:lnTo>
                  <a:pt x="49138" y="33414"/>
                </a:lnTo>
                <a:lnTo>
                  <a:pt x="49384" y="33414"/>
                </a:lnTo>
                <a:lnTo>
                  <a:pt x="49629" y="31448"/>
                </a:lnTo>
                <a:lnTo>
                  <a:pt x="49875" y="31448"/>
                </a:lnTo>
                <a:lnTo>
                  <a:pt x="49875" y="30711"/>
                </a:lnTo>
                <a:lnTo>
                  <a:pt x="50121" y="30711"/>
                </a:lnTo>
                <a:lnTo>
                  <a:pt x="50121" y="28009"/>
                </a:lnTo>
                <a:lnTo>
                  <a:pt x="49875" y="28009"/>
                </a:lnTo>
                <a:lnTo>
                  <a:pt x="49629" y="26289"/>
                </a:lnTo>
                <a:lnTo>
                  <a:pt x="49384" y="26289"/>
                </a:lnTo>
                <a:lnTo>
                  <a:pt x="49384" y="25306"/>
                </a:lnTo>
                <a:lnTo>
                  <a:pt x="49138" y="25306"/>
                </a:lnTo>
                <a:lnTo>
                  <a:pt x="48892" y="24323"/>
                </a:lnTo>
                <a:lnTo>
                  <a:pt x="48401" y="24078"/>
                </a:lnTo>
                <a:lnTo>
                  <a:pt x="48401" y="23586"/>
                </a:lnTo>
                <a:lnTo>
                  <a:pt x="48155" y="23586"/>
                </a:lnTo>
                <a:lnTo>
                  <a:pt x="48155" y="23095"/>
                </a:lnTo>
                <a:lnTo>
                  <a:pt x="47418" y="22603"/>
                </a:lnTo>
                <a:lnTo>
                  <a:pt x="47418" y="22112"/>
                </a:lnTo>
                <a:lnTo>
                  <a:pt x="46681" y="21866"/>
                </a:lnTo>
                <a:lnTo>
                  <a:pt x="45944" y="20884"/>
                </a:lnTo>
                <a:lnTo>
                  <a:pt x="45453" y="20884"/>
                </a:lnTo>
                <a:lnTo>
                  <a:pt x="45453" y="20638"/>
                </a:lnTo>
                <a:lnTo>
                  <a:pt x="44716" y="20392"/>
                </a:lnTo>
                <a:lnTo>
                  <a:pt x="44470" y="19901"/>
                </a:lnTo>
                <a:lnTo>
                  <a:pt x="42996" y="19409"/>
                </a:lnTo>
                <a:lnTo>
                  <a:pt x="42750" y="18918"/>
                </a:lnTo>
                <a:lnTo>
                  <a:pt x="42013" y="18918"/>
                </a:lnTo>
                <a:lnTo>
                  <a:pt x="41522" y="18181"/>
                </a:lnTo>
                <a:lnTo>
                  <a:pt x="41030" y="18181"/>
                </a:lnTo>
                <a:lnTo>
                  <a:pt x="41030" y="17935"/>
                </a:lnTo>
                <a:lnTo>
                  <a:pt x="39556" y="17444"/>
                </a:lnTo>
                <a:lnTo>
                  <a:pt x="39310" y="16953"/>
                </a:lnTo>
                <a:lnTo>
                  <a:pt x="38328" y="16707"/>
                </a:lnTo>
                <a:lnTo>
                  <a:pt x="38082" y="16216"/>
                </a:lnTo>
                <a:lnTo>
                  <a:pt x="36608" y="15724"/>
                </a:lnTo>
                <a:lnTo>
                  <a:pt x="36608" y="15478"/>
                </a:lnTo>
                <a:lnTo>
                  <a:pt x="35871" y="15233"/>
                </a:lnTo>
                <a:lnTo>
                  <a:pt x="35871" y="14987"/>
                </a:lnTo>
                <a:lnTo>
                  <a:pt x="33905" y="14741"/>
                </a:lnTo>
                <a:close/>
                <a:moveTo>
                  <a:pt x="26043" y="19164"/>
                </a:moveTo>
                <a:lnTo>
                  <a:pt x="25797" y="19164"/>
                </a:lnTo>
                <a:lnTo>
                  <a:pt x="25306" y="19901"/>
                </a:lnTo>
                <a:lnTo>
                  <a:pt x="24078" y="20147"/>
                </a:lnTo>
                <a:lnTo>
                  <a:pt x="23586" y="20884"/>
                </a:lnTo>
                <a:lnTo>
                  <a:pt x="22849" y="20884"/>
                </a:lnTo>
                <a:lnTo>
                  <a:pt x="22849" y="21129"/>
                </a:lnTo>
                <a:lnTo>
                  <a:pt x="22358" y="21129"/>
                </a:lnTo>
                <a:lnTo>
                  <a:pt x="22112" y="21621"/>
                </a:lnTo>
                <a:lnTo>
                  <a:pt x="20638" y="22112"/>
                </a:lnTo>
                <a:lnTo>
                  <a:pt x="20638" y="22603"/>
                </a:lnTo>
                <a:lnTo>
                  <a:pt x="20392" y="22603"/>
                </a:lnTo>
                <a:lnTo>
                  <a:pt x="20392" y="23095"/>
                </a:lnTo>
                <a:lnTo>
                  <a:pt x="20147" y="23095"/>
                </a:lnTo>
                <a:lnTo>
                  <a:pt x="20147" y="29237"/>
                </a:lnTo>
                <a:lnTo>
                  <a:pt x="20392" y="29237"/>
                </a:lnTo>
                <a:lnTo>
                  <a:pt x="20392" y="29728"/>
                </a:lnTo>
                <a:lnTo>
                  <a:pt x="20884" y="29974"/>
                </a:lnTo>
                <a:lnTo>
                  <a:pt x="20884" y="30466"/>
                </a:lnTo>
                <a:lnTo>
                  <a:pt x="22112" y="30711"/>
                </a:lnTo>
                <a:lnTo>
                  <a:pt x="22358" y="31203"/>
                </a:lnTo>
                <a:lnTo>
                  <a:pt x="22849" y="31203"/>
                </a:lnTo>
                <a:lnTo>
                  <a:pt x="23095" y="31694"/>
                </a:lnTo>
                <a:lnTo>
                  <a:pt x="24569" y="32185"/>
                </a:lnTo>
                <a:lnTo>
                  <a:pt x="24815" y="32677"/>
                </a:lnTo>
                <a:lnTo>
                  <a:pt x="25552" y="32677"/>
                </a:lnTo>
                <a:lnTo>
                  <a:pt x="25797" y="33168"/>
                </a:lnTo>
                <a:lnTo>
                  <a:pt x="27026" y="33168"/>
                </a:lnTo>
                <a:lnTo>
                  <a:pt x="27763" y="32922"/>
                </a:lnTo>
                <a:lnTo>
                  <a:pt x="27763" y="32677"/>
                </a:lnTo>
                <a:lnTo>
                  <a:pt x="28254" y="32677"/>
                </a:lnTo>
                <a:lnTo>
                  <a:pt x="28254" y="32431"/>
                </a:lnTo>
                <a:lnTo>
                  <a:pt x="28746" y="32431"/>
                </a:lnTo>
                <a:lnTo>
                  <a:pt x="28991" y="31940"/>
                </a:lnTo>
                <a:lnTo>
                  <a:pt x="30466" y="31448"/>
                </a:lnTo>
                <a:lnTo>
                  <a:pt x="30711" y="30957"/>
                </a:lnTo>
                <a:lnTo>
                  <a:pt x="31694" y="30711"/>
                </a:lnTo>
                <a:lnTo>
                  <a:pt x="31940" y="30220"/>
                </a:lnTo>
                <a:lnTo>
                  <a:pt x="32431" y="30220"/>
                </a:lnTo>
                <a:lnTo>
                  <a:pt x="32431" y="29728"/>
                </a:lnTo>
                <a:lnTo>
                  <a:pt x="32677" y="29728"/>
                </a:lnTo>
                <a:lnTo>
                  <a:pt x="32677" y="29237"/>
                </a:lnTo>
                <a:lnTo>
                  <a:pt x="32922" y="29237"/>
                </a:lnTo>
                <a:lnTo>
                  <a:pt x="32922" y="23095"/>
                </a:lnTo>
                <a:lnTo>
                  <a:pt x="32677" y="23095"/>
                </a:lnTo>
                <a:lnTo>
                  <a:pt x="32677" y="22358"/>
                </a:lnTo>
                <a:lnTo>
                  <a:pt x="32431" y="22358"/>
                </a:lnTo>
                <a:lnTo>
                  <a:pt x="32431" y="22112"/>
                </a:lnTo>
                <a:lnTo>
                  <a:pt x="30957" y="21621"/>
                </a:lnTo>
                <a:lnTo>
                  <a:pt x="30711" y="21129"/>
                </a:lnTo>
                <a:lnTo>
                  <a:pt x="29237" y="20638"/>
                </a:lnTo>
                <a:lnTo>
                  <a:pt x="28991" y="20147"/>
                </a:lnTo>
                <a:lnTo>
                  <a:pt x="27517" y="19655"/>
                </a:lnTo>
                <a:lnTo>
                  <a:pt x="27272" y="19164"/>
                </a:lnTo>
                <a:lnTo>
                  <a:pt x="26043" y="19164"/>
                </a:lnTo>
                <a:close/>
                <a:moveTo>
                  <a:pt x="36116" y="24815"/>
                </a:moveTo>
                <a:lnTo>
                  <a:pt x="35871" y="24815"/>
                </a:lnTo>
                <a:lnTo>
                  <a:pt x="35871" y="25306"/>
                </a:lnTo>
                <a:lnTo>
                  <a:pt x="35625" y="25306"/>
                </a:lnTo>
                <a:lnTo>
                  <a:pt x="35625" y="40539"/>
                </a:lnTo>
                <a:lnTo>
                  <a:pt x="35379" y="40539"/>
                </a:lnTo>
                <a:lnTo>
                  <a:pt x="35134" y="41276"/>
                </a:lnTo>
                <a:lnTo>
                  <a:pt x="34151" y="41522"/>
                </a:lnTo>
                <a:lnTo>
                  <a:pt x="34151" y="41767"/>
                </a:lnTo>
                <a:lnTo>
                  <a:pt x="33414" y="42013"/>
                </a:lnTo>
                <a:lnTo>
                  <a:pt x="33168" y="42504"/>
                </a:lnTo>
                <a:lnTo>
                  <a:pt x="31940" y="42750"/>
                </a:lnTo>
                <a:lnTo>
                  <a:pt x="31448" y="43487"/>
                </a:lnTo>
                <a:lnTo>
                  <a:pt x="30711" y="43487"/>
                </a:lnTo>
                <a:lnTo>
                  <a:pt x="30711" y="43733"/>
                </a:lnTo>
                <a:lnTo>
                  <a:pt x="29974" y="43978"/>
                </a:lnTo>
                <a:lnTo>
                  <a:pt x="29728" y="44470"/>
                </a:lnTo>
                <a:lnTo>
                  <a:pt x="28991" y="44470"/>
                </a:lnTo>
                <a:lnTo>
                  <a:pt x="28500" y="45207"/>
                </a:lnTo>
                <a:lnTo>
                  <a:pt x="27272" y="45453"/>
                </a:lnTo>
                <a:lnTo>
                  <a:pt x="26780" y="46190"/>
                </a:lnTo>
                <a:lnTo>
                  <a:pt x="26289" y="46190"/>
                </a:lnTo>
                <a:lnTo>
                  <a:pt x="26289" y="46435"/>
                </a:lnTo>
                <a:lnTo>
                  <a:pt x="25797" y="46435"/>
                </a:lnTo>
                <a:lnTo>
                  <a:pt x="25797" y="46681"/>
                </a:lnTo>
                <a:lnTo>
                  <a:pt x="25060" y="46927"/>
                </a:lnTo>
                <a:lnTo>
                  <a:pt x="25060" y="47664"/>
                </a:lnTo>
                <a:lnTo>
                  <a:pt x="25306" y="47664"/>
                </a:lnTo>
                <a:lnTo>
                  <a:pt x="25797" y="48401"/>
                </a:lnTo>
                <a:lnTo>
                  <a:pt x="26534" y="48401"/>
                </a:lnTo>
                <a:lnTo>
                  <a:pt x="26534" y="48647"/>
                </a:lnTo>
                <a:lnTo>
                  <a:pt x="27026" y="48647"/>
                </a:lnTo>
                <a:lnTo>
                  <a:pt x="27026" y="48892"/>
                </a:lnTo>
                <a:lnTo>
                  <a:pt x="27517" y="48892"/>
                </a:lnTo>
                <a:lnTo>
                  <a:pt x="27517" y="49138"/>
                </a:lnTo>
                <a:lnTo>
                  <a:pt x="28254" y="49138"/>
                </a:lnTo>
                <a:lnTo>
                  <a:pt x="28254" y="49384"/>
                </a:lnTo>
                <a:lnTo>
                  <a:pt x="29728" y="49384"/>
                </a:lnTo>
                <a:lnTo>
                  <a:pt x="32922" y="49384"/>
                </a:lnTo>
                <a:lnTo>
                  <a:pt x="32922" y="49138"/>
                </a:lnTo>
                <a:lnTo>
                  <a:pt x="33905" y="49138"/>
                </a:lnTo>
                <a:lnTo>
                  <a:pt x="33905" y="48892"/>
                </a:lnTo>
                <a:lnTo>
                  <a:pt x="34397" y="48892"/>
                </a:lnTo>
                <a:lnTo>
                  <a:pt x="34397" y="48647"/>
                </a:lnTo>
                <a:lnTo>
                  <a:pt x="34888" y="48647"/>
                </a:lnTo>
                <a:lnTo>
                  <a:pt x="34888" y="48401"/>
                </a:lnTo>
                <a:lnTo>
                  <a:pt x="35625" y="48401"/>
                </a:lnTo>
                <a:lnTo>
                  <a:pt x="35871" y="47909"/>
                </a:lnTo>
                <a:lnTo>
                  <a:pt x="36362" y="47909"/>
                </a:lnTo>
                <a:lnTo>
                  <a:pt x="36608" y="47418"/>
                </a:lnTo>
                <a:lnTo>
                  <a:pt x="37099" y="47418"/>
                </a:lnTo>
                <a:lnTo>
                  <a:pt x="37099" y="47172"/>
                </a:lnTo>
                <a:lnTo>
                  <a:pt x="37345" y="47172"/>
                </a:lnTo>
                <a:lnTo>
                  <a:pt x="37345" y="46927"/>
                </a:lnTo>
                <a:lnTo>
                  <a:pt x="38819" y="45698"/>
                </a:lnTo>
                <a:lnTo>
                  <a:pt x="38819" y="45207"/>
                </a:lnTo>
                <a:lnTo>
                  <a:pt x="39556" y="44716"/>
                </a:lnTo>
                <a:lnTo>
                  <a:pt x="39802" y="43487"/>
                </a:lnTo>
                <a:lnTo>
                  <a:pt x="40293" y="43241"/>
                </a:lnTo>
                <a:lnTo>
                  <a:pt x="40293" y="42504"/>
                </a:lnTo>
                <a:lnTo>
                  <a:pt x="40539" y="42504"/>
                </a:lnTo>
                <a:lnTo>
                  <a:pt x="40539" y="41276"/>
                </a:lnTo>
                <a:lnTo>
                  <a:pt x="40784" y="41276"/>
                </a:lnTo>
                <a:lnTo>
                  <a:pt x="40784" y="27763"/>
                </a:lnTo>
                <a:lnTo>
                  <a:pt x="40539" y="27763"/>
                </a:lnTo>
                <a:lnTo>
                  <a:pt x="40539" y="27026"/>
                </a:lnTo>
                <a:lnTo>
                  <a:pt x="40293" y="27026"/>
                </a:lnTo>
                <a:lnTo>
                  <a:pt x="40293" y="26780"/>
                </a:lnTo>
                <a:lnTo>
                  <a:pt x="39310" y="26534"/>
                </a:lnTo>
                <a:lnTo>
                  <a:pt x="39065" y="26043"/>
                </a:lnTo>
                <a:lnTo>
                  <a:pt x="37591" y="25552"/>
                </a:lnTo>
                <a:lnTo>
                  <a:pt x="37591" y="25306"/>
                </a:lnTo>
                <a:lnTo>
                  <a:pt x="36853" y="25060"/>
                </a:lnTo>
                <a:lnTo>
                  <a:pt x="36853" y="24815"/>
                </a:lnTo>
                <a:lnTo>
                  <a:pt x="36116" y="24815"/>
                </a:lnTo>
                <a:close/>
                <a:moveTo>
                  <a:pt x="31940" y="33659"/>
                </a:moveTo>
                <a:lnTo>
                  <a:pt x="31694" y="33659"/>
                </a:lnTo>
                <a:lnTo>
                  <a:pt x="31203" y="34397"/>
                </a:lnTo>
                <a:lnTo>
                  <a:pt x="29728" y="34888"/>
                </a:lnTo>
                <a:lnTo>
                  <a:pt x="29483" y="35379"/>
                </a:lnTo>
                <a:lnTo>
                  <a:pt x="28009" y="35871"/>
                </a:lnTo>
                <a:lnTo>
                  <a:pt x="27763" y="36362"/>
                </a:lnTo>
                <a:lnTo>
                  <a:pt x="26289" y="36853"/>
                </a:lnTo>
                <a:lnTo>
                  <a:pt x="26043" y="37345"/>
                </a:lnTo>
                <a:lnTo>
                  <a:pt x="25552" y="37345"/>
                </a:lnTo>
                <a:lnTo>
                  <a:pt x="25552" y="37591"/>
                </a:lnTo>
                <a:lnTo>
                  <a:pt x="25060" y="37591"/>
                </a:lnTo>
                <a:lnTo>
                  <a:pt x="24815" y="38082"/>
                </a:lnTo>
                <a:lnTo>
                  <a:pt x="24323" y="38082"/>
                </a:lnTo>
                <a:lnTo>
                  <a:pt x="24323" y="38328"/>
                </a:lnTo>
                <a:lnTo>
                  <a:pt x="22849" y="38819"/>
                </a:lnTo>
                <a:lnTo>
                  <a:pt x="22603" y="39310"/>
                </a:lnTo>
                <a:lnTo>
                  <a:pt x="21621" y="39556"/>
                </a:lnTo>
                <a:lnTo>
                  <a:pt x="21375" y="40047"/>
                </a:lnTo>
                <a:lnTo>
                  <a:pt x="20884" y="40047"/>
                </a:lnTo>
                <a:lnTo>
                  <a:pt x="20638" y="40539"/>
                </a:lnTo>
                <a:lnTo>
                  <a:pt x="19901" y="40539"/>
                </a:lnTo>
                <a:lnTo>
                  <a:pt x="19901" y="40784"/>
                </a:lnTo>
                <a:lnTo>
                  <a:pt x="19164" y="41030"/>
                </a:lnTo>
                <a:lnTo>
                  <a:pt x="19164" y="41276"/>
                </a:lnTo>
                <a:lnTo>
                  <a:pt x="17935" y="41276"/>
                </a:lnTo>
                <a:lnTo>
                  <a:pt x="17690" y="40784"/>
                </a:lnTo>
                <a:lnTo>
                  <a:pt x="16461" y="40539"/>
                </a:lnTo>
                <a:lnTo>
                  <a:pt x="15970" y="39802"/>
                </a:lnTo>
                <a:lnTo>
                  <a:pt x="14496" y="39310"/>
                </a:lnTo>
                <a:lnTo>
                  <a:pt x="14250" y="38819"/>
                </a:lnTo>
                <a:lnTo>
                  <a:pt x="12776" y="38328"/>
                </a:lnTo>
                <a:lnTo>
                  <a:pt x="12530" y="37836"/>
                </a:lnTo>
                <a:lnTo>
                  <a:pt x="11056" y="37345"/>
                </a:lnTo>
                <a:lnTo>
                  <a:pt x="10810" y="36853"/>
                </a:lnTo>
                <a:lnTo>
                  <a:pt x="9336" y="36362"/>
                </a:lnTo>
                <a:lnTo>
                  <a:pt x="9091" y="35871"/>
                </a:lnTo>
                <a:lnTo>
                  <a:pt x="8599" y="35871"/>
                </a:lnTo>
                <a:lnTo>
                  <a:pt x="8599" y="35625"/>
                </a:lnTo>
                <a:lnTo>
                  <a:pt x="8108" y="35625"/>
                </a:lnTo>
                <a:lnTo>
                  <a:pt x="8108" y="35379"/>
                </a:lnTo>
                <a:lnTo>
                  <a:pt x="7371" y="35379"/>
                </a:lnTo>
                <a:lnTo>
                  <a:pt x="7371" y="35625"/>
                </a:lnTo>
                <a:lnTo>
                  <a:pt x="7125" y="35625"/>
                </a:lnTo>
                <a:lnTo>
                  <a:pt x="7125" y="38328"/>
                </a:lnTo>
                <a:lnTo>
                  <a:pt x="7371" y="38328"/>
                </a:lnTo>
                <a:lnTo>
                  <a:pt x="7371" y="39310"/>
                </a:lnTo>
                <a:lnTo>
                  <a:pt x="7616" y="39310"/>
                </a:lnTo>
                <a:lnTo>
                  <a:pt x="7616" y="39802"/>
                </a:lnTo>
                <a:lnTo>
                  <a:pt x="7862" y="39802"/>
                </a:lnTo>
                <a:lnTo>
                  <a:pt x="8108" y="40539"/>
                </a:lnTo>
                <a:lnTo>
                  <a:pt x="8108" y="41030"/>
                </a:lnTo>
                <a:lnTo>
                  <a:pt x="8353" y="41030"/>
                </a:lnTo>
                <a:lnTo>
                  <a:pt x="8353" y="41522"/>
                </a:lnTo>
                <a:lnTo>
                  <a:pt x="9091" y="42013"/>
                </a:lnTo>
                <a:lnTo>
                  <a:pt x="9091" y="42504"/>
                </a:lnTo>
                <a:lnTo>
                  <a:pt x="9336" y="42504"/>
                </a:lnTo>
                <a:lnTo>
                  <a:pt x="9336" y="42750"/>
                </a:lnTo>
                <a:lnTo>
                  <a:pt x="9582" y="42750"/>
                </a:lnTo>
                <a:lnTo>
                  <a:pt x="9582" y="42996"/>
                </a:lnTo>
                <a:lnTo>
                  <a:pt x="9828" y="42996"/>
                </a:lnTo>
                <a:lnTo>
                  <a:pt x="11056" y="44470"/>
                </a:lnTo>
                <a:lnTo>
                  <a:pt x="12039" y="44716"/>
                </a:lnTo>
                <a:lnTo>
                  <a:pt x="12284" y="45207"/>
                </a:lnTo>
                <a:lnTo>
                  <a:pt x="13513" y="45453"/>
                </a:lnTo>
                <a:lnTo>
                  <a:pt x="13513" y="45698"/>
                </a:lnTo>
                <a:lnTo>
                  <a:pt x="14496" y="45698"/>
                </a:lnTo>
                <a:lnTo>
                  <a:pt x="14496" y="45944"/>
                </a:lnTo>
                <a:lnTo>
                  <a:pt x="15724" y="46190"/>
                </a:lnTo>
                <a:lnTo>
                  <a:pt x="15724" y="46435"/>
                </a:lnTo>
                <a:lnTo>
                  <a:pt x="19164" y="46435"/>
                </a:lnTo>
                <a:lnTo>
                  <a:pt x="19164" y="46190"/>
                </a:lnTo>
                <a:lnTo>
                  <a:pt x="19901" y="46190"/>
                </a:lnTo>
                <a:lnTo>
                  <a:pt x="19901" y="45944"/>
                </a:lnTo>
                <a:lnTo>
                  <a:pt x="21375" y="45698"/>
                </a:lnTo>
                <a:lnTo>
                  <a:pt x="21375" y="45453"/>
                </a:lnTo>
                <a:lnTo>
                  <a:pt x="22849" y="44961"/>
                </a:lnTo>
                <a:lnTo>
                  <a:pt x="23095" y="44470"/>
                </a:lnTo>
                <a:lnTo>
                  <a:pt x="23832" y="44470"/>
                </a:lnTo>
                <a:lnTo>
                  <a:pt x="24323" y="43733"/>
                </a:lnTo>
                <a:lnTo>
                  <a:pt x="25797" y="43241"/>
                </a:lnTo>
                <a:lnTo>
                  <a:pt x="26043" y="42750"/>
                </a:lnTo>
                <a:lnTo>
                  <a:pt x="27517" y="42259"/>
                </a:lnTo>
                <a:lnTo>
                  <a:pt x="27763" y="41767"/>
                </a:lnTo>
                <a:lnTo>
                  <a:pt x="28254" y="41767"/>
                </a:lnTo>
                <a:lnTo>
                  <a:pt x="28254" y="41522"/>
                </a:lnTo>
                <a:lnTo>
                  <a:pt x="29237" y="41276"/>
                </a:lnTo>
                <a:lnTo>
                  <a:pt x="29483" y="40784"/>
                </a:lnTo>
                <a:lnTo>
                  <a:pt x="30957" y="40293"/>
                </a:lnTo>
                <a:lnTo>
                  <a:pt x="31203" y="39802"/>
                </a:lnTo>
                <a:lnTo>
                  <a:pt x="32185" y="39556"/>
                </a:lnTo>
                <a:lnTo>
                  <a:pt x="32185" y="39310"/>
                </a:lnTo>
                <a:lnTo>
                  <a:pt x="32677" y="39065"/>
                </a:lnTo>
                <a:lnTo>
                  <a:pt x="32677" y="38328"/>
                </a:lnTo>
                <a:lnTo>
                  <a:pt x="32922" y="38328"/>
                </a:lnTo>
                <a:lnTo>
                  <a:pt x="32922" y="34397"/>
                </a:lnTo>
                <a:lnTo>
                  <a:pt x="32677" y="34397"/>
                </a:lnTo>
                <a:lnTo>
                  <a:pt x="32431" y="33659"/>
                </a:lnTo>
                <a:lnTo>
                  <a:pt x="31940" y="3365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075-verification-text"/>
          <p:cNvSpPr txBox="1"/>
          <p:nvPr/>
        </p:nvSpPr>
        <p:spPr>
          <a:xfrm>
            <a:off x="8382000" y="3876675"/>
            <a:ext cx="1485900" cy="7075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Solution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77" name="076-check-to-verification"/>
          <p:cNvSpPr/>
          <p:nvPr/>
        </p:nvSpPr>
        <p:spPr>
          <a:xfrm>
            <a:off x="8801100" y="3524250"/>
            <a:ext cx="95" cy="190500"/>
          </a:xfrm>
          <a:custGeom>
            <a:avLst/>
            <a:gdLst/>
            <a:ahLst/>
            <a:cxnLst/>
            <a:rect l="0" t="0" r="r" b="b"/>
            <a:pathLst>
              <a:path w="10" h="20000" fill="none" stroke="1">
                <a:moveTo>
                  <a:pt x="0" y="0"/>
                </a:moveTo>
                <a:lnTo>
                  <a:pt x="0" y="20000"/>
                </a:lnTo>
              </a:path>
            </a:pathLst>
          </a:custGeom>
          <a:noFill/>
          <a:ln w="21907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077-check-to-verification-arrowhead"/>
          <p:cNvSpPr/>
          <p:nvPr/>
        </p:nvSpPr>
        <p:spPr>
          <a:xfrm>
            <a:off x="8732520" y="3562350"/>
            <a:ext cx="137160" cy="152400"/>
          </a:xfrm>
          <a:custGeom>
            <a:avLst/>
            <a:gdLst/>
            <a:ahLst/>
            <a:cxnLst/>
            <a:rect l="0" t="0" r="r" b="b"/>
            <a:pathLst>
              <a:path w="14400" h="16000" fill="norm" stroke="0">
                <a:moveTo>
                  <a:pt x="7200" y="16000"/>
                </a:moveTo>
                <a:lnTo>
                  <a:pt x="0" y="0"/>
                </a:lnTo>
                <a:lnTo>
                  <a:pt x="7200" y="4160"/>
                </a:lnTo>
                <a:lnTo>
                  <a:pt x="144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078-refinement-box"/>
          <p:cNvSpPr/>
          <p:nvPr/>
        </p:nvSpPr>
        <p:spPr>
          <a:xfrm>
            <a:off x="10944225" y="2362200"/>
            <a:ext cx="1800225" cy="2438400"/>
          </a:xfrm>
          <a:custGeom>
            <a:avLst/>
            <a:gdLst/>
            <a:ahLst/>
            <a:cxnLst/>
            <a:rect l="0" t="0" r="r" b="b"/>
            <a:pathLst>
              <a:path w="189000" h="256000" fill="norm" stroke="0">
                <a:moveTo>
                  <a:pt x="31000" y="0"/>
                </a:moveTo>
                <a:lnTo>
                  <a:pt x="158000" y="0"/>
                </a:lnTo>
                <a:cubicBezTo>
                  <a:pt x="175121" y="0"/>
                  <a:pt x="189000" y="13879"/>
                  <a:pt x="189000" y="31000"/>
                </a:cubicBezTo>
                <a:lnTo>
                  <a:pt x="189000" y="225000"/>
                </a:lnTo>
                <a:cubicBezTo>
                  <a:pt x="189000" y="242121"/>
                  <a:pt x="175121" y="256000"/>
                  <a:pt x="158000" y="256000"/>
                </a:cubicBezTo>
                <a:lnTo>
                  <a:pt x="31000" y="256000"/>
                </a:lnTo>
                <a:cubicBezTo>
                  <a:pt x="13879" y="256000"/>
                  <a:pt x="0" y="242121"/>
                  <a:pt x="0" y="225000"/>
                </a:cubicBezTo>
                <a:lnTo>
                  <a:pt x="0" y="31000"/>
                </a:lnTo>
                <a:cubicBezTo>
                  <a:pt x="0" y="13879"/>
                  <a:pt x="13879" y="0"/>
                  <a:pt x="31000" y="0"/>
                </a:cubicBezTo>
                <a:close/>
              </a:path>
            </a:pathLst>
          </a:custGeom>
          <a:solidFill>
            <a:srgbClr val="BFE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079-refinement-model-icon"/>
          <p:cNvSpPr/>
          <p:nvPr/>
        </p:nvSpPr>
        <p:spPr>
          <a:xfrm>
            <a:off x="11580019" y="2550319"/>
            <a:ext cx="516731" cy="507206"/>
          </a:xfrm>
          <a:custGeom>
            <a:avLst/>
            <a:gdLst/>
            <a:ahLst/>
            <a:cxnLst/>
            <a:rect l="0" t="0" r="r" b="b"/>
            <a:pathLst>
              <a:path w="54250" h="53250" fill="norm" stroke="0">
                <a:moveTo>
                  <a:pt x="21000" y="0"/>
                </a:moveTo>
                <a:lnTo>
                  <a:pt x="25000" y="0"/>
                </a:lnTo>
                <a:lnTo>
                  <a:pt x="25000" y="250"/>
                </a:lnTo>
                <a:lnTo>
                  <a:pt x="27500" y="500"/>
                </a:lnTo>
                <a:lnTo>
                  <a:pt x="27500" y="750"/>
                </a:lnTo>
                <a:lnTo>
                  <a:pt x="28000" y="750"/>
                </a:lnTo>
                <a:lnTo>
                  <a:pt x="28000" y="1000"/>
                </a:lnTo>
                <a:lnTo>
                  <a:pt x="28500" y="1000"/>
                </a:lnTo>
                <a:lnTo>
                  <a:pt x="28500" y="1250"/>
                </a:lnTo>
                <a:lnTo>
                  <a:pt x="30000" y="1750"/>
                </a:lnTo>
                <a:lnTo>
                  <a:pt x="30000" y="2000"/>
                </a:lnTo>
                <a:lnTo>
                  <a:pt x="30750" y="2250"/>
                </a:lnTo>
                <a:lnTo>
                  <a:pt x="31500" y="3250"/>
                </a:lnTo>
                <a:lnTo>
                  <a:pt x="32250" y="3250"/>
                </a:lnTo>
                <a:lnTo>
                  <a:pt x="32250" y="3500"/>
                </a:lnTo>
                <a:lnTo>
                  <a:pt x="33750" y="3500"/>
                </a:lnTo>
                <a:lnTo>
                  <a:pt x="33750" y="3250"/>
                </a:lnTo>
                <a:lnTo>
                  <a:pt x="39750" y="3250"/>
                </a:lnTo>
                <a:lnTo>
                  <a:pt x="39750" y="3500"/>
                </a:lnTo>
                <a:lnTo>
                  <a:pt x="40500" y="3500"/>
                </a:lnTo>
                <a:lnTo>
                  <a:pt x="40500" y="3750"/>
                </a:lnTo>
                <a:lnTo>
                  <a:pt x="41250" y="3750"/>
                </a:lnTo>
                <a:lnTo>
                  <a:pt x="41250" y="4000"/>
                </a:lnTo>
                <a:lnTo>
                  <a:pt x="41750" y="4000"/>
                </a:lnTo>
                <a:lnTo>
                  <a:pt x="41750" y="4250"/>
                </a:lnTo>
                <a:lnTo>
                  <a:pt x="43000" y="4500"/>
                </a:lnTo>
                <a:lnTo>
                  <a:pt x="43250" y="5000"/>
                </a:lnTo>
                <a:lnTo>
                  <a:pt x="44250" y="5250"/>
                </a:lnTo>
                <a:lnTo>
                  <a:pt x="45000" y="6250"/>
                </a:lnTo>
                <a:lnTo>
                  <a:pt x="45500" y="6250"/>
                </a:lnTo>
                <a:lnTo>
                  <a:pt x="45500" y="6500"/>
                </a:lnTo>
                <a:lnTo>
                  <a:pt x="47000" y="7750"/>
                </a:lnTo>
                <a:lnTo>
                  <a:pt x="47000" y="8250"/>
                </a:lnTo>
                <a:lnTo>
                  <a:pt x="47750" y="8750"/>
                </a:lnTo>
                <a:lnTo>
                  <a:pt x="47750" y="9250"/>
                </a:lnTo>
                <a:lnTo>
                  <a:pt x="48250" y="9500"/>
                </a:lnTo>
                <a:lnTo>
                  <a:pt x="48250" y="10000"/>
                </a:lnTo>
                <a:lnTo>
                  <a:pt x="48500" y="10000"/>
                </a:lnTo>
                <a:lnTo>
                  <a:pt x="48500" y="10500"/>
                </a:lnTo>
                <a:lnTo>
                  <a:pt x="48750" y="10500"/>
                </a:lnTo>
                <a:lnTo>
                  <a:pt x="48750" y="11000"/>
                </a:lnTo>
                <a:lnTo>
                  <a:pt x="49000" y="11000"/>
                </a:lnTo>
                <a:lnTo>
                  <a:pt x="49000" y="11500"/>
                </a:lnTo>
                <a:lnTo>
                  <a:pt x="49250" y="11500"/>
                </a:lnTo>
                <a:lnTo>
                  <a:pt x="49250" y="12750"/>
                </a:lnTo>
                <a:lnTo>
                  <a:pt x="49500" y="12750"/>
                </a:lnTo>
                <a:lnTo>
                  <a:pt x="49750" y="14750"/>
                </a:lnTo>
                <a:lnTo>
                  <a:pt x="50000" y="14750"/>
                </a:lnTo>
                <a:lnTo>
                  <a:pt x="50000" y="18000"/>
                </a:lnTo>
                <a:lnTo>
                  <a:pt x="49750" y="18000"/>
                </a:lnTo>
                <a:lnTo>
                  <a:pt x="49750" y="19000"/>
                </a:lnTo>
                <a:lnTo>
                  <a:pt x="49500" y="19000"/>
                </a:lnTo>
                <a:lnTo>
                  <a:pt x="49500" y="19500"/>
                </a:lnTo>
                <a:lnTo>
                  <a:pt x="49750" y="19500"/>
                </a:lnTo>
                <a:lnTo>
                  <a:pt x="49750" y="20000"/>
                </a:lnTo>
                <a:lnTo>
                  <a:pt x="50250" y="20250"/>
                </a:lnTo>
                <a:lnTo>
                  <a:pt x="50250" y="20750"/>
                </a:lnTo>
                <a:lnTo>
                  <a:pt x="51250" y="21500"/>
                </a:lnTo>
                <a:lnTo>
                  <a:pt x="51250" y="22000"/>
                </a:lnTo>
                <a:lnTo>
                  <a:pt x="52000" y="22500"/>
                </a:lnTo>
                <a:lnTo>
                  <a:pt x="52500" y="24000"/>
                </a:lnTo>
                <a:lnTo>
                  <a:pt x="53000" y="24250"/>
                </a:lnTo>
                <a:lnTo>
                  <a:pt x="53000" y="25000"/>
                </a:lnTo>
                <a:lnTo>
                  <a:pt x="53250" y="25000"/>
                </a:lnTo>
                <a:lnTo>
                  <a:pt x="53250" y="25750"/>
                </a:lnTo>
                <a:lnTo>
                  <a:pt x="53500" y="25750"/>
                </a:lnTo>
                <a:lnTo>
                  <a:pt x="53500" y="26750"/>
                </a:lnTo>
                <a:lnTo>
                  <a:pt x="53750" y="26750"/>
                </a:lnTo>
                <a:lnTo>
                  <a:pt x="53750" y="27500"/>
                </a:lnTo>
                <a:lnTo>
                  <a:pt x="54000" y="27500"/>
                </a:lnTo>
                <a:lnTo>
                  <a:pt x="54000" y="29250"/>
                </a:lnTo>
                <a:lnTo>
                  <a:pt x="54250" y="29250"/>
                </a:lnTo>
                <a:lnTo>
                  <a:pt x="54250" y="30250"/>
                </a:lnTo>
                <a:lnTo>
                  <a:pt x="54000" y="30250"/>
                </a:lnTo>
                <a:lnTo>
                  <a:pt x="54000" y="32250"/>
                </a:lnTo>
                <a:lnTo>
                  <a:pt x="53750" y="32250"/>
                </a:lnTo>
                <a:lnTo>
                  <a:pt x="53750" y="33000"/>
                </a:lnTo>
                <a:lnTo>
                  <a:pt x="53500" y="33000"/>
                </a:lnTo>
                <a:lnTo>
                  <a:pt x="53500" y="33750"/>
                </a:lnTo>
                <a:lnTo>
                  <a:pt x="53250" y="33750"/>
                </a:lnTo>
                <a:lnTo>
                  <a:pt x="53250" y="34750"/>
                </a:lnTo>
                <a:lnTo>
                  <a:pt x="53000" y="34750"/>
                </a:lnTo>
                <a:lnTo>
                  <a:pt x="53000" y="35250"/>
                </a:lnTo>
                <a:lnTo>
                  <a:pt x="52750" y="35250"/>
                </a:lnTo>
                <a:lnTo>
                  <a:pt x="52750" y="35750"/>
                </a:lnTo>
                <a:lnTo>
                  <a:pt x="52500" y="35750"/>
                </a:lnTo>
                <a:lnTo>
                  <a:pt x="52000" y="37250"/>
                </a:lnTo>
                <a:lnTo>
                  <a:pt x="51250" y="37750"/>
                </a:lnTo>
                <a:lnTo>
                  <a:pt x="51250" y="38250"/>
                </a:lnTo>
                <a:lnTo>
                  <a:pt x="51000" y="38250"/>
                </a:lnTo>
                <a:lnTo>
                  <a:pt x="51000" y="38500"/>
                </a:lnTo>
                <a:lnTo>
                  <a:pt x="50750" y="38500"/>
                </a:lnTo>
                <a:lnTo>
                  <a:pt x="50750" y="38750"/>
                </a:lnTo>
                <a:lnTo>
                  <a:pt x="50500" y="38750"/>
                </a:lnTo>
                <a:lnTo>
                  <a:pt x="49250" y="40250"/>
                </a:lnTo>
                <a:lnTo>
                  <a:pt x="48750" y="40250"/>
                </a:lnTo>
                <a:lnTo>
                  <a:pt x="48000" y="41250"/>
                </a:lnTo>
                <a:lnTo>
                  <a:pt x="47250" y="41250"/>
                </a:lnTo>
                <a:lnTo>
                  <a:pt x="47000" y="41750"/>
                </a:lnTo>
                <a:lnTo>
                  <a:pt x="46500" y="41750"/>
                </a:lnTo>
                <a:lnTo>
                  <a:pt x="46500" y="42000"/>
                </a:lnTo>
                <a:lnTo>
                  <a:pt x="46000" y="42000"/>
                </a:lnTo>
                <a:lnTo>
                  <a:pt x="46000" y="42250"/>
                </a:lnTo>
                <a:lnTo>
                  <a:pt x="44500" y="42500"/>
                </a:lnTo>
                <a:lnTo>
                  <a:pt x="44500" y="43000"/>
                </a:lnTo>
                <a:lnTo>
                  <a:pt x="44000" y="43250"/>
                </a:lnTo>
                <a:lnTo>
                  <a:pt x="44000" y="44000"/>
                </a:lnTo>
                <a:lnTo>
                  <a:pt x="43750" y="44000"/>
                </a:lnTo>
                <a:lnTo>
                  <a:pt x="43750" y="44500"/>
                </a:lnTo>
                <a:lnTo>
                  <a:pt x="43500" y="44500"/>
                </a:lnTo>
                <a:lnTo>
                  <a:pt x="43500" y="45250"/>
                </a:lnTo>
                <a:lnTo>
                  <a:pt x="43250" y="45250"/>
                </a:lnTo>
                <a:lnTo>
                  <a:pt x="43000" y="46500"/>
                </a:lnTo>
                <a:lnTo>
                  <a:pt x="42250" y="47000"/>
                </a:lnTo>
                <a:lnTo>
                  <a:pt x="42000" y="48000"/>
                </a:lnTo>
                <a:lnTo>
                  <a:pt x="41000" y="48750"/>
                </a:lnTo>
                <a:lnTo>
                  <a:pt x="41000" y="49250"/>
                </a:lnTo>
                <a:lnTo>
                  <a:pt x="40250" y="49500"/>
                </a:lnTo>
                <a:lnTo>
                  <a:pt x="40000" y="50250"/>
                </a:lnTo>
                <a:lnTo>
                  <a:pt x="39500" y="50250"/>
                </a:lnTo>
                <a:lnTo>
                  <a:pt x="39000" y="51000"/>
                </a:lnTo>
                <a:lnTo>
                  <a:pt x="38500" y="51000"/>
                </a:lnTo>
                <a:lnTo>
                  <a:pt x="38250" y="51500"/>
                </a:lnTo>
                <a:lnTo>
                  <a:pt x="37750" y="51500"/>
                </a:lnTo>
                <a:lnTo>
                  <a:pt x="37750" y="51750"/>
                </a:lnTo>
                <a:lnTo>
                  <a:pt x="37250" y="51750"/>
                </a:lnTo>
                <a:lnTo>
                  <a:pt x="37250" y="52000"/>
                </a:lnTo>
                <a:lnTo>
                  <a:pt x="36750" y="52000"/>
                </a:lnTo>
                <a:lnTo>
                  <a:pt x="36750" y="52250"/>
                </a:lnTo>
                <a:lnTo>
                  <a:pt x="36250" y="52250"/>
                </a:lnTo>
                <a:lnTo>
                  <a:pt x="36250" y="52500"/>
                </a:lnTo>
                <a:lnTo>
                  <a:pt x="35500" y="52500"/>
                </a:lnTo>
                <a:lnTo>
                  <a:pt x="35500" y="52750"/>
                </a:lnTo>
                <a:lnTo>
                  <a:pt x="34250" y="53000"/>
                </a:lnTo>
                <a:lnTo>
                  <a:pt x="34250" y="53250"/>
                </a:lnTo>
                <a:lnTo>
                  <a:pt x="33250" y="53250"/>
                </a:lnTo>
                <a:lnTo>
                  <a:pt x="28000" y="53250"/>
                </a:lnTo>
                <a:lnTo>
                  <a:pt x="28000" y="53000"/>
                </a:lnTo>
                <a:lnTo>
                  <a:pt x="27000" y="53000"/>
                </a:lnTo>
                <a:lnTo>
                  <a:pt x="27000" y="52750"/>
                </a:lnTo>
                <a:lnTo>
                  <a:pt x="26500" y="52750"/>
                </a:lnTo>
                <a:lnTo>
                  <a:pt x="26500" y="52500"/>
                </a:lnTo>
                <a:lnTo>
                  <a:pt x="26000" y="52500"/>
                </a:lnTo>
                <a:lnTo>
                  <a:pt x="26000" y="52250"/>
                </a:lnTo>
                <a:lnTo>
                  <a:pt x="25250" y="52250"/>
                </a:lnTo>
                <a:lnTo>
                  <a:pt x="25250" y="52000"/>
                </a:lnTo>
                <a:lnTo>
                  <a:pt x="24750" y="52000"/>
                </a:lnTo>
                <a:lnTo>
                  <a:pt x="24500" y="51500"/>
                </a:lnTo>
                <a:lnTo>
                  <a:pt x="23500" y="51250"/>
                </a:lnTo>
                <a:lnTo>
                  <a:pt x="23500" y="51000"/>
                </a:lnTo>
                <a:lnTo>
                  <a:pt x="23250" y="51000"/>
                </a:lnTo>
                <a:lnTo>
                  <a:pt x="22750" y="50250"/>
                </a:lnTo>
                <a:lnTo>
                  <a:pt x="22250" y="50250"/>
                </a:lnTo>
                <a:lnTo>
                  <a:pt x="22000" y="49750"/>
                </a:lnTo>
                <a:lnTo>
                  <a:pt x="19750" y="50000"/>
                </a:lnTo>
                <a:lnTo>
                  <a:pt x="19750" y="50250"/>
                </a:lnTo>
                <a:lnTo>
                  <a:pt x="15250" y="50250"/>
                </a:lnTo>
                <a:lnTo>
                  <a:pt x="15250" y="50000"/>
                </a:lnTo>
                <a:lnTo>
                  <a:pt x="14000" y="50000"/>
                </a:lnTo>
                <a:lnTo>
                  <a:pt x="14000" y="49750"/>
                </a:lnTo>
                <a:lnTo>
                  <a:pt x="13500" y="49750"/>
                </a:lnTo>
                <a:lnTo>
                  <a:pt x="13500" y="49500"/>
                </a:lnTo>
                <a:lnTo>
                  <a:pt x="12750" y="49500"/>
                </a:lnTo>
                <a:lnTo>
                  <a:pt x="12750" y="49250"/>
                </a:lnTo>
                <a:lnTo>
                  <a:pt x="12000" y="49250"/>
                </a:lnTo>
                <a:lnTo>
                  <a:pt x="12000" y="49000"/>
                </a:lnTo>
                <a:lnTo>
                  <a:pt x="11000" y="48750"/>
                </a:lnTo>
                <a:lnTo>
                  <a:pt x="10750" y="48250"/>
                </a:lnTo>
                <a:lnTo>
                  <a:pt x="10250" y="48250"/>
                </a:lnTo>
                <a:lnTo>
                  <a:pt x="10250" y="48000"/>
                </a:lnTo>
                <a:lnTo>
                  <a:pt x="9750" y="48000"/>
                </a:lnTo>
                <a:lnTo>
                  <a:pt x="9250" y="47250"/>
                </a:lnTo>
                <a:lnTo>
                  <a:pt x="8750" y="47250"/>
                </a:lnTo>
                <a:lnTo>
                  <a:pt x="8750" y="47000"/>
                </a:lnTo>
                <a:lnTo>
                  <a:pt x="8500" y="47000"/>
                </a:lnTo>
                <a:lnTo>
                  <a:pt x="8500" y="46750"/>
                </a:lnTo>
                <a:lnTo>
                  <a:pt x="7000" y="45500"/>
                </a:lnTo>
                <a:lnTo>
                  <a:pt x="7000" y="45000"/>
                </a:lnTo>
                <a:lnTo>
                  <a:pt x="6250" y="44500"/>
                </a:lnTo>
                <a:lnTo>
                  <a:pt x="6250" y="44000"/>
                </a:lnTo>
                <a:lnTo>
                  <a:pt x="6000" y="44000"/>
                </a:lnTo>
                <a:lnTo>
                  <a:pt x="6000" y="43500"/>
                </a:lnTo>
                <a:lnTo>
                  <a:pt x="5500" y="43250"/>
                </a:lnTo>
                <a:lnTo>
                  <a:pt x="5250" y="42000"/>
                </a:lnTo>
                <a:lnTo>
                  <a:pt x="5000" y="42000"/>
                </a:lnTo>
                <a:lnTo>
                  <a:pt x="5000" y="41500"/>
                </a:lnTo>
                <a:lnTo>
                  <a:pt x="4750" y="41500"/>
                </a:lnTo>
                <a:lnTo>
                  <a:pt x="4750" y="41000"/>
                </a:lnTo>
                <a:lnTo>
                  <a:pt x="4500" y="41000"/>
                </a:lnTo>
                <a:lnTo>
                  <a:pt x="4500" y="39750"/>
                </a:lnTo>
                <a:lnTo>
                  <a:pt x="4250" y="39750"/>
                </a:lnTo>
                <a:lnTo>
                  <a:pt x="4250" y="34250"/>
                </a:lnTo>
                <a:lnTo>
                  <a:pt x="4500" y="34250"/>
                </a:lnTo>
                <a:lnTo>
                  <a:pt x="4500" y="33750"/>
                </a:lnTo>
                <a:lnTo>
                  <a:pt x="4250" y="33750"/>
                </a:lnTo>
                <a:lnTo>
                  <a:pt x="4250" y="33250"/>
                </a:lnTo>
                <a:lnTo>
                  <a:pt x="3250" y="32500"/>
                </a:lnTo>
                <a:lnTo>
                  <a:pt x="3250" y="32000"/>
                </a:lnTo>
                <a:lnTo>
                  <a:pt x="2500" y="31500"/>
                </a:lnTo>
                <a:lnTo>
                  <a:pt x="2500" y="31000"/>
                </a:lnTo>
                <a:lnTo>
                  <a:pt x="2000" y="30750"/>
                </a:lnTo>
                <a:lnTo>
                  <a:pt x="2000" y="30250"/>
                </a:lnTo>
                <a:lnTo>
                  <a:pt x="1500" y="30000"/>
                </a:lnTo>
                <a:lnTo>
                  <a:pt x="1250" y="28750"/>
                </a:lnTo>
                <a:lnTo>
                  <a:pt x="1000" y="28750"/>
                </a:lnTo>
                <a:lnTo>
                  <a:pt x="1000" y="28250"/>
                </a:lnTo>
                <a:lnTo>
                  <a:pt x="750" y="28250"/>
                </a:lnTo>
                <a:lnTo>
                  <a:pt x="750" y="27750"/>
                </a:lnTo>
                <a:lnTo>
                  <a:pt x="500" y="27750"/>
                </a:lnTo>
                <a:lnTo>
                  <a:pt x="500" y="26750"/>
                </a:lnTo>
                <a:lnTo>
                  <a:pt x="250" y="26750"/>
                </a:lnTo>
                <a:lnTo>
                  <a:pt x="250" y="24750"/>
                </a:lnTo>
                <a:lnTo>
                  <a:pt x="0" y="24750"/>
                </a:lnTo>
                <a:lnTo>
                  <a:pt x="250" y="20250"/>
                </a:lnTo>
                <a:lnTo>
                  <a:pt x="500" y="20250"/>
                </a:lnTo>
                <a:lnTo>
                  <a:pt x="500" y="19250"/>
                </a:lnTo>
                <a:lnTo>
                  <a:pt x="750" y="19250"/>
                </a:lnTo>
                <a:lnTo>
                  <a:pt x="750" y="18750"/>
                </a:lnTo>
                <a:lnTo>
                  <a:pt x="1000" y="18750"/>
                </a:lnTo>
                <a:lnTo>
                  <a:pt x="1000" y="18250"/>
                </a:lnTo>
                <a:lnTo>
                  <a:pt x="1250" y="18250"/>
                </a:lnTo>
                <a:lnTo>
                  <a:pt x="1500" y="17000"/>
                </a:lnTo>
                <a:lnTo>
                  <a:pt x="2000" y="16750"/>
                </a:lnTo>
                <a:lnTo>
                  <a:pt x="2000" y="16250"/>
                </a:lnTo>
                <a:lnTo>
                  <a:pt x="2500" y="16000"/>
                </a:lnTo>
                <a:lnTo>
                  <a:pt x="2500" y="15500"/>
                </a:lnTo>
                <a:lnTo>
                  <a:pt x="3250" y="15000"/>
                </a:lnTo>
                <a:lnTo>
                  <a:pt x="3250" y="14500"/>
                </a:lnTo>
                <a:lnTo>
                  <a:pt x="4000" y="14250"/>
                </a:lnTo>
                <a:lnTo>
                  <a:pt x="4500" y="13250"/>
                </a:lnTo>
                <a:lnTo>
                  <a:pt x="5000" y="13250"/>
                </a:lnTo>
                <a:lnTo>
                  <a:pt x="5500" y="12500"/>
                </a:lnTo>
                <a:lnTo>
                  <a:pt x="6000" y="12500"/>
                </a:lnTo>
                <a:lnTo>
                  <a:pt x="6000" y="12250"/>
                </a:lnTo>
                <a:lnTo>
                  <a:pt x="6750" y="12000"/>
                </a:lnTo>
                <a:lnTo>
                  <a:pt x="7000" y="11500"/>
                </a:lnTo>
                <a:lnTo>
                  <a:pt x="7500" y="11500"/>
                </a:lnTo>
                <a:lnTo>
                  <a:pt x="7500" y="11250"/>
                </a:lnTo>
                <a:lnTo>
                  <a:pt x="8500" y="11250"/>
                </a:lnTo>
                <a:lnTo>
                  <a:pt x="8500" y="11000"/>
                </a:lnTo>
                <a:lnTo>
                  <a:pt x="9000" y="11000"/>
                </a:lnTo>
                <a:lnTo>
                  <a:pt x="9500" y="10250"/>
                </a:lnTo>
                <a:lnTo>
                  <a:pt x="10000" y="10250"/>
                </a:lnTo>
                <a:lnTo>
                  <a:pt x="10000" y="9750"/>
                </a:lnTo>
                <a:lnTo>
                  <a:pt x="10250" y="9750"/>
                </a:lnTo>
                <a:lnTo>
                  <a:pt x="10250" y="8750"/>
                </a:lnTo>
                <a:lnTo>
                  <a:pt x="10500" y="8750"/>
                </a:lnTo>
                <a:lnTo>
                  <a:pt x="10750" y="7500"/>
                </a:lnTo>
                <a:lnTo>
                  <a:pt x="11250" y="7250"/>
                </a:lnTo>
                <a:lnTo>
                  <a:pt x="11250" y="6500"/>
                </a:lnTo>
                <a:lnTo>
                  <a:pt x="11750" y="6250"/>
                </a:lnTo>
                <a:lnTo>
                  <a:pt x="11750" y="5750"/>
                </a:lnTo>
                <a:lnTo>
                  <a:pt x="12250" y="5500"/>
                </a:lnTo>
                <a:lnTo>
                  <a:pt x="12250" y="5000"/>
                </a:lnTo>
                <a:lnTo>
                  <a:pt x="12500" y="5000"/>
                </a:lnTo>
                <a:lnTo>
                  <a:pt x="12500" y="4750"/>
                </a:lnTo>
                <a:lnTo>
                  <a:pt x="12750" y="4750"/>
                </a:lnTo>
                <a:lnTo>
                  <a:pt x="12750" y="4500"/>
                </a:lnTo>
                <a:lnTo>
                  <a:pt x="13000" y="4500"/>
                </a:lnTo>
                <a:lnTo>
                  <a:pt x="13000" y="4250"/>
                </a:lnTo>
                <a:lnTo>
                  <a:pt x="13250" y="4250"/>
                </a:lnTo>
                <a:lnTo>
                  <a:pt x="13250" y="4000"/>
                </a:lnTo>
                <a:lnTo>
                  <a:pt x="13500" y="4000"/>
                </a:lnTo>
                <a:lnTo>
                  <a:pt x="14750" y="2500"/>
                </a:lnTo>
                <a:lnTo>
                  <a:pt x="15750" y="2250"/>
                </a:lnTo>
                <a:lnTo>
                  <a:pt x="16250" y="1500"/>
                </a:lnTo>
                <a:lnTo>
                  <a:pt x="17500" y="1250"/>
                </a:lnTo>
                <a:lnTo>
                  <a:pt x="17500" y="1000"/>
                </a:lnTo>
                <a:lnTo>
                  <a:pt x="18000" y="1000"/>
                </a:lnTo>
                <a:lnTo>
                  <a:pt x="18000" y="750"/>
                </a:lnTo>
                <a:lnTo>
                  <a:pt x="18500" y="750"/>
                </a:lnTo>
                <a:lnTo>
                  <a:pt x="18500" y="500"/>
                </a:lnTo>
                <a:lnTo>
                  <a:pt x="19250" y="500"/>
                </a:lnTo>
                <a:lnTo>
                  <a:pt x="19250" y="250"/>
                </a:lnTo>
                <a:lnTo>
                  <a:pt x="21000" y="250"/>
                </a:lnTo>
                <a:lnTo>
                  <a:pt x="21000" y="0"/>
                </a:lnTo>
                <a:close/>
                <a:moveTo>
                  <a:pt x="22500" y="3000"/>
                </a:moveTo>
                <a:lnTo>
                  <a:pt x="22250" y="3000"/>
                </a:lnTo>
                <a:lnTo>
                  <a:pt x="22250" y="3250"/>
                </a:lnTo>
                <a:lnTo>
                  <a:pt x="19750" y="3250"/>
                </a:lnTo>
                <a:lnTo>
                  <a:pt x="19750" y="3500"/>
                </a:lnTo>
                <a:lnTo>
                  <a:pt x="19250" y="3500"/>
                </a:lnTo>
                <a:lnTo>
                  <a:pt x="19250" y="3750"/>
                </a:lnTo>
                <a:lnTo>
                  <a:pt x="18750" y="3750"/>
                </a:lnTo>
                <a:lnTo>
                  <a:pt x="18750" y="4000"/>
                </a:lnTo>
                <a:lnTo>
                  <a:pt x="18250" y="4000"/>
                </a:lnTo>
                <a:lnTo>
                  <a:pt x="18250" y="4250"/>
                </a:lnTo>
                <a:lnTo>
                  <a:pt x="17000" y="4500"/>
                </a:lnTo>
                <a:lnTo>
                  <a:pt x="16250" y="5500"/>
                </a:lnTo>
                <a:lnTo>
                  <a:pt x="15750" y="5500"/>
                </a:lnTo>
                <a:lnTo>
                  <a:pt x="15750" y="5750"/>
                </a:lnTo>
                <a:lnTo>
                  <a:pt x="15000" y="6250"/>
                </a:lnTo>
                <a:lnTo>
                  <a:pt x="15000" y="6750"/>
                </a:lnTo>
                <a:lnTo>
                  <a:pt x="14250" y="7250"/>
                </a:lnTo>
                <a:lnTo>
                  <a:pt x="14000" y="8250"/>
                </a:lnTo>
                <a:lnTo>
                  <a:pt x="13500" y="8500"/>
                </a:lnTo>
                <a:lnTo>
                  <a:pt x="13250" y="9750"/>
                </a:lnTo>
                <a:lnTo>
                  <a:pt x="13000" y="9750"/>
                </a:lnTo>
                <a:lnTo>
                  <a:pt x="13000" y="10750"/>
                </a:lnTo>
                <a:lnTo>
                  <a:pt x="12750" y="10750"/>
                </a:lnTo>
                <a:lnTo>
                  <a:pt x="12750" y="11500"/>
                </a:lnTo>
                <a:lnTo>
                  <a:pt x="12500" y="11500"/>
                </a:lnTo>
                <a:lnTo>
                  <a:pt x="12500" y="25250"/>
                </a:lnTo>
                <a:lnTo>
                  <a:pt x="13000" y="25500"/>
                </a:lnTo>
                <a:lnTo>
                  <a:pt x="13000" y="26000"/>
                </a:lnTo>
                <a:lnTo>
                  <a:pt x="13500" y="26000"/>
                </a:lnTo>
                <a:lnTo>
                  <a:pt x="13750" y="26500"/>
                </a:lnTo>
                <a:lnTo>
                  <a:pt x="14250" y="26500"/>
                </a:lnTo>
                <a:lnTo>
                  <a:pt x="14250" y="26750"/>
                </a:lnTo>
                <a:lnTo>
                  <a:pt x="14750" y="26750"/>
                </a:lnTo>
                <a:lnTo>
                  <a:pt x="15000" y="27250"/>
                </a:lnTo>
                <a:lnTo>
                  <a:pt x="16000" y="27500"/>
                </a:lnTo>
                <a:lnTo>
                  <a:pt x="16250" y="28000"/>
                </a:lnTo>
                <a:lnTo>
                  <a:pt x="17250" y="28000"/>
                </a:lnTo>
                <a:lnTo>
                  <a:pt x="17250" y="27750"/>
                </a:lnTo>
                <a:lnTo>
                  <a:pt x="17500" y="27750"/>
                </a:lnTo>
                <a:lnTo>
                  <a:pt x="17500" y="27000"/>
                </a:lnTo>
                <a:lnTo>
                  <a:pt x="17500" y="12500"/>
                </a:lnTo>
                <a:lnTo>
                  <a:pt x="17750" y="12500"/>
                </a:lnTo>
                <a:lnTo>
                  <a:pt x="17750" y="12000"/>
                </a:lnTo>
                <a:lnTo>
                  <a:pt x="18000" y="12000"/>
                </a:lnTo>
                <a:lnTo>
                  <a:pt x="18500" y="11250"/>
                </a:lnTo>
                <a:lnTo>
                  <a:pt x="19000" y="11250"/>
                </a:lnTo>
                <a:lnTo>
                  <a:pt x="19500" y="10500"/>
                </a:lnTo>
                <a:lnTo>
                  <a:pt x="20750" y="10250"/>
                </a:lnTo>
                <a:lnTo>
                  <a:pt x="21250" y="9500"/>
                </a:lnTo>
                <a:lnTo>
                  <a:pt x="22750" y="9000"/>
                </a:lnTo>
                <a:lnTo>
                  <a:pt x="23000" y="8500"/>
                </a:lnTo>
                <a:lnTo>
                  <a:pt x="24500" y="8000"/>
                </a:lnTo>
                <a:lnTo>
                  <a:pt x="24750" y="7500"/>
                </a:lnTo>
                <a:lnTo>
                  <a:pt x="26250" y="7000"/>
                </a:lnTo>
                <a:lnTo>
                  <a:pt x="26500" y="6500"/>
                </a:lnTo>
                <a:lnTo>
                  <a:pt x="27000" y="6500"/>
                </a:lnTo>
                <a:lnTo>
                  <a:pt x="27000" y="6250"/>
                </a:lnTo>
                <a:lnTo>
                  <a:pt x="27500" y="6250"/>
                </a:lnTo>
                <a:lnTo>
                  <a:pt x="27500" y="6000"/>
                </a:lnTo>
                <a:lnTo>
                  <a:pt x="28000" y="6000"/>
                </a:lnTo>
                <a:lnTo>
                  <a:pt x="28000" y="5750"/>
                </a:lnTo>
                <a:lnTo>
                  <a:pt x="28500" y="5500"/>
                </a:lnTo>
                <a:lnTo>
                  <a:pt x="28500" y="4500"/>
                </a:lnTo>
                <a:lnTo>
                  <a:pt x="28250" y="4500"/>
                </a:lnTo>
                <a:lnTo>
                  <a:pt x="28250" y="4250"/>
                </a:lnTo>
                <a:lnTo>
                  <a:pt x="27500" y="4250"/>
                </a:lnTo>
                <a:lnTo>
                  <a:pt x="27500" y="4000"/>
                </a:lnTo>
                <a:lnTo>
                  <a:pt x="27000" y="4000"/>
                </a:lnTo>
                <a:lnTo>
                  <a:pt x="27000" y="3750"/>
                </a:lnTo>
                <a:lnTo>
                  <a:pt x="26500" y="3750"/>
                </a:lnTo>
                <a:lnTo>
                  <a:pt x="26500" y="3500"/>
                </a:lnTo>
                <a:lnTo>
                  <a:pt x="26000" y="3500"/>
                </a:lnTo>
                <a:lnTo>
                  <a:pt x="26000" y="3250"/>
                </a:lnTo>
                <a:lnTo>
                  <a:pt x="22500" y="3000"/>
                </a:lnTo>
                <a:close/>
                <a:moveTo>
                  <a:pt x="34000" y="6250"/>
                </a:moveTo>
                <a:lnTo>
                  <a:pt x="33750" y="6250"/>
                </a:lnTo>
                <a:lnTo>
                  <a:pt x="33750" y="6500"/>
                </a:lnTo>
                <a:lnTo>
                  <a:pt x="33000" y="6500"/>
                </a:lnTo>
                <a:lnTo>
                  <a:pt x="33000" y="6750"/>
                </a:lnTo>
                <a:lnTo>
                  <a:pt x="32500" y="6750"/>
                </a:lnTo>
                <a:lnTo>
                  <a:pt x="32500" y="7000"/>
                </a:lnTo>
                <a:lnTo>
                  <a:pt x="32000" y="7000"/>
                </a:lnTo>
                <a:lnTo>
                  <a:pt x="32000" y="7250"/>
                </a:lnTo>
                <a:lnTo>
                  <a:pt x="31250" y="7250"/>
                </a:lnTo>
                <a:lnTo>
                  <a:pt x="31250" y="7500"/>
                </a:lnTo>
                <a:lnTo>
                  <a:pt x="30500" y="7750"/>
                </a:lnTo>
                <a:lnTo>
                  <a:pt x="30250" y="8250"/>
                </a:lnTo>
                <a:lnTo>
                  <a:pt x="29500" y="8250"/>
                </a:lnTo>
                <a:lnTo>
                  <a:pt x="29000" y="9000"/>
                </a:lnTo>
                <a:lnTo>
                  <a:pt x="27750" y="9250"/>
                </a:lnTo>
                <a:lnTo>
                  <a:pt x="27750" y="9500"/>
                </a:lnTo>
                <a:lnTo>
                  <a:pt x="27000" y="9750"/>
                </a:lnTo>
                <a:lnTo>
                  <a:pt x="26750" y="10250"/>
                </a:lnTo>
                <a:lnTo>
                  <a:pt x="26000" y="10250"/>
                </a:lnTo>
                <a:lnTo>
                  <a:pt x="26000" y="10500"/>
                </a:lnTo>
                <a:lnTo>
                  <a:pt x="25250" y="10750"/>
                </a:lnTo>
                <a:lnTo>
                  <a:pt x="25000" y="11250"/>
                </a:lnTo>
                <a:lnTo>
                  <a:pt x="24500" y="11250"/>
                </a:lnTo>
                <a:lnTo>
                  <a:pt x="24500" y="11500"/>
                </a:lnTo>
                <a:lnTo>
                  <a:pt x="24000" y="11500"/>
                </a:lnTo>
                <a:lnTo>
                  <a:pt x="23750" y="12000"/>
                </a:lnTo>
                <a:lnTo>
                  <a:pt x="22250" y="12500"/>
                </a:lnTo>
                <a:lnTo>
                  <a:pt x="22000" y="13000"/>
                </a:lnTo>
                <a:lnTo>
                  <a:pt x="21500" y="13000"/>
                </a:lnTo>
                <a:lnTo>
                  <a:pt x="21500" y="13250"/>
                </a:lnTo>
                <a:lnTo>
                  <a:pt x="20750" y="13750"/>
                </a:lnTo>
                <a:lnTo>
                  <a:pt x="20750" y="14500"/>
                </a:lnTo>
                <a:lnTo>
                  <a:pt x="20500" y="14500"/>
                </a:lnTo>
                <a:lnTo>
                  <a:pt x="20500" y="18750"/>
                </a:lnTo>
                <a:lnTo>
                  <a:pt x="20750" y="18750"/>
                </a:lnTo>
                <a:lnTo>
                  <a:pt x="20750" y="19000"/>
                </a:lnTo>
                <a:lnTo>
                  <a:pt x="21750" y="19000"/>
                </a:lnTo>
                <a:lnTo>
                  <a:pt x="22000" y="18500"/>
                </a:lnTo>
                <a:lnTo>
                  <a:pt x="22500" y="18500"/>
                </a:lnTo>
                <a:lnTo>
                  <a:pt x="22500" y="18250"/>
                </a:lnTo>
                <a:lnTo>
                  <a:pt x="23500" y="18000"/>
                </a:lnTo>
                <a:lnTo>
                  <a:pt x="23750" y="17500"/>
                </a:lnTo>
                <a:lnTo>
                  <a:pt x="25250" y="17000"/>
                </a:lnTo>
                <a:lnTo>
                  <a:pt x="25500" y="16500"/>
                </a:lnTo>
                <a:lnTo>
                  <a:pt x="26500" y="16250"/>
                </a:lnTo>
                <a:lnTo>
                  <a:pt x="26500" y="16000"/>
                </a:lnTo>
                <a:lnTo>
                  <a:pt x="27250" y="15750"/>
                </a:lnTo>
                <a:lnTo>
                  <a:pt x="27500" y="15250"/>
                </a:lnTo>
                <a:lnTo>
                  <a:pt x="28250" y="15250"/>
                </a:lnTo>
                <a:lnTo>
                  <a:pt x="28750" y="14500"/>
                </a:lnTo>
                <a:lnTo>
                  <a:pt x="30000" y="14250"/>
                </a:lnTo>
                <a:lnTo>
                  <a:pt x="30500" y="13500"/>
                </a:lnTo>
                <a:lnTo>
                  <a:pt x="32000" y="13000"/>
                </a:lnTo>
                <a:lnTo>
                  <a:pt x="32000" y="12750"/>
                </a:lnTo>
                <a:lnTo>
                  <a:pt x="32750" y="12500"/>
                </a:lnTo>
                <a:lnTo>
                  <a:pt x="32750" y="12250"/>
                </a:lnTo>
                <a:lnTo>
                  <a:pt x="33750" y="12000"/>
                </a:lnTo>
                <a:lnTo>
                  <a:pt x="33750" y="11750"/>
                </a:lnTo>
                <a:lnTo>
                  <a:pt x="34500" y="11500"/>
                </a:lnTo>
                <a:lnTo>
                  <a:pt x="34500" y="11250"/>
                </a:lnTo>
                <a:lnTo>
                  <a:pt x="35750" y="11250"/>
                </a:lnTo>
                <a:lnTo>
                  <a:pt x="35750" y="11500"/>
                </a:lnTo>
                <a:lnTo>
                  <a:pt x="36250" y="11500"/>
                </a:lnTo>
                <a:lnTo>
                  <a:pt x="36500" y="12000"/>
                </a:lnTo>
                <a:lnTo>
                  <a:pt x="37000" y="12000"/>
                </a:lnTo>
                <a:lnTo>
                  <a:pt x="37000" y="12250"/>
                </a:lnTo>
                <a:lnTo>
                  <a:pt x="38000" y="12500"/>
                </a:lnTo>
                <a:lnTo>
                  <a:pt x="38250" y="13000"/>
                </a:lnTo>
                <a:lnTo>
                  <a:pt x="39750" y="13500"/>
                </a:lnTo>
                <a:lnTo>
                  <a:pt x="40000" y="14000"/>
                </a:lnTo>
                <a:lnTo>
                  <a:pt x="41000" y="14250"/>
                </a:lnTo>
                <a:lnTo>
                  <a:pt x="41000" y="14500"/>
                </a:lnTo>
                <a:lnTo>
                  <a:pt x="41750" y="14750"/>
                </a:lnTo>
                <a:lnTo>
                  <a:pt x="42000" y="15250"/>
                </a:lnTo>
                <a:lnTo>
                  <a:pt x="42750" y="15250"/>
                </a:lnTo>
                <a:lnTo>
                  <a:pt x="42750" y="15500"/>
                </a:lnTo>
                <a:lnTo>
                  <a:pt x="43500" y="15750"/>
                </a:lnTo>
                <a:lnTo>
                  <a:pt x="43750" y="16250"/>
                </a:lnTo>
                <a:lnTo>
                  <a:pt x="44500" y="16250"/>
                </a:lnTo>
                <a:lnTo>
                  <a:pt x="44500" y="16500"/>
                </a:lnTo>
                <a:lnTo>
                  <a:pt x="44750" y="16500"/>
                </a:lnTo>
                <a:lnTo>
                  <a:pt x="45000" y="17000"/>
                </a:lnTo>
                <a:lnTo>
                  <a:pt x="45500" y="17000"/>
                </a:lnTo>
                <a:lnTo>
                  <a:pt x="45500" y="17250"/>
                </a:lnTo>
                <a:lnTo>
                  <a:pt x="46750" y="17250"/>
                </a:lnTo>
                <a:lnTo>
                  <a:pt x="46750" y="16750"/>
                </a:lnTo>
                <a:lnTo>
                  <a:pt x="47000" y="16750"/>
                </a:lnTo>
                <a:lnTo>
                  <a:pt x="47000" y="15750"/>
                </a:lnTo>
                <a:lnTo>
                  <a:pt x="46750" y="15750"/>
                </a:lnTo>
                <a:lnTo>
                  <a:pt x="46750" y="14750"/>
                </a:lnTo>
                <a:lnTo>
                  <a:pt x="46500" y="14750"/>
                </a:lnTo>
                <a:lnTo>
                  <a:pt x="46250" y="12500"/>
                </a:lnTo>
                <a:lnTo>
                  <a:pt x="46000" y="12500"/>
                </a:lnTo>
                <a:lnTo>
                  <a:pt x="46000" y="12000"/>
                </a:lnTo>
                <a:lnTo>
                  <a:pt x="45500" y="11750"/>
                </a:lnTo>
                <a:lnTo>
                  <a:pt x="45000" y="10250"/>
                </a:lnTo>
                <a:lnTo>
                  <a:pt x="44750" y="10250"/>
                </a:lnTo>
                <a:lnTo>
                  <a:pt x="44750" y="10000"/>
                </a:lnTo>
                <a:lnTo>
                  <a:pt x="44500" y="10000"/>
                </a:lnTo>
                <a:lnTo>
                  <a:pt x="44500" y="9750"/>
                </a:lnTo>
                <a:lnTo>
                  <a:pt x="44250" y="9750"/>
                </a:lnTo>
                <a:lnTo>
                  <a:pt x="43000" y="8250"/>
                </a:lnTo>
                <a:lnTo>
                  <a:pt x="42500" y="8250"/>
                </a:lnTo>
                <a:lnTo>
                  <a:pt x="42000" y="7500"/>
                </a:lnTo>
                <a:lnTo>
                  <a:pt x="40750" y="7250"/>
                </a:lnTo>
                <a:lnTo>
                  <a:pt x="40750" y="7000"/>
                </a:lnTo>
                <a:lnTo>
                  <a:pt x="40250" y="7000"/>
                </a:lnTo>
                <a:lnTo>
                  <a:pt x="40250" y="6750"/>
                </a:lnTo>
                <a:lnTo>
                  <a:pt x="39750" y="6750"/>
                </a:lnTo>
                <a:lnTo>
                  <a:pt x="39750" y="6500"/>
                </a:lnTo>
                <a:lnTo>
                  <a:pt x="39000" y="6500"/>
                </a:lnTo>
                <a:lnTo>
                  <a:pt x="39000" y="6250"/>
                </a:lnTo>
                <a:lnTo>
                  <a:pt x="34000" y="6250"/>
                </a:lnTo>
                <a:close/>
                <a:moveTo>
                  <a:pt x="9000" y="14250"/>
                </a:moveTo>
                <a:lnTo>
                  <a:pt x="8250" y="14500"/>
                </a:lnTo>
                <a:lnTo>
                  <a:pt x="8250" y="14750"/>
                </a:lnTo>
                <a:lnTo>
                  <a:pt x="7750" y="14750"/>
                </a:lnTo>
                <a:lnTo>
                  <a:pt x="7500" y="15250"/>
                </a:lnTo>
                <a:lnTo>
                  <a:pt x="7000" y="15250"/>
                </a:lnTo>
                <a:lnTo>
                  <a:pt x="7000" y="15500"/>
                </a:lnTo>
                <a:lnTo>
                  <a:pt x="6750" y="15500"/>
                </a:lnTo>
                <a:lnTo>
                  <a:pt x="6750" y="15750"/>
                </a:lnTo>
                <a:lnTo>
                  <a:pt x="5250" y="17000"/>
                </a:lnTo>
                <a:lnTo>
                  <a:pt x="5250" y="17500"/>
                </a:lnTo>
                <a:lnTo>
                  <a:pt x="4750" y="17750"/>
                </a:lnTo>
                <a:lnTo>
                  <a:pt x="4750" y="18250"/>
                </a:lnTo>
                <a:lnTo>
                  <a:pt x="4250" y="18500"/>
                </a:lnTo>
                <a:lnTo>
                  <a:pt x="4250" y="19000"/>
                </a:lnTo>
                <a:lnTo>
                  <a:pt x="4000" y="19000"/>
                </a:lnTo>
                <a:lnTo>
                  <a:pt x="4000" y="19500"/>
                </a:lnTo>
                <a:lnTo>
                  <a:pt x="3750" y="19500"/>
                </a:lnTo>
                <a:lnTo>
                  <a:pt x="3750" y="20000"/>
                </a:lnTo>
                <a:lnTo>
                  <a:pt x="3500" y="20000"/>
                </a:lnTo>
                <a:lnTo>
                  <a:pt x="3500" y="21000"/>
                </a:lnTo>
                <a:lnTo>
                  <a:pt x="3250" y="21000"/>
                </a:lnTo>
                <a:lnTo>
                  <a:pt x="3250" y="26000"/>
                </a:lnTo>
                <a:lnTo>
                  <a:pt x="3500" y="26000"/>
                </a:lnTo>
                <a:lnTo>
                  <a:pt x="3500" y="27000"/>
                </a:lnTo>
                <a:lnTo>
                  <a:pt x="4000" y="27250"/>
                </a:lnTo>
                <a:lnTo>
                  <a:pt x="4250" y="28500"/>
                </a:lnTo>
                <a:lnTo>
                  <a:pt x="4500" y="28500"/>
                </a:lnTo>
                <a:lnTo>
                  <a:pt x="4500" y="29000"/>
                </a:lnTo>
                <a:lnTo>
                  <a:pt x="5250" y="29500"/>
                </a:lnTo>
                <a:lnTo>
                  <a:pt x="5250" y="30000"/>
                </a:lnTo>
                <a:lnTo>
                  <a:pt x="5500" y="30000"/>
                </a:lnTo>
                <a:lnTo>
                  <a:pt x="5500" y="30250"/>
                </a:lnTo>
                <a:lnTo>
                  <a:pt x="5750" y="30250"/>
                </a:lnTo>
                <a:lnTo>
                  <a:pt x="5750" y="30500"/>
                </a:lnTo>
                <a:lnTo>
                  <a:pt x="6000" y="30500"/>
                </a:lnTo>
                <a:lnTo>
                  <a:pt x="6000" y="30750"/>
                </a:lnTo>
                <a:lnTo>
                  <a:pt x="6250" y="30750"/>
                </a:lnTo>
                <a:lnTo>
                  <a:pt x="7500" y="32250"/>
                </a:lnTo>
                <a:lnTo>
                  <a:pt x="8000" y="32250"/>
                </a:lnTo>
                <a:lnTo>
                  <a:pt x="8000" y="32500"/>
                </a:lnTo>
                <a:lnTo>
                  <a:pt x="8500" y="32500"/>
                </a:lnTo>
                <a:lnTo>
                  <a:pt x="8750" y="33000"/>
                </a:lnTo>
                <a:lnTo>
                  <a:pt x="10250" y="33500"/>
                </a:lnTo>
                <a:lnTo>
                  <a:pt x="10750" y="34250"/>
                </a:lnTo>
                <a:lnTo>
                  <a:pt x="12000" y="34500"/>
                </a:lnTo>
                <a:lnTo>
                  <a:pt x="12500" y="35250"/>
                </a:lnTo>
                <a:lnTo>
                  <a:pt x="13750" y="35500"/>
                </a:lnTo>
                <a:lnTo>
                  <a:pt x="14000" y="36000"/>
                </a:lnTo>
                <a:lnTo>
                  <a:pt x="15000" y="36250"/>
                </a:lnTo>
                <a:lnTo>
                  <a:pt x="15250" y="36750"/>
                </a:lnTo>
                <a:lnTo>
                  <a:pt x="15750" y="36750"/>
                </a:lnTo>
                <a:lnTo>
                  <a:pt x="15750" y="37000"/>
                </a:lnTo>
                <a:lnTo>
                  <a:pt x="17250" y="37500"/>
                </a:lnTo>
                <a:lnTo>
                  <a:pt x="17750" y="38250"/>
                </a:lnTo>
                <a:lnTo>
                  <a:pt x="18500" y="38250"/>
                </a:lnTo>
                <a:lnTo>
                  <a:pt x="18500" y="38500"/>
                </a:lnTo>
                <a:lnTo>
                  <a:pt x="20000" y="38250"/>
                </a:lnTo>
                <a:lnTo>
                  <a:pt x="20250" y="37750"/>
                </a:lnTo>
                <a:lnTo>
                  <a:pt x="20750" y="37750"/>
                </a:lnTo>
                <a:lnTo>
                  <a:pt x="20750" y="37500"/>
                </a:lnTo>
                <a:lnTo>
                  <a:pt x="21750" y="37250"/>
                </a:lnTo>
                <a:lnTo>
                  <a:pt x="22000" y="36750"/>
                </a:lnTo>
                <a:lnTo>
                  <a:pt x="23000" y="36500"/>
                </a:lnTo>
                <a:lnTo>
                  <a:pt x="23000" y="36250"/>
                </a:lnTo>
                <a:lnTo>
                  <a:pt x="23250" y="36250"/>
                </a:lnTo>
                <a:lnTo>
                  <a:pt x="23250" y="35250"/>
                </a:lnTo>
                <a:lnTo>
                  <a:pt x="22750" y="35250"/>
                </a:lnTo>
                <a:lnTo>
                  <a:pt x="22750" y="35000"/>
                </a:lnTo>
                <a:lnTo>
                  <a:pt x="22250" y="35000"/>
                </a:lnTo>
                <a:lnTo>
                  <a:pt x="22000" y="34500"/>
                </a:lnTo>
                <a:lnTo>
                  <a:pt x="20500" y="34000"/>
                </a:lnTo>
                <a:lnTo>
                  <a:pt x="20000" y="33250"/>
                </a:lnTo>
                <a:lnTo>
                  <a:pt x="18750" y="33000"/>
                </a:lnTo>
                <a:lnTo>
                  <a:pt x="18500" y="32500"/>
                </a:lnTo>
                <a:lnTo>
                  <a:pt x="17500" y="32250"/>
                </a:lnTo>
                <a:lnTo>
                  <a:pt x="17250" y="31750"/>
                </a:lnTo>
                <a:lnTo>
                  <a:pt x="15750" y="31250"/>
                </a:lnTo>
                <a:lnTo>
                  <a:pt x="15750" y="31000"/>
                </a:lnTo>
                <a:lnTo>
                  <a:pt x="15000" y="30750"/>
                </a:lnTo>
                <a:lnTo>
                  <a:pt x="14750" y="30250"/>
                </a:lnTo>
                <a:lnTo>
                  <a:pt x="14000" y="30250"/>
                </a:lnTo>
                <a:lnTo>
                  <a:pt x="14000" y="30000"/>
                </a:lnTo>
                <a:lnTo>
                  <a:pt x="13250" y="29750"/>
                </a:lnTo>
                <a:lnTo>
                  <a:pt x="13000" y="29250"/>
                </a:lnTo>
                <a:lnTo>
                  <a:pt x="12500" y="29250"/>
                </a:lnTo>
                <a:lnTo>
                  <a:pt x="12500" y="29000"/>
                </a:lnTo>
                <a:lnTo>
                  <a:pt x="12000" y="29000"/>
                </a:lnTo>
                <a:lnTo>
                  <a:pt x="11750" y="28500"/>
                </a:lnTo>
                <a:lnTo>
                  <a:pt x="10250" y="28000"/>
                </a:lnTo>
                <a:lnTo>
                  <a:pt x="10250" y="27500"/>
                </a:lnTo>
                <a:lnTo>
                  <a:pt x="9500" y="27000"/>
                </a:lnTo>
                <a:lnTo>
                  <a:pt x="9500" y="14750"/>
                </a:lnTo>
                <a:lnTo>
                  <a:pt x="9250" y="14750"/>
                </a:lnTo>
                <a:lnTo>
                  <a:pt x="9000" y="14250"/>
                </a:lnTo>
                <a:close/>
                <a:moveTo>
                  <a:pt x="34500" y="15000"/>
                </a:moveTo>
                <a:lnTo>
                  <a:pt x="33750" y="15250"/>
                </a:lnTo>
                <a:lnTo>
                  <a:pt x="33750" y="15500"/>
                </a:lnTo>
                <a:lnTo>
                  <a:pt x="33250" y="15500"/>
                </a:lnTo>
                <a:lnTo>
                  <a:pt x="33000" y="16000"/>
                </a:lnTo>
                <a:lnTo>
                  <a:pt x="32000" y="16250"/>
                </a:lnTo>
                <a:lnTo>
                  <a:pt x="31750" y="16750"/>
                </a:lnTo>
                <a:lnTo>
                  <a:pt x="31250" y="16750"/>
                </a:lnTo>
                <a:lnTo>
                  <a:pt x="31250" y="17000"/>
                </a:lnTo>
                <a:lnTo>
                  <a:pt x="30750" y="17250"/>
                </a:lnTo>
                <a:lnTo>
                  <a:pt x="30750" y="18000"/>
                </a:lnTo>
                <a:lnTo>
                  <a:pt x="31500" y="18250"/>
                </a:lnTo>
                <a:lnTo>
                  <a:pt x="31500" y="18500"/>
                </a:lnTo>
                <a:lnTo>
                  <a:pt x="32000" y="18500"/>
                </a:lnTo>
                <a:lnTo>
                  <a:pt x="32250" y="19000"/>
                </a:lnTo>
                <a:lnTo>
                  <a:pt x="33750" y="19500"/>
                </a:lnTo>
                <a:lnTo>
                  <a:pt x="34000" y="20000"/>
                </a:lnTo>
                <a:lnTo>
                  <a:pt x="35500" y="20500"/>
                </a:lnTo>
                <a:lnTo>
                  <a:pt x="35750" y="21000"/>
                </a:lnTo>
                <a:lnTo>
                  <a:pt x="37250" y="21500"/>
                </a:lnTo>
                <a:lnTo>
                  <a:pt x="37500" y="22000"/>
                </a:lnTo>
                <a:lnTo>
                  <a:pt x="39000" y="22500"/>
                </a:lnTo>
                <a:lnTo>
                  <a:pt x="39500" y="23250"/>
                </a:lnTo>
                <a:lnTo>
                  <a:pt x="40250" y="23250"/>
                </a:lnTo>
                <a:lnTo>
                  <a:pt x="40250" y="23500"/>
                </a:lnTo>
                <a:lnTo>
                  <a:pt x="41000" y="23750"/>
                </a:lnTo>
                <a:lnTo>
                  <a:pt x="41250" y="24250"/>
                </a:lnTo>
                <a:lnTo>
                  <a:pt x="42000" y="24250"/>
                </a:lnTo>
                <a:lnTo>
                  <a:pt x="42000" y="24500"/>
                </a:lnTo>
                <a:lnTo>
                  <a:pt x="42750" y="24750"/>
                </a:lnTo>
                <a:lnTo>
                  <a:pt x="43000" y="25250"/>
                </a:lnTo>
                <a:lnTo>
                  <a:pt x="44000" y="25500"/>
                </a:lnTo>
                <a:lnTo>
                  <a:pt x="44000" y="26000"/>
                </a:lnTo>
                <a:lnTo>
                  <a:pt x="44250" y="26000"/>
                </a:lnTo>
                <a:lnTo>
                  <a:pt x="44250" y="26500"/>
                </a:lnTo>
                <a:lnTo>
                  <a:pt x="44500" y="26500"/>
                </a:lnTo>
                <a:lnTo>
                  <a:pt x="44500" y="38750"/>
                </a:lnTo>
                <a:lnTo>
                  <a:pt x="44750" y="38750"/>
                </a:lnTo>
                <a:lnTo>
                  <a:pt x="44750" y="39000"/>
                </a:lnTo>
                <a:lnTo>
                  <a:pt x="45500" y="39000"/>
                </a:lnTo>
                <a:lnTo>
                  <a:pt x="45500" y="38750"/>
                </a:lnTo>
                <a:lnTo>
                  <a:pt x="46000" y="38750"/>
                </a:lnTo>
                <a:lnTo>
                  <a:pt x="46000" y="38500"/>
                </a:lnTo>
                <a:lnTo>
                  <a:pt x="46500" y="38500"/>
                </a:lnTo>
                <a:lnTo>
                  <a:pt x="46500" y="38250"/>
                </a:lnTo>
                <a:lnTo>
                  <a:pt x="46750" y="38250"/>
                </a:lnTo>
                <a:lnTo>
                  <a:pt x="47500" y="37250"/>
                </a:lnTo>
                <a:lnTo>
                  <a:pt x="48000" y="37250"/>
                </a:lnTo>
                <a:lnTo>
                  <a:pt x="48250" y="36500"/>
                </a:lnTo>
                <a:lnTo>
                  <a:pt x="49250" y="35750"/>
                </a:lnTo>
                <a:lnTo>
                  <a:pt x="49500" y="34750"/>
                </a:lnTo>
                <a:lnTo>
                  <a:pt x="49750" y="34750"/>
                </a:lnTo>
                <a:lnTo>
                  <a:pt x="50000" y="34000"/>
                </a:lnTo>
                <a:lnTo>
                  <a:pt x="50250" y="34000"/>
                </a:lnTo>
                <a:lnTo>
                  <a:pt x="50500" y="32000"/>
                </a:lnTo>
                <a:lnTo>
                  <a:pt x="50750" y="32000"/>
                </a:lnTo>
                <a:lnTo>
                  <a:pt x="50750" y="31250"/>
                </a:lnTo>
                <a:lnTo>
                  <a:pt x="51000" y="31250"/>
                </a:lnTo>
                <a:lnTo>
                  <a:pt x="51000" y="28500"/>
                </a:lnTo>
                <a:lnTo>
                  <a:pt x="50750" y="28500"/>
                </a:lnTo>
                <a:lnTo>
                  <a:pt x="50500" y="26750"/>
                </a:lnTo>
                <a:lnTo>
                  <a:pt x="50250" y="26750"/>
                </a:lnTo>
                <a:lnTo>
                  <a:pt x="50250" y="25750"/>
                </a:lnTo>
                <a:lnTo>
                  <a:pt x="50000" y="25750"/>
                </a:lnTo>
                <a:lnTo>
                  <a:pt x="49750" y="24750"/>
                </a:lnTo>
                <a:lnTo>
                  <a:pt x="49250" y="24500"/>
                </a:lnTo>
                <a:lnTo>
                  <a:pt x="49250" y="24000"/>
                </a:lnTo>
                <a:lnTo>
                  <a:pt x="49000" y="24000"/>
                </a:lnTo>
                <a:lnTo>
                  <a:pt x="49000" y="23500"/>
                </a:lnTo>
                <a:lnTo>
                  <a:pt x="48250" y="23000"/>
                </a:lnTo>
                <a:lnTo>
                  <a:pt x="48250" y="22500"/>
                </a:lnTo>
                <a:lnTo>
                  <a:pt x="47500" y="22250"/>
                </a:lnTo>
                <a:lnTo>
                  <a:pt x="46750" y="21250"/>
                </a:lnTo>
                <a:lnTo>
                  <a:pt x="46250" y="21250"/>
                </a:lnTo>
                <a:lnTo>
                  <a:pt x="46250" y="21000"/>
                </a:lnTo>
                <a:lnTo>
                  <a:pt x="45500" y="20750"/>
                </a:lnTo>
                <a:lnTo>
                  <a:pt x="45250" y="20250"/>
                </a:lnTo>
                <a:lnTo>
                  <a:pt x="43750" y="19750"/>
                </a:lnTo>
                <a:lnTo>
                  <a:pt x="43500" y="19250"/>
                </a:lnTo>
                <a:lnTo>
                  <a:pt x="42750" y="19250"/>
                </a:lnTo>
                <a:lnTo>
                  <a:pt x="42250" y="18500"/>
                </a:lnTo>
                <a:lnTo>
                  <a:pt x="41750" y="18500"/>
                </a:lnTo>
                <a:lnTo>
                  <a:pt x="41750" y="18250"/>
                </a:lnTo>
                <a:lnTo>
                  <a:pt x="40250" y="17750"/>
                </a:lnTo>
                <a:lnTo>
                  <a:pt x="40000" y="17250"/>
                </a:lnTo>
                <a:lnTo>
                  <a:pt x="39000" y="17000"/>
                </a:lnTo>
                <a:lnTo>
                  <a:pt x="38750" y="16500"/>
                </a:lnTo>
                <a:lnTo>
                  <a:pt x="37250" y="16000"/>
                </a:lnTo>
                <a:lnTo>
                  <a:pt x="37250" y="15750"/>
                </a:lnTo>
                <a:lnTo>
                  <a:pt x="36500" y="15500"/>
                </a:lnTo>
                <a:lnTo>
                  <a:pt x="36500" y="15250"/>
                </a:lnTo>
                <a:lnTo>
                  <a:pt x="34500" y="15000"/>
                </a:lnTo>
                <a:close/>
                <a:moveTo>
                  <a:pt x="26500" y="19500"/>
                </a:moveTo>
                <a:lnTo>
                  <a:pt x="26250" y="19500"/>
                </a:lnTo>
                <a:lnTo>
                  <a:pt x="25750" y="20250"/>
                </a:lnTo>
                <a:lnTo>
                  <a:pt x="24500" y="20500"/>
                </a:lnTo>
                <a:lnTo>
                  <a:pt x="24000" y="21250"/>
                </a:lnTo>
                <a:lnTo>
                  <a:pt x="23250" y="21250"/>
                </a:lnTo>
                <a:lnTo>
                  <a:pt x="23250" y="21500"/>
                </a:lnTo>
                <a:lnTo>
                  <a:pt x="22750" y="21500"/>
                </a:lnTo>
                <a:lnTo>
                  <a:pt x="22500" y="22000"/>
                </a:lnTo>
                <a:lnTo>
                  <a:pt x="21000" y="22500"/>
                </a:lnTo>
                <a:lnTo>
                  <a:pt x="21000" y="23000"/>
                </a:lnTo>
                <a:lnTo>
                  <a:pt x="20750" y="23000"/>
                </a:lnTo>
                <a:lnTo>
                  <a:pt x="20750" y="23500"/>
                </a:lnTo>
                <a:lnTo>
                  <a:pt x="20500" y="23500"/>
                </a:lnTo>
                <a:lnTo>
                  <a:pt x="20500" y="29750"/>
                </a:lnTo>
                <a:lnTo>
                  <a:pt x="20750" y="29750"/>
                </a:lnTo>
                <a:lnTo>
                  <a:pt x="20750" y="30250"/>
                </a:lnTo>
                <a:lnTo>
                  <a:pt x="21250" y="30500"/>
                </a:lnTo>
                <a:lnTo>
                  <a:pt x="21250" y="31000"/>
                </a:lnTo>
                <a:lnTo>
                  <a:pt x="22500" y="31250"/>
                </a:lnTo>
                <a:lnTo>
                  <a:pt x="22750" y="31750"/>
                </a:lnTo>
                <a:lnTo>
                  <a:pt x="23250" y="31750"/>
                </a:lnTo>
                <a:lnTo>
                  <a:pt x="23500" y="32250"/>
                </a:lnTo>
                <a:lnTo>
                  <a:pt x="25000" y="32750"/>
                </a:lnTo>
                <a:lnTo>
                  <a:pt x="25250" y="33250"/>
                </a:lnTo>
                <a:lnTo>
                  <a:pt x="26000" y="33250"/>
                </a:lnTo>
                <a:lnTo>
                  <a:pt x="26250" y="33750"/>
                </a:lnTo>
                <a:lnTo>
                  <a:pt x="27500" y="33750"/>
                </a:lnTo>
                <a:lnTo>
                  <a:pt x="28250" y="33500"/>
                </a:lnTo>
                <a:lnTo>
                  <a:pt x="28250" y="33250"/>
                </a:lnTo>
                <a:lnTo>
                  <a:pt x="28750" y="33250"/>
                </a:lnTo>
                <a:lnTo>
                  <a:pt x="28750" y="33000"/>
                </a:lnTo>
                <a:lnTo>
                  <a:pt x="29250" y="33000"/>
                </a:lnTo>
                <a:lnTo>
                  <a:pt x="29500" y="32500"/>
                </a:lnTo>
                <a:lnTo>
                  <a:pt x="31000" y="32000"/>
                </a:lnTo>
                <a:lnTo>
                  <a:pt x="31250" y="31500"/>
                </a:lnTo>
                <a:lnTo>
                  <a:pt x="32250" y="31250"/>
                </a:lnTo>
                <a:lnTo>
                  <a:pt x="32500" y="30750"/>
                </a:lnTo>
                <a:lnTo>
                  <a:pt x="33000" y="30750"/>
                </a:lnTo>
                <a:lnTo>
                  <a:pt x="33000" y="30250"/>
                </a:lnTo>
                <a:lnTo>
                  <a:pt x="33250" y="30250"/>
                </a:lnTo>
                <a:lnTo>
                  <a:pt x="33250" y="29750"/>
                </a:lnTo>
                <a:lnTo>
                  <a:pt x="33500" y="29750"/>
                </a:lnTo>
                <a:lnTo>
                  <a:pt x="33500" y="23500"/>
                </a:lnTo>
                <a:lnTo>
                  <a:pt x="33250" y="23500"/>
                </a:lnTo>
                <a:lnTo>
                  <a:pt x="33250" y="22750"/>
                </a:lnTo>
                <a:lnTo>
                  <a:pt x="33000" y="22750"/>
                </a:lnTo>
                <a:lnTo>
                  <a:pt x="33000" y="22500"/>
                </a:lnTo>
                <a:lnTo>
                  <a:pt x="31500" y="22000"/>
                </a:lnTo>
                <a:lnTo>
                  <a:pt x="31250" y="21500"/>
                </a:lnTo>
                <a:lnTo>
                  <a:pt x="29750" y="21000"/>
                </a:lnTo>
                <a:lnTo>
                  <a:pt x="29500" y="20500"/>
                </a:lnTo>
                <a:lnTo>
                  <a:pt x="28000" y="20000"/>
                </a:lnTo>
                <a:lnTo>
                  <a:pt x="27750" y="19500"/>
                </a:lnTo>
                <a:lnTo>
                  <a:pt x="26500" y="19500"/>
                </a:lnTo>
                <a:close/>
                <a:moveTo>
                  <a:pt x="36750" y="25250"/>
                </a:moveTo>
                <a:lnTo>
                  <a:pt x="36500" y="25250"/>
                </a:lnTo>
                <a:lnTo>
                  <a:pt x="36500" y="25750"/>
                </a:lnTo>
                <a:lnTo>
                  <a:pt x="36250" y="25750"/>
                </a:lnTo>
                <a:lnTo>
                  <a:pt x="36250" y="41250"/>
                </a:lnTo>
                <a:lnTo>
                  <a:pt x="36000" y="41250"/>
                </a:lnTo>
                <a:lnTo>
                  <a:pt x="35750" y="42000"/>
                </a:lnTo>
                <a:lnTo>
                  <a:pt x="34750" y="42250"/>
                </a:lnTo>
                <a:lnTo>
                  <a:pt x="34750" y="42500"/>
                </a:lnTo>
                <a:lnTo>
                  <a:pt x="34000" y="42750"/>
                </a:lnTo>
                <a:lnTo>
                  <a:pt x="33750" y="43250"/>
                </a:lnTo>
                <a:lnTo>
                  <a:pt x="32500" y="43500"/>
                </a:lnTo>
                <a:lnTo>
                  <a:pt x="32000" y="44250"/>
                </a:lnTo>
                <a:lnTo>
                  <a:pt x="31250" y="44250"/>
                </a:lnTo>
                <a:lnTo>
                  <a:pt x="31250" y="44500"/>
                </a:lnTo>
                <a:lnTo>
                  <a:pt x="30500" y="44750"/>
                </a:lnTo>
                <a:lnTo>
                  <a:pt x="30250" y="45250"/>
                </a:lnTo>
                <a:lnTo>
                  <a:pt x="29500" y="45250"/>
                </a:lnTo>
                <a:lnTo>
                  <a:pt x="29000" y="46000"/>
                </a:lnTo>
                <a:lnTo>
                  <a:pt x="27750" y="46250"/>
                </a:lnTo>
                <a:lnTo>
                  <a:pt x="27250" y="47000"/>
                </a:lnTo>
                <a:lnTo>
                  <a:pt x="26750" y="47000"/>
                </a:lnTo>
                <a:lnTo>
                  <a:pt x="26750" y="47250"/>
                </a:lnTo>
                <a:lnTo>
                  <a:pt x="26250" y="47250"/>
                </a:lnTo>
                <a:lnTo>
                  <a:pt x="26250" y="47500"/>
                </a:lnTo>
                <a:lnTo>
                  <a:pt x="25500" y="47750"/>
                </a:lnTo>
                <a:lnTo>
                  <a:pt x="25500" y="48500"/>
                </a:lnTo>
                <a:lnTo>
                  <a:pt x="25750" y="48500"/>
                </a:lnTo>
                <a:lnTo>
                  <a:pt x="26250" y="49250"/>
                </a:lnTo>
                <a:lnTo>
                  <a:pt x="27000" y="49250"/>
                </a:lnTo>
                <a:lnTo>
                  <a:pt x="27000" y="49500"/>
                </a:lnTo>
                <a:lnTo>
                  <a:pt x="27500" y="49500"/>
                </a:lnTo>
                <a:lnTo>
                  <a:pt x="27500" y="49750"/>
                </a:lnTo>
                <a:lnTo>
                  <a:pt x="28000" y="49750"/>
                </a:lnTo>
                <a:lnTo>
                  <a:pt x="28000" y="50000"/>
                </a:lnTo>
                <a:lnTo>
                  <a:pt x="28750" y="50000"/>
                </a:lnTo>
                <a:lnTo>
                  <a:pt x="28750" y="50250"/>
                </a:lnTo>
                <a:lnTo>
                  <a:pt x="30250" y="50250"/>
                </a:lnTo>
                <a:lnTo>
                  <a:pt x="33500" y="50250"/>
                </a:lnTo>
                <a:lnTo>
                  <a:pt x="33500" y="50000"/>
                </a:lnTo>
                <a:lnTo>
                  <a:pt x="34500" y="50000"/>
                </a:lnTo>
                <a:lnTo>
                  <a:pt x="34500" y="49750"/>
                </a:lnTo>
                <a:lnTo>
                  <a:pt x="35000" y="49750"/>
                </a:lnTo>
                <a:lnTo>
                  <a:pt x="35000" y="49500"/>
                </a:lnTo>
                <a:lnTo>
                  <a:pt x="35500" y="49500"/>
                </a:lnTo>
                <a:lnTo>
                  <a:pt x="35500" y="49250"/>
                </a:lnTo>
                <a:lnTo>
                  <a:pt x="36250" y="49250"/>
                </a:lnTo>
                <a:lnTo>
                  <a:pt x="36500" y="48750"/>
                </a:lnTo>
                <a:lnTo>
                  <a:pt x="37000" y="48750"/>
                </a:lnTo>
                <a:lnTo>
                  <a:pt x="37250" y="48250"/>
                </a:lnTo>
                <a:lnTo>
                  <a:pt x="37750" y="48250"/>
                </a:lnTo>
                <a:lnTo>
                  <a:pt x="37750" y="48000"/>
                </a:lnTo>
                <a:lnTo>
                  <a:pt x="38000" y="48000"/>
                </a:lnTo>
                <a:lnTo>
                  <a:pt x="38000" y="47750"/>
                </a:lnTo>
                <a:lnTo>
                  <a:pt x="39500" y="46500"/>
                </a:lnTo>
                <a:lnTo>
                  <a:pt x="39500" y="46000"/>
                </a:lnTo>
                <a:lnTo>
                  <a:pt x="40250" y="45500"/>
                </a:lnTo>
                <a:lnTo>
                  <a:pt x="40500" y="44250"/>
                </a:lnTo>
                <a:lnTo>
                  <a:pt x="41000" y="44000"/>
                </a:lnTo>
                <a:lnTo>
                  <a:pt x="41000" y="43250"/>
                </a:lnTo>
                <a:lnTo>
                  <a:pt x="41250" y="43250"/>
                </a:lnTo>
                <a:lnTo>
                  <a:pt x="41250" y="42000"/>
                </a:lnTo>
                <a:lnTo>
                  <a:pt x="41500" y="42000"/>
                </a:lnTo>
                <a:lnTo>
                  <a:pt x="41500" y="28250"/>
                </a:lnTo>
                <a:lnTo>
                  <a:pt x="41250" y="28250"/>
                </a:lnTo>
                <a:lnTo>
                  <a:pt x="41250" y="27500"/>
                </a:lnTo>
                <a:lnTo>
                  <a:pt x="41000" y="27500"/>
                </a:lnTo>
                <a:lnTo>
                  <a:pt x="41000" y="27250"/>
                </a:lnTo>
                <a:lnTo>
                  <a:pt x="40000" y="27000"/>
                </a:lnTo>
                <a:lnTo>
                  <a:pt x="39750" y="26500"/>
                </a:lnTo>
                <a:lnTo>
                  <a:pt x="38250" y="26000"/>
                </a:lnTo>
                <a:lnTo>
                  <a:pt x="38250" y="25750"/>
                </a:lnTo>
                <a:lnTo>
                  <a:pt x="37500" y="25500"/>
                </a:lnTo>
                <a:lnTo>
                  <a:pt x="37500" y="25250"/>
                </a:lnTo>
                <a:lnTo>
                  <a:pt x="36750" y="25250"/>
                </a:lnTo>
                <a:close/>
                <a:moveTo>
                  <a:pt x="32500" y="34250"/>
                </a:moveTo>
                <a:lnTo>
                  <a:pt x="32250" y="34250"/>
                </a:lnTo>
                <a:lnTo>
                  <a:pt x="31750" y="35000"/>
                </a:lnTo>
                <a:lnTo>
                  <a:pt x="30250" y="35500"/>
                </a:lnTo>
                <a:lnTo>
                  <a:pt x="30000" y="36000"/>
                </a:lnTo>
                <a:lnTo>
                  <a:pt x="28500" y="36500"/>
                </a:lnTo>
                <a:lnTo>
                  <a:pt x="28250" y="37000"/>
                </a:lnTo>
                <a:lnTo>
                  <a:pt x="26750" y="37500"/>
                </a:lnTo>
                <a:lnTo>
                  <a:pt x="26500" y="38000"/>
                </a:lnTo>
                <a:lnTo>
                  <a:pt x="26000" y="38000"/>
                </a:lnTo>
                <a:lnTo>
                  <a:pt x="26000" y="38250"/>
                </a:lnTo>
                <a:lnTo>
                  <a:pt x="25500" y="38250"/>
                </a:lnTo>
                <a:lnTo>
                  <a:pt x="25250" y="38750"/>
                </a:lnTo>
                <a:lnTo>
                  <a:pt x="24750" y="38750"/>
                </a:lnTo>
                <a:lnTo>
                  <a:pt x="24750" y="39000"/>
                </a:lnTo>
                <a:lnTo>
                  <a:pt x="23250" y="39500"/>
                </a:lnTo>
                <a:lnTo>
                  <a:pt x="23000" y="40000"/>
                </a:lnTo>
                <a:lnTo>
                  <a:pt x="22000" y="40250"/>
                </a:lnTo>
                <a:lnTo>
                  <a:pt x="21750" y="40750"/>
                </a:lnTo>
                <a:lnTo>
                  <a:pt x="21250" y="40750"/>
                </a:lnTo>
                <a:lnTo>
                  <a:pt x="21000" y="41250"/>
                </a:lnTo>
                <a:lnTo>
                  <a:pt x="20250" y="41250"/>
                </a:lnTo>
                <a:lnTo>
                  <a:pt x="20250" y="41500"/>
                </a:lnTo>
                <a:lnTo>
                  <a:pt x="19500" y="41750"/>
                </a:lnTo>
                <a:lnTo>
                  <a:pt x="19500" y="42000"/>
                </a:lnTo>
                <a:lnTo>
                  <a:pt x="18250" y="42000"/>
                </a:lnTo>
                <a:lnTo>
                  <a:pt x="18000" y="41500"/>
                </a:lnTo>
                <a:lnTo>
                  <a:pt x="16750" y="41250"/>
                </a:lnTo>
                <a:lnTo>
                  <a:pt x="16250" y="40500"/>
                </a:lnTo>
                <a:lnTo>
                  <a:pt x="14750" y="40000"/>
                </a:lnTo>
                <a:lnTo>
                  <a:pt x="14500" y="39500"/>
                </a:lnTo>
                <a:lnTo>
                  <a:pt x="13000" y="39000"/>
                </a:lnTo>
                <a:lnTo>
                  <a:pt x="12750" y="38500"/>
                </a:lnTo>
                <a:lnTo>
                  <a:pt x="11250" y="38000"/>
                </a:lnTo>
                <a:lnTo>
                  <a:pt x="11000" y="37500"/>
                </a:lnTo>
                <a:lnTo>
                  <a:pt x="9500" y="37000"/>
                </a:lnTo>
                <a:lnTo>
                  <a:pt x="9250" y="36500"/>
                </a:lnTo>
                <a:lnTo>
                  <a:pt x="8750" y="36500"/>
                </a:lnTo>
                <a:lnTo>
                  <a:pt x="8750" y="36250"/>
                </a:lnTo>
                <a:lnTo>
                  <a:pt x="8250" y="36250"/>
                </a:lnTo>
                <a:lnTo>
                  <a:pt x="8250" y="36000"/>
                </a:lnTo>
                <a:lnTo>
                  <a:pt x="7500" y="36000"/>
                </a:lnTo>
                <a:lnTo>
                  <a:pt x="7500" y="36250"/>
                </a:lnTo>
                <a:lnTo>
                  <a:pt x="7250" y="36250"/>
                </a:lnTo>
                <a:lnTo>
                  <a:pt x="7250" y="39000"/>
                </a:lnTo>
                <a:lnTo>
                  <a:pt x="7500" y="39000"/>
                </a:lnTo>
                <a:lnTo>
                  <a:pt x="7500" y="40000"/>
                </a:lnTo>
                <a:lnTo>
                  <a:pt x="7750" y="40000"/>
                </a:lnTo>
                <a:lnTo>
                  <a:pt x="7750" y="40500"/>
                </a:lnTo>
                <a:lnTo>
                  <a:pt x="8000" y="40500"/>
                </a:lnTo>
                <a:lnTo>
                  <a:pt x="8250" y="41250"/>
                </a:lnTo>
                <a:lnTo>
                  <a:pt x="8250" y="41750"/>
                </a:lnTo>
                <a:lnTo>
                  <a:pt x="8500" y="41750"/>
                </a:lnTo>
                <a:lnTo>
                  <a:pt x="8500" y="42250"/>
                </a:lnTo>
                <a:lnTo>
                  <a:pt x="9250" y="42750"/>
                </a:lnTo>
                <a:lnTo>
                  <a:pt x="9250" y="43250"/>
                </a:lnTo>
                <a:lnTo>
                  <a:pt x="9500" y="43250"/>
                </a:lnTo>
                <a:lnTo>
                  <a:pt x="9500" y="43500"/>
                </a:lnTo>
                <a:lnTo>
                  <a:pt x="9750" y="43500"/>
                </a:lnTo>
                <a:lnTo>
                  <a:pt x="9750" y="43750"/>
                </a:lnTo>
                <a:lnTo>
                  <a:pt x="10000" y="43750"/>
                </a:lnTo>
                <a:lnTo>
                  <a:pt x="11250" y="45250"/>
                </a:lnTo>
                <a:lnTo>
                  <a:pt x="12250" y="45500"/>
                </a:lnTo>
                <a:lnTo>
                  <a:pt x="12500" y="46000"/>
                </a:lnTo>
                <a:lnTo>
                  <a:pt x="13750" y="46250"/>
                </a:lnTo>
                <a:lnTo>
                  <a:pt x="13750" y="46500"/>
                </a:lnTo>
                <a:lnTo>
                  <a:pt x="14750" y="46500"/>
                </a:lnTo>
                <a:lnTo>
                  <a:pt x="14750" y="46750"/>
                </a:lnTo>
                <a:lnTo>
                  <a:pt x="16000" y="47000"/>
                </a:lnTo>
                <a:lnTo>
                  <a:pt x="16000" y="47250"/>
                </a:lnTo>
                <a:lnTo>
                  <a:pt x="19500" y="47250"/>
                </a:lnTo>
                <a:lnTo>
                  <a:pt x="19500" y="47000"/>
                </a:lnTo>
                <a:lnTo>
                  <a:pt x="20250" y="47000"/>
                </a:lnTo>
                <a:lnTo>
                  <a:pt x="20250" y="46750"/>
                </a:lnTo>
                <a:lnTo>
                  <a:pt x="21750" y="46500"/>
                </a:lnTo>
                <a:lnTo>
                  <a:pt x="21750" y="46250"/>
                </a:lnTo>
                <a:lnTo>
                  <a:pt x="23250" y="45750"/>
                </a:lnTo>
                <a:lnTo>
                  <a:pt x="23500" y="45250"/>
                </a:lnTo>
                <a:lnTo>
                  <a:pt x="24250" y="45250"/>
                </a:lnTo>
                <a:lnTo>
                  <a:pt x="24750" y="44500"/>
                </a:lnTo>
                <a:lnTo>
                  <a:pt x="26250" y="44000"/>
                </a:lnTo>
                <a:lnTo>
                  <a:pt x="26500" y="43500"/>
                </a:lnTo>
                <a:lnTo>
                  <a:pt x="28000" y="43000"/>
                </a:lnTo>
                <a:lnTo>
                  <a:pt x="28250" y="42500"/>
                </a:lnTo>
                <a:lnTo>
                  <a:pt x="28750" y="42500"/>
                </a:lnTo>
                <a:lnTo>
                  <a:pt x="28750" y="42250"/>
                </a:lnTo>
                <a:lnTo>
                  <a:pt x="29750" y="42000"/>
                </a:lnTo>
                <a:lnTo>
                  <a:pt x="30000" y="41500"/>
                </a:lnTo>
                <a:lnTo>
                  <a:pt x="31500" y="41000"/>
                </a:lnTo>
                <a:lnTo>
                  <a:pt x="31750" y="40500"/>
                </a:lnTo>
                <a:lnTo>
                  <a:pt x="32750" y="40250"/>
                </a:lnTo>
                <a:lnTo>
                  <a:pt x="32750" y="40000"/>
                </a:lnTo>
                <a:lnTo>
                  <a:pt x="33250" y="39750"/>
                </a:lnTo>
                <a:lnTo>
                  <a:pt x="33250" y="39000"/>
                </a:lnTo>
                <a:lnTo>
                  <a:pt x="33500" y="39000"/>
                </a:lnTo>
                <a:lnTo>
                  <a:pt x="33500" y="35000"/>
                </a:lnTo>
                <a:lnTo>
                  <a:pt x="33250" y="35000"/>
                </a:lnTo>
                <a:lnTo>
                  <a:pt x="33000" y="34250"/>
                </a:lnTo>
                <a:lnTo>
                  <a:pt x="32500" y="34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080-refinement-text"/>
          <p:cNvSpPr txBox="1"/>
          <p:nvPr/>
        </p:nvSpPr>
        <p:spPr>
          <a:xfrm>
            <a:off x="11010900" y="3067050"/>
            <a:ext cx="1657350" cy="7075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Closed-Loop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Refinement</a:t>
            </a:r>
          </a:p>
        </p:txBody>
      </p:sp>
      <p:sp>
        <p:nvSpPr>
          <p:cNvPr id="82" name="081-domain-snippet"/>
          <p:cNvSpPr/>
          <p:nvPr/>
        </p:nvSpPr>
        <p:spPr>
          <a:xfrm>
            <a:off x="11134725" y="3848100"/>
            <a:ext cx="1409700" cy="828675"/>
          </a:xfrm>
          <a:custGeom>
            <a:avLst/>
            <a:gdLst/>
            <a:ahLst/>
            <a:cxnLst/>
            <a:rect l="0" t="0" r="r" b="b"/>
            <a:pathLst>
              <a:path w="148000" h="87000" fill="norm" stroke="1">
                <a:moveTo>
                  <a:pt x="0" y="0"/>
                </a:moveTo>
                <a:lnTo>
                  <a:pt x="130000" y="0"/>
                </a:lnTo>
                <a:lnTo>
                  <a:pt x="148000" y="18000"/>
                </a:lnTo>
                <a:lnTo>
                  <a:pt x="148000" y="87000"/>
                </a:lnTo>
                <a:lnTo>
                  <a:pt x="0" y="87000"/>
                </a:lnTo>
                <a:close/>
              </a:path>
            </a:pathLst>
          </a:custGeom>
          <a:solidFill>
            <a:srgbClr val="F3FFFB"/>
          </a:solidFill>
          <a:ln w="12382">
            <a:solidFill>
              <a:srgbClr val="111111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082-domain-snippet-fold"/>
          <p:cNvSpPr/>
          <p:nvPr/>
        </p:nvSpPr>
        <p:spPr>
          <a:xfrm>
            <a:off x="12372975" y="3848100"/>
            <a:ext cx="171450" cy="171450"/>
          </a:xfrm>
          <a:custGeom>
            <a:avLst/>
            <a:gdLst/>
            <a:ahLst/>
            <a:cxnLst/>
            <a:rect l="0" t="0" r="r" b="b"/>
            <a:pathLst>
              <a:path w="18000" h="18000" fill="none" stroke="1">
                <a:moveTo>
                  <a:pt x="0" y="0"/>
                </a:moveTo>
                <a:lnTo>
                  <a:pt x="0" y="18000"/>
                </a:lnTo>
                <a:lnTo>
                  <a:pt x="18000" y="18000"/>
                </a:lnTo>
              </a:path>
            </a:pathLst>
          </a:custGeom>
          <a:noFill/>
          <a:ln w="12382">
            <a:solidFill>
              <a:srgbClr val="111111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083-code-line"/>
          <p:cNvSpPr txBox="1"/>
          <p:nvPr/>
        </p:nvSpPr>
        <p:spPr>
          <a:xfrm>
            <a:off x="11163300" y="3857625"/>
            <a:ext cx="136207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076DB2"/>
                </a:solidFill>
                <a:latin typeface="Arial"/>
              </a:rPr>
              <a:t>:predicates</a:t>
            </a:r>
            <a:r>
              <a:rPr sz="1200" i="1">
                <a:solidFill>
                  <a:srgbClr val="000000"/>
                </a:solidFill>
                <a:latin typeface="Arial"/>
              </a:rPr>
              <a:t> (...)</a:t>
            </a:r>
          </a:p>
        </p:txBody>
      </p:sp>
      <p:sp>
        <p:nvSpPr>
          <p:cNvPr id="85" name="084-code-line"/>
          <p:cNvSpPr txBox="1"/>
          <p:nvPr/>
        </p:nvSpPr>
        <p:spPr>
          <a:xfrm>
            <a:off x="11163300" y="4040505"/>
            <a:ext cx="136207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00B35E"/>
                </a:solidFill>
                <a:latin typeface="Arial"/>
              </a:rPr>
              <a:t>:actions</a:t>
            </a:r>
            <a:r>
              <a:rPr sz="1200" i="1">
                <a:solidFill>
                  <a:srgbClr val="000000"/>
                </a:solidFill>
                <a:latin typeface="Arial"/>
              </a:rPr>
              <a:t> ...</a:t>
            </a:r>
          </a:p>
        </p:txBody>
      </p:sp>
      <p:sp>
        <p:nvSpPr>
          <p:cNvPr id="86" name="085-code-line"/>
          <p:cNvSpPr txBox="1"/>
          <p:nvPr/>
        </p:nvSpPr>
        <p:spPr>
          <a:xfrm>
            <a:off x="11325225" y="4223385"/>
            <a:ext cx="120967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D97B00"/>
                </a:solidFill>
                <a:latin typeface="Arial"/>
              </a:rPr>
              <a:t>:precondition</a:t>
            </a:r>
            <a:r>
              <a:rPr sz="1200" i="1">
                <a:solidFill>
                  <a:srgbClr val="000000"/>
                </a:solidFill>
                <a:latin typeface="Arial"/>
              </a:rPr>
              <a:t> (...)</a:t>
            </a:r>
          </a:p>
        </p:txBody>
      </p:sp>
      <p:sp>
        <p:nvSpPr>
          <p:cNvPr id="87" name="086-code-line"/>
          <p:cNvSpPr txBox="1"/>
          <p:nvPr/>
        </p:nvSpPr>
        <p:spPr>
          <a:xfrm>
            <a:off x="11325225" y="4406265"/>
            <a:ext cx="120967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D60078"/>
                </a:solidFill>
                <a:latin typeface="Arial"/>
              </a:rPr>
              <a:t>:effect</a:t>
            </a:r>
            <a:r>
              <a:rPr sz="1200" i="1">
                <a:solidFill>
                  <a:srgbClr val="000000"/>
                </a:solidFill>
                <a:latin typeface="Arial"/>
              </a:rPr>
              <a:t> (...)</a:t>
            </a:r>
          </a:p>
        </p:txBody>
      </p:sp>
      <p:sp>
        <p:nvSpPr>
          <p:cNvPr id="88" name="087-refinement-to-check"/>
          <p:cNvSpPr/>
          <p:nvPr/>
        </p:nvSpPr>
        <p:spPr>
          <a:xfrm>
            <a:off x="9896475" y="2752725"/>
            <a:ext cx="1047750" cy="95"/>
          </a:xfrm>
          <a:custGeom>
            <a:avLst/>
            <a:gdLst/>
            <a:ahLst/>
            <a:cxnLst/>
            <a:rect l="0" t="0" r="r" b="b"/>
            <a:pathLst>
              <a:path w="110000" h="10" fill="none" stroke="1">
                <a:moveTo>
                  <a:pt x="110000" y="0"/>
                </a:moveTo>
                <a:lnTo>
                  <a:pt x="0" y="0"/>
                </a:lnTo>
              </a:path>
            </a:pathLst>
          </a:custGeom>
          <a:noFill/>
          <a:ln w="2476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088-refinement-to-check-arrowhead"/>
          <p:cNvSpPr/>
          <p:nvPr/>
        </p:nvSpPr>
        <p:spPr>
          <a:xfrm>
            <a:off x="9896475" y="2679859"/>
            <a:ext cx="161925" cy="145732"/>
          </a:xfrm>
          <a:custGeom>
            <a:avLst/>
            <a:gdLst/>
            <a:ahLst/>
            <a:cxnLst/>
            <a:rect l="0" t="0" r="r" b="b"/>
            <a:pathLst>
              <a:path w="17000" h="15300" fill="norm" stroke="0">
                <a:moveTo>
                  <a:pt x="0" y="7650"/>
                </a:moveTo>
                <a:lnTo>
                  <a:pt x="17000" y="0"/>
                </a:lnTo>
                <a:lnTo>
                  <a:pt x="12580" y="7650"/>
                </a:lnTo>
                <a:lnTo>
                  <a:pt x="17000" y="153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089-check-feedback"/>
          <p:cNvSpPr/>
          <p:nvPr/>
        </p:nvSpPr>
        <p:spPr>
          <a:xfrm>
            <a:off x="9886950" y="3009900"/>
            <a:ext cx="1047750" cy="95"/>
          </a:xfrm>
          <a:custGeom>
            <a:avLst/>
            <a:gdLst/>
            <a:ahLst/>
            <a:cxnLst/>
            <a:rect l="0" t="0" r="r" b="b"/>
            <a:pathLst>
              <a:path w="110000" h="10" fill="none" stroke="1">
                <a:moveTo>
                  <a:pt x="0" y="0"/>
                </a:moveTo>
                <a:lnTo>
                  <a:pt x="110000" y="0"/>
                </a:lnTo>
              </a:path>
            </a:pathLst>
          </a:custGeom>
          <a:noFill/>
          <a:ln w="2476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090-check-feedback-arrowhead"/>
          <p:cNvSpPr/>
          <p:nvPr/>
        </p:nvSpPr>
        <p:spPr>
          <a:xfrm>
            <a:off x="10772775" y="2937034"/>
            <a:ext cx="161925" cy="145732"/>
          </a:xfrm>
          <a:custGeom>
            <a:avLst/>
            <a:gdLst/>
            <a:ahLst/>
            <a:cxnLst/>
            <a:rect l="0" t="0" r="r" b="b"/>
            <a:pathLst>
              <a:path w="17000" h="15300" fill="norm" stroke="0">
                <a:moveTo>
                  <a:pt x="17000" y="7650"/>
                </a:moveTo>
                <a:lnTo>
                  <a:pt x="0" y="15300"/>
                </a:lnTo>
                <a:lnTo>
                  <a:pt x="4420" y="76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091-check-feedback-label"/>
          <p:cNvSpPr txBox="1"/>
          <p:nvPr/>
        </p:nvSpPr>
        <p:spPr>
          <a:xfrm>
            <a:off x="9925050" y="3057525"/>
            <a:ext cx="1047750" cy="301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Feedback</a:t>
            </a:r>
          </a:p>
        </p:txBody>
      </p:sp>
      <p:sp>
        <p:nvSpPr>
          <p:cNvPr id="93" name="092-verification-feedback"/>
          <p:cNvSpPr/>
          <p:nvPr/>
        </p:nvSpPr>
        <p:spPr>
          <a:xfrm>
            <a:off x="9886950" y="4362450"/>
            <a:ext cx="1047750" cy="95"/>
          </a:xfrm>
          <a:custGeom>
            <a:avLst/>
            <a:gdLst/>
            <a:ahLst/>
            <a:cxnLst/>
            <a:rect l="0" t="0" r="r" b="b"/>
            <a:pathLst>
              <a:path w="110000" h="10" fill="none" stroke="1">
                <a:moveTo>
                  <a:pt x="0" y="0"/>
                </a:moveTo>
                <a:lnTo>
                  <a:pt x="110000" y="0"/>
                </a:lnTo>
              </a:path>
            </a:pathLst>
          </a:custGeom>
          <a:noFill/>
          <a:ln w="2476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093-verification-feedback-arrowhead"/>
          <p:cNvSpPr/>
          <p:nvPr/>
        </p:nvSpPr>
        <p:spPr>
          <a:xfrm>
            <a:off x="10772775" y="4289584"/>
            <a:ext cx="161925" cy="145732"/>
          </a:xfrm>
          <a:custGeom>
            <a:avLst/>
            <a:gdLst/>
            <a:ahLst/>
            <a:cxnLst/>
            <a:rect l="0" t="0" r="r" b="b"/>
            <a:pathLst>
              <a:path w="17000" h="15300" fill="norm" stroke="0">
                <a:moveTo>
                  <a:pt x="17000" y="7650"/>
                </a:moveTo>
                <a:lnTo>
                  <a:pt x="0" y="15300"/>
                </a:lnTo>
                <a:lnTo>
                  <a:pt x="4420" y="76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094-verification-feedback-label"/>
          <p:cNvSpPr txBox="1"/>
          <p:nvPr/>
        </p:nvSpPr>
        <p:spPr>
          <a:xfrm>
            <a:off x="9925050" y="4010025"/>
            <a:ext cx="1066800" cy="301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Feedback</a:t>
            </a:r>
          </a:p>
        </p:txBody>
      </p:sp>
      <p:sp>
        <p:nvSpPr>
          <p:cNvPr id="96" name="095-heading-c"/>
          <p:cNvSpPr txBox="1"/>
          <p:nvPr/>
        </p:nvSpPr>
        <p:spPr>
          <a:xfrm>
            <a:off x="13649325" y="419100"/>
            <a:ext cx="4324350" cy="3897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00000"/>
                </a:solidFill>
                <a:latin typeface="Arial"/>
              </a:rPr>
              <a:t>(c) Domain Fusion</a:t>
            </a:r>
          </a:p>
        </p:txBody>
      </p:sp>
      <p:sp>
        <p:nvSpPr>
          <p:cNvPr id="97" name="096-unified-domain"/>
          <p:cNvSpPr/>
          <p:nvPr/>
        </p:nvSpPr>
        <p:spPr>
          <a:xfrm>
            <a:off x="13592175" y="914400"/>
            <a:ext cx="4514850" cy="1171575"/>
          </a:xfrm>
          <a:custGeom>
            <a:avLst/>
            <a:gdLst/>
            <a:ahLst/>
            <a:cxnLst/>
            <a:rect l="0" t="0" r="r" b="b"/>
            <a:pathLst>
              <a:path w="474000" h="123000" fill="norm" stroke="1">
                <a:moveTo>
                  <a:pt x="0" y="0"/>
                </a:moveTo>
                <a:lnTo>
                  <a:pt x="456000" y="0"/>
                </a:lnTo>
                <a:lnTo>
                  <a:pt x="474000" y="18000"/>
                </a:lnTo>
                <a:lnTo>
                  <a:pt x="474000" y="123000"/>
                </a:lnTo>
                <a:lnTo>
                  <a:pt x="0" y="123000"/>
                </a:lnTo>
                <a:close/>
              </a:path>
            </a:pathLst>
          </a:custGeom>
          <a:solidFill>
            <a:srgbClr val="F3FFFB"/>
          </a:solidFill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097-unified-domain-fold"/>
          <p:cNvSpPr/>
          <p:nvPr/>
        </p:nvSpPr>
        <p:spPr>
          <a:xfrm>
            <a:off x="17935575" y="914400"/>
            <a:ext cx="171450" cy="171450"/>
          </a:xfrm>
          <a:custGeom>
            <a:avLst/>
            <a:gdLst/>
            <a:ahLst/>
            <a:cxnLst/>
            <a:rect l="0" t="0" r="r" b="b"/>
            <a:pathLst>
              <a:path w="18000" h="18000" fill="none" stroke="1">
                <a:moveTo>
                  <a:pt x="0" y="0"/>
                </a:moveTo>
                <a:lnTo>
                  <a:pt x="0" y="18000"/>
                </a:lnTo>
                <a:lnTo>
                  <a:pt x="18000" y="18000"/>
                </a:lnTo>
              </a:path>
            </a:pathLst>
          </a:custGeom>
          <a:noFill/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098-unified-domain-title"/>
          <p:cNvSpPr txBox="1"/>
          <p:nvPr/>
        </p:nvSpPr>
        <p:spPr>
          <a:xfrm>
            <a:off x="14077950" y="952500"/>
            <a:ext cx="3743325" cy="3394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000000"/>
                </a:solidFill>
                <a:latin typeface="Arial"/>
              </a:rPr>
              <a:t>Unified Domain</a:t>
            </a:r>
          </a:p>
        </p:txBody>
      </p:sp>
      <p:sp>
        <p:nvSpPr>
          <p:cNvPr id="100" name="099-atomic-domain-1"/>
          <p:cNvSpPr/>
          <p:nvPr/>
        </p:nvSpPr>
        <p:spPr>
          <a:xfrm>
            <a:off x="13658850" y="1314450"/>
            <a:ext cx="962025" cy="704850"/>
          </a:xfrm>
          <a:custGeom>
            <a:avLst/>
            <a:gdLst/>
            <a:ahLst/>
            <a:cxnLst/>
            <a:rect l="0" t="0" r="r" b="b"/>
            <a:pathLst>
              <a:path w="101000" h="74000" fill="norm" stroke="1">
                <a:moveTo>
                  <a:pt x="0" y="0"/>
                </a:moveTo>
                <a:lnTo>
                  <a:pt x="83000" y="0"/>
                </a:lnTo>
                <a:lnTo>
                  <a:pt x="101000" y="18000"/>
                </a:lnTo>
                <a:lnTo>
                  <a:pt x="101000" y="74000"/>
                </a:lnTo>
                <a:lnTo>
                  <a:pt x="0" y="74000"/>
                </a:lnTo>
                <a:close/>
              </a:path>
            </a:pathLst>
          </a:custGeom>
          <a:solidFill>
            <a:srgbClr val="F3FFFB"/>
          </a:solidFill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100-atomic-domain-1-fold"/>
          <p:cNvSpPr/>
          <p:nvPr/>
        </p:nvSpPr>
        <p:spPr>
          <a:xfrm>
            <a:off x="14449425" y="1314450"/>
            <a:ext cx="171450" cy="171450"/>
          </a:xfrm>
          <a:custGeom>
            <a:avLst/>
            <a:gdLst/>
            <a:ahLst/>
            <a:cxnLst/>
            <a:rect l="0" t="0" r="r" b="b"/>
            <a:pathLst>
              <a:path w="18000" h="18000" fill="none" stroke="1">
                <a:moveTo>
                  <a:pt x="0" y="0"/>
                </a:moveTo>
                <a:lnTo>
                  <a:pt x="0" y="18000"/>
                </a:lnTo>
                <a:lnTo>
                  <a:pt x="18000" y="18000"/>
                </a:lnTo>
              </a:path>
            </a:pathLst>
          </a:custGeom>
          <a:noFill/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101-atomic-domain-1-text"/>
          <p:cNvSpPr txBox="1"/>
          <p:nvPr/>
        </p:nvSpPr>
        <p:spPr>
          <a:xfrm>
            <a:off x="13677900" y="1400175"/>
            <a:ext cx="923925" cy="5242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</a:rPr>
              <a:t>Atomic</a:t>
            </a:r>
          </a:p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</a:rPr>
              <a:t>Domain</a:t>
            </a:r>
          </a:p>
        </p:txBody>
      </p:sp>
      <p:sp>
        <p:nvSpPr>
          <p:cNvPr id="103" name="102-atomic-domain-2"/>
          <p:cNvSpPr/>
          <p:nvPr/>
        </p:nvSpPr>
        <p:spPr>
          <a:xfrm>
            <a:off x="14725650" y="1314450"/>
            <a:ext cx="962025" cy="704850"/>
          </a:xfrm>
          <a:custGeom>
            <a:avLst/>
            <a:gdLst/>
            <a:ahLst/>
            <a:cxnLst/>
            <a:rect l="0" t="0" r="r" b="b"/>
            <a:pathLst>
              <a:path w="101000" h="74000" fill="norm" stroke="1">
                <a:moveTo>
                  <a:pt x="0" y="0"/>
                </a:moveTo>
                <a:lnTo>
                  <a:pt x="83000" y="0"/>
                </a:lnTo>
                <a:lnTo>
                  <a:pt x="101000" y="18000"/>
                </a:lnTo>
                <a:lnTo>
                  <a:pt x="101000" y="74000"/>
                </a:lnTo>
                <a:lnTo>
                  <a:pt x="0" y="74000"/>
                </a:lnTo>
                <a:close/>
              </a:path>
            </a:pathLst>
          </a:custGeom>
          <a:solidFill>
            <a:srgbClr val="F3FFFB"/>
          </a:solidFill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103-atomic-domain-2-fold"/>
          <p:cNvSpPr/>
          <p:nvPr/>
        </p:nvSpPr>
        <p:spPr>
          <a:xfrm>
            <a:off x="15516225" y="1314450"/>
            <a:ext cx="171450" cy="171450"/>
          </a:xfrm>
          <a:custGeom>
            <a:avLst/>
            <a:gdLst/>
            <a:ahLst/>
            <a:cxnLst/>
            <a:rect l="0" t="0" r="r" b="b"/>
            <a:pathLst>
              <a:path w="18000" h="18000" fill="none" stroke="1">
                <a:moveTo>
                  <a:pt x="0" y="0"/>
                </a:moveTo>
                <a:lnTo>
                  <a:pt x="0" y="18000"/>
                </a:lnTo>
                <a:lnTo>
                  <a:pt x="18000" y="18000"/>
                </a:lnTo>
              </a:path>
            </a:pathLst>
          </a:custGeom>
          <a:noFill/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104-atomic-domain-2-text"/>
          <p:cNvSpPr txBox="1"/>
          <p:nvPr/>
        </p:nvSpPr>
        <p:spPr>
          <a:xfrm>
            <a:off x="14744700" y="1400175"/>
            <a:ext cx="923925" cy="5242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</a:rPr>
              <a:t>Atomic</a:t>
            </a:r>
          </a:p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</a:rPr>
              <a:t>Domain</a:t>
            </a:r>
          </a:p>
        </p:txBody>
      </p:sp>
      <p:sp>
        <p:nvSpPr>
          <p:cNvPr id="106" name="105-atomic-domain-3"/>
          <p:cNvSpPr/>
          <p:nvPr/>
        </p:nvSpPr>
        <p:spPr>
          <a:xfrm>
            <a:off x="16040100" y="1314450"/>
            <a:ext cx="962025" cy="704850"/>
          </a:xfrm>
          <a:custGeom>
            <a:avLst/>
            <a:gdLst/>
            <a:ahLst/>
            <a:cxnLst/>
            <a:rect l="0" t="0" r="r" b="b"/>
            <a:pathLst>
              <a:path w="101000" h="74000" fill="norm" stroke="1">
                <a:moveTo>
                  <a:pt x="0" y="0"/>
                </a:moveTo>
                <a:lnTo>
                  <a:pt x="83000" y="0"/>
                </a:lnTo>
                <a:lnTo>
                  <a:pt x="101000" y="18000"/>
                </a:lnTo>
                <a:lnTo>
                  <a:pt x="101000" y="74000"/>
                </a:lnTo>
                <a:lnTo>
                  <a:pt x="0" y="74000"/>
                </a:lnTo>
                <a:close/>
              </a:path>
            </a:pathLst>
          </a:custGeom>
          <a:solidFill>
            <a:srgbClr val="F3FFFB"/>
          </a:solidFill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106-atomic-domain-3-fold"/>
          <p:cNvSpPr/>
          <p:nvPr/>
        </p:nvSpPr>
        <p:spPr>
          <a:xfrm>
            <a:off x="16830675" y="1314450"/>
            <a:ext cx="171450" cy="171450"/>
          </a:xfrm>
          <a:custGeom>
            <a:avLst/>
            <a:gdLst/>
            <a:ahLst/>
            <a:cxnLst/>
            <a:rect l="0" t="0" r="r" b="b"/>
            <a:pathLst>
              <a:path w="18000" h="18000" fill="none" stroke="1">
                <a:moveTo>
                  <a:pt x="0" y="0"/>
                </a:moveTo>
                <a:lnTo>
                  <a:pt x="0" y="18000"/>
                </a:lnTo>
                <a:lnTo>
                  <a:pt x="18000" y="18000"/>
                </a:lnTo>
              </a:path>
            </a:pathLst>
          </a:custGeom>
          <a:noFill/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107-atomic-domain-3-text"/>
          <p:cNvSpPr txBox="1"/>
          <p:nvPr/>
        </p:nvSpPr>
        <p:spPr>
          <a:xfrm>
            <a:off x="16059150" y="1400175"/>
            <a:ext cx="923925" cy="5242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</a:rPr>
              <a:t>Atomic</a:t>
            </a:r>
          </a:p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</a:rPr>
              <a:t>Domain</a:t>
            </a:r>
          </a:p>
        </p:txBody>
      </p:sp>
      <p:sp>
        <p:nvSpPr>
          <p:cNvPr id="109" name="108-atomic-domain-4"/>
          <p:cNvSpPr/>
          <p:nvPr/>
        </p:nvSpPr>
        <p:spPr>
          <a:xfrm>
            <a:off x="17087850" y="1314450"/>
            <a:ext cx="962025" cy="704850"/>
          </a:xfrm>
          <a:custGeom>
            <a:avLst/>
            <a:gdLst/>
            <a:ahLst/>
            <a:cxnLst/>
            <a:rect l="0" t="0" r="r" b="b"/>
            <a:pathLst>
              <a:path w="101000" h="74000" fill="norm" stroke="1">
                <a:moveTo>
                  <a:pt x="0" y="0"/>
                </a:moveTo>
                <a:lnTo>
                  <a:pt x="83000" y="0"/>
                </a:lnTo>
                <a:lnTo>
                  <a:pt x="101000" y="18000"/>
                </a:lnTo>
                <a:lnTo>
                  <a:pt x="101000" y="74000"/>
                </a:lnTo>
                <a:lnTo>
                  <a:pt x="0" y="74000"/>
                </a:lnTo>
                <a:close/>
              </a:path>
            </a:pathLst>
          </a:custGeom>
          <a:solidFill>
            <a:srgbClr val="F3FFFB"/>
          </a:solidFill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109-atomic-domain-4-fold"/>
          <p:cNvSpPr/>
          <p:nvPr/>
        </p:nvSpPr>
        <p:spPr>
          <a:xfrm>
            <a:off x="17878425" y="1314450"/>
            <a:ext cx="171450" cy="171450"/>
          </a:xfrm>
          <a:custGeom>
            <a:avLst/>
            <a:gdLst/>
            <a:ahLst/>
            <a:cxnLst/>
            <a:rect l="0" t="0" r="r" b="b"/>
            <a:pathLst>
              <a:path w="18000" h="18000" fill="none" stroke="1">
                <a:moveTo>
                  <a:pt x="0" y="0"/>
                </a:moveTo>
                <a:lnTo>
                  <a:pt x="0" y="18000"/>
                </a:lnTo>
                <a:lnTo>
                  <a:pt x="18000" y="18000"/>
                </a:lnTo>
              </a:path>
            </a:pathLst>
          </a:custGeom>
          <a:noFill/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110-atomic-domain-4-text"/>
          <p:cNvSpPr txBox="1"/>
          <p:nvPr/>
        </p:nvSpPr>
        <p:spPr>
          <a:xfrm>
            <a:off x="17106900" y="1400175"/>
            <a:ext cx="923925" cy="5242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</a:rPr>
              <a:t>Atomic</a:t>
            </a:r>
          </a:p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</a:rPr>
              <a:t>Domain</a:t>
            </a:r>
          </a:p>
        </p:txBody>
      </p:sp>
      <p:sp>
        <p:nvSpPr>
          <p:cNvPr id="112" name="111-atomic-domain-ellipsis"/>
          <p:cNvSpPr txBox="1"/>
          <p:nvPr/>
        </p:nvSpPr>
        <p:spPr>
          <a:xfrm>
            <a:off x="15744825" y="1524000"/>
            <a:ext cx="238125" cy="2891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113" name="112-atomic-to-meta-1"/>
          <p:cNvSpPr/>
          <p:nvPr/>
        </p:nvSpPr>
        <p:spPr>
          <a:xfrm>
            <a:off x="14135100" y="2019300"/>
            <a:ext cx="295275" cy="609600"/>
          </a:xfrm>
          <a:custGeom>
            <a:avLst/>
            <a:gdLst/>
            <a:ahLst/>
            <a:cxnLst/>
            <a:rect l="0" t="0" r="r" b="b"/>
            <a:pathLst>
              <a:path w="31000" h="64000" fill="none" stroke="1">
                <a:moveTo>
                  <a:pt x="0" y="0"/>
                </a:moveTo>
                <a:lnTo>
                  <a:pt x="31000" y="64000"/>
                </a:lnTo>
              </a:path>
            </a:pathLst>
          </a:custGeom>
          <a:noFill/>
          <a:ln w="15240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113-atomic-to-meta-1-arrowhead"/>
          <p:cNvSpPr/>
          <p:nvPr/>
        </p:nvSpPr>
        <p:spPr>
          <a:xfrm>
            <a:off x="14326248" y="2493169"/>
            <a:ext cx="104127" cy="135731"/>
          </a:xfrm>
          <a:custGeom>
            <a:avLst/>
            <a:gdLst/>
            <a:ahLst/>
            <a:cxnLst/>
            <a:rect l="0" t="0" r="r" b="b"/>
            <a:pathLst>
              <a:path w="10932" h="14250" fill="norm" stroke="0">
                <a:moveTo>
                  <a:pt x="10932" y="14250"/>
                </a:moveTo>
                <a:lnTo>
                  <a:pt x="0" y="5100"/>
                </a:lnTo>
                <a:lnTo>
                  <a:pt x="6738" y="5592"/>
                </a:lnTo>
                <a:lnTo>
                  <a:pt x="1053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114-atomic-to-meta-2"/>
          <p:cNvSpPr/>
          <p:nvPr/>
        </p:nvSpPr>
        <p:spPr>
          <a:xfrm>
            <a:off x="14973300" y="2019300"/>
            <a:ext cx="209550" cy="609600"/>
          </a:xfrm>
          <a:custGeom>
            <a:avLst/>
            <a:gdLst/>
            <a:ahLst/>
            <a:cxnLst/>
            <a:rect l="0" t="0" r="r" b="b"/>
            <a:pathLst>
              <a:path w="22000" h="64000" fill="none" stroke="1">
                <a:moveTo>
                  <a:pt x="22000" y="0"/>
                </a:moveTo>
                <a:lnTo>
                  <a:pt x="0" y="64000"/>
                </a:lnTo>
              </a:path>
            </a:pathLst>
          </a:custGeom>
          <a:noFill/>
          <a:ln w="15240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115-atomic-to-meta-2-arrowhead"/>
          <p:cNvSpPr/>
          <p:nvPr/>
        </p:nvSpPr>
        <p:spPr>
          <a:xfrm>
            <a:off x="14960858" y="2493687"/>
            <a:ext cx="105390" cy="135213"/>
          </a:xfrm>
          <a:custGeom>
            <a:avLst/>
            <a:gdLst/>
            <a:ahLst/>
            <a:cxnLst/>
            <a:rect l="0" t="0" r="r" b="b"/>
            <a:pathLst>
              <a:path w="11065" h="14196" fill="norm" stroke="0">
                <a:moveTo>
                  <a:pt x="1306" y="14196"/>
                </a:moveTo>
                <a:lnTo>
                  <a:pt x="0" y="0"/>
                </a:lnTo>
                <a:lnTo>
                  <a:pt x="4433" y="5098"/>
                </a:lnTo>
                <a:lnTo>
                  <a:pt x="11065" y="380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116-atomic-to-meta-3"/>
          <p:cNvSpPr/>
          <p:nvPr/>
        </p:nvSpPr>
        <p:spPr>
          <a:xfrm>
            <a:off x="16525875" y="2019300"/>
            <a:ext cx="266700" cy="609600"/>
          </a:xfrm>
          <a:custGeom>
            <a:avLst/>
            <a:gdLst/>
            <a:ahLst/>
            <a:cxnLst/>
            <a:rect l="0" t="0" r="r" b="b"/>
            <a:pathLst>
              <a:path w="28000" h="64000" fill="none" stroke="1">
                <a:moveTo>
                  <a:pt x="0" y="0"/>
                </a:moveTo>
                <a:lnTo>
                  <a:pt x="28000" y="64000"/>
                </a:lnTo>
              </a:path>
            </a:pathLst>
          </a:custGeom>
          <a:noFill/>
          <a:ln w="15240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117-atomic-to-meta-3-arrowhead"/>
          <p:cNvSpPr/>
          <p:nvPr/>
        </p:nvSpPr>
        <p:spPr>
          <a:xfrm>
            <a:off x="16691894" y="2493123"/>
            <a:ext cx="102099" cy="135777"/>
          </a:xfrm>
          <a:custGeom>
            <a:avLst/>
            <a:gdLst/>
            <a:ahLst/>
            <a:cxnLst/>
            <a:rect l="0" t="0" r="r" b="b"/>
            <a:pathLst>
              <a:path w="10719" h="14255" fill="norm" stroke="0">
                <a:moveTo>
                  <a:pt x="10570" y="14255"/>
                </a:moveTo>
                <a:lnTo>
                  <a:pt x="0" y="4690"/>
                </a:lnTo>
                <a:lnTo>
                  <a:pt x="6714" y="5441"/>
                </a:lnTo>
                <a:lnTo>
                  <a:pt x="107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118-atomic-to-meta-4"/>
          <p:cNvSpPr/>
          <p:nvPr/>
        </p:nvSpPr>
        <p:spPr>
          <a:xfrm>
            <a:off x="17287875" y="2019300"/>
            <a:ext cx="276225" cy="609600"/>
          </a:xfrm>
          <a:custGeom>
            <a:avLst/>
            <a:gdLst/>
            <a:ahLst/>
            <a:cxnLst/>
            <a:rect l="0" t="0" r="r" b="b"/>
            <a:pathLst>
              <a:path w="29000" h="64000" fill="none" stroke="1">
                <a:moveTo>
                  <a:pt x="29000" y="0"/>
                </a:moveTo>
                <a:lnTo>
                  <a:pt x="0" y="64000"/>
                </a:lnTo>
              </a:path>
            </a:pathLst>
          </a:custGeom>
          <a:noFill/>
          <a:ln w="15240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119-atomic-to-meta-4-arrowhead"/>
          <p:cNvSpPr/>
          <p:nvPr/>
        </p:nvSpPr>
        <p:spPr>
          <a:xfrm>
            <a:off x="17287875" y="2493116"/>
            <a:ext cx="101860" cy="135784"/>
          </a:xfrm>
          <a:custGeom>
            <a:avLst/>
            <a:gdLst/>
            <a:ahLst/>
            <a:cxnLst/>
            <a:rect l="0" t="0" r="r" b="b"/>
            <a:pathLst>
              <a:path w="10694" h="14256" fill="norm" stroke="0">
                <a:moveTo>
                  <a:pt x="0" y="14256"/>
                </a:moveTo>
                <a:lnTo>
                  <a:pt x="37" y="0"/>
                </a:lnTo>
                <a:lnTo>
                  <a:pt x="3970" y="5493"/>
                </a:lnTo>
                <a:lnTo>
                  <a:pt x="10694" y="48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120-fusion-model-icon-left"/>
          <p:cNvSpPr/>
          <p:nvPr/>
        </p:nvSpPr>
        <p:spPr>
          <a:xfrm>
            <a:off x="14482270" y="2164803"/>
            <a:ext cx="427640" cy="419757"/>
          </a:xfrm>
          <a:custGeom>
            <a:avLst/>
            <a:gdLst/>
            <a:ahLst/>
            <a:cxnLst/>
            <a:rect l="0" t="0" r="r" b="b"/>
            <a:pathLst>
              <a:path w="44897" h="44069" fill="norm" stroke="0">
                <a:moveTo>
                  <a:pt x="17379" y="0"/>
                </a:moveTo>
                <a:lnTo>
                  <a:pt x="20690" y="0"/>
                </a:lnTo>
                <a:lnTo>
                  <a:pt x="20690" y="207"/>
                </a:lnTo>
                <a:lnTo>
                  <a:pt x="22759" y="414"/>
                </a:lnTo>
                <a:lnTo>
                  <a:pt x="22759" y="621"/>
                </a:lnTo>
                <a:lnTo>
                  <a:pt x="23172" y="621"/>
                </a:lnTo>
                <a:lnTo>
                  <a:pt x="23172" y="828"/>
                </a:lnTo>
                <a:lnTo>
                  <a:pt x="23586" y="828"/>
                </a:lnTo>
                <a:lnTo>
                  <a:pt x="23586" y="1034"/>
                </a:lnTo>
                <a:lnTo>
                  <a:pt x="24828" y="1448"/>
                </a:lnTo>
                <a:lnTo>
                  <a:pt x="24828" y="1655"/>
                </a:lnTo>
                <a:lnTo>
                  <a:pt x="25448" y="1862"/>
                </a:lnTo>
                <a:lnTo>
                  <a:pt x="26069" y="2690"/>
                </a:lnTo>
                <a:lnTo>
                  <a:pt x="26690" y="2690"/>
                </a:lnTo>
                <a:lnTo>
                  <a:pt x="26690" y="2897"/>
                </a:lnTo>
                <a:lnTo>
                  <a:pt x="27931" y="2897"/>
                </a:lnTo>
                <a:lnTo>
                  <a:pt x="27931" y="2690"/>
                </a:lnTo>
                <a:lnTo>
                  <a:pt x="32897" y="2690"/>
                </a:lnTo>
                <a:lnTo>
                  <a:pt x="32897" y="2897"/>
                </a:lnTo>
                <a:lnTo>
                  <a:pt x="33517" y="2897"/>
                </a:lnTo>
                <a:lnTo>
                  <a:pt x="33517" y="3103"/>
                </a:lnTo>
                <a:lnTo>
                  <a:pt x="34138" y="3103"/>
                </a:lnTo>
                <a:lnTo>
                  <a:pt x="34138" y="3310"/>
                </a:lnTo>
                <a:lnTo>
                  <a:pt x="34552" y="3310"/>
                </a:lnTo>
                <a:lnTo>
                  <a:pt x="34552" y="3517"/>
                </a:lnTo>
                <a:lnTo>
                  <a:pt x="35586" y="3724"/>
                </a:lnTo>
                <a:lnTo>
                  <a:pt x="35793" y="4138"/>
                </a:lnTo>
                <a:lnTo>
                  <a:pt x="36621" y="4345"/>
                </a:lnTo>
                <a:lnTo>
                  <a:pt x="37241" y="5172"/>
                </a:lnTo>
                <a:lnTo>
                  <a:pt x="37655" y="5172"/>
                </a:lnTo>
                <a:lnTo>
                  <a:pt x="37655" y="5379"/>
                </a:lnTo>
                <a:lnTo>
                  <a:pt x="38897" y="6414"/>
                </a:lnTo>
                <a:lnTo>
                  <a:pt x="38897" y="6828"/>
                </a:lnTo>
                <a:lnTo>
                  <a:pt x="39517" y="7241"/>
                </a:lnTo>
                <a:lnTo>
                  <a:pt x="39517" y="7655"/>
                </a:lnTo>
                <a:lnTo>
                  <a:pt x="39931" y="7862"/>
                </a:lnTo>
                <a:lnTo>
                  <a:pt x="39931" y="8276"/>
                </a:lnTo>
                <a:lnTo>
                  <a:pt x="40138" y="8276"/>
                </a:lnTo>
                <a:lnTo>
                  <a:pt x="40138" y="8690"/>
                </a:lnTo>
                <a:lnTo>
                  <a:pt x="40345" y="8690"/>
                </a:lnTo>
                <a:lnTo>
                  <a:pt x="40345" y="9103"/>
                </a:lnTo>
                <a:lnTo>
                  <a:pt x="40552" y="9103"/>
                </a:lnTo>
                <a:lnTo>
                  <a:pt x="40552" y="9517"/>
                </a:lnTo>
                <a:lnTo>
                  <a:pt x="40759" y="9517"/>
                </a:lnTo>
                <a:lnTo>
                  <a:pt x="40759" y="10552"/>
                </a:lnTo>
                <a:lnTo>
                  <a:pt x="40966" y="10552"/>
                </a:lnTo>
                <a:lnTo>
                  <a:pt x="41172" y="12207"/>
                </a:lnTo>
                <a:lnTo>
                  <a:pt x="41379" y="12207"/>
                </a:lnTo>
                <a:lnTo>
                  <a:pt x="41379" y="14897"/>
                </a:lnTo>
                <a:lnTo>
                  <a:pt x="41172" y="14897"/>
                </a:lnTo>
                <a:lnTo>
                  <a:pt x="41172" y="15724"/>
                </a:lnTo>
                <a:lnTo>
                  <a:pt x="40966" y="15724"/>
                </a:lnTo>
                <a:lnTo>
                  <a:pt x="40966" y="16138"/>
                </a:lnTo>
                <a:lnTo>
                  <a:pt x="41172" y="16138"/>
                </a:lnTo>
                <a:lnTo>
                  <a:pt x="41172" y="16552"/>
                </a:lnTo>
                <a:lnTo>
                  <a:pt x="41586" y="16759"/>
                </a:lnTo>
                <a:lnTo>
                  <a:pt x="41586" y="17172"/>
                </a:lnTo>
                <a:lnTo>
                  <a:pt x="42414" y="17793"/>
                </a:lnTo>
                <a:lnTo>
                  <a:pt x="42414" y="18207"/>
                </a:lnTo>
                <a:lnTo>
                  <a:pt x="43034" y="18621"/>
                </a:lnTo>
                <a:lnTo>
                  <a:pt x="43448" y="19862"/>
                </a:lnTo>
                <a:lnTo>
                  <a:pt x="43862" y="20069"/>
                </a:lnTo>
                <a:lnTo>
                  <a:pt x="43862" y="20690"/>
                </a:lnTo>
                <a:lnTo>
                  <a:pt x="44069" y="20690"/>
                </a:lnTo>
                <a:lnTo>
                  <a:pt x="44069" y="21310"/>
                </a:lnTo>
                <a:lnTo>
                  <a:pt x="44276" y="21310"/>
                </a:lnTo>
                <a:lnTo>
                  <a:pt x="44276" y="22138"/>
                </a:lnTo>
                <a:lnTo>
                  <a:pt x="44483" y="22138"/>
                </a:lnTo>
                <a:lnTo>
                  <a:pt x="44483" y="22759"/>
                </a:lnTo>
                <a:lnTo>
                  <a:pt x="44690" y="22759"/>
                </a:lnTo>
                <a:lnTo>
                  <a:pt x="44690" y="24207"/>
                </a:lnTo>
                <a:lnTo>
                  <a:pt x="44897" y="24207"/>
                </a:lnTo>
                <a:lnTo>
                  <a:pt x="44897" y="25034"/>
                </a:lnTo>
                <a:lnTo>
                  <a:pt x="44690" y="25034"/>
                </a:lnTo>
                <a:lnTo>
                  <a:pt x="44690" y="26690"/>
                </a:lnTo>
                <a:lnTo>
                  <a:pt x="44483" y="26690"/>
                </a:lnTo>
                <a:lnTo>
                  <a:pt x="44483" y="27310"/>
                </a:lnTo>
                <a:lnTo>
                  <a:pt x="44276" y="27310"/>
                </a:lnTo>
                <a:lnTo>
                  <a:pt x="44276" y="27931"/>
                </a:lnTo>
                <a:lnTo>
                  <a:pt x="44069" y="27931"/>
                </a:lnTo>
                <a:lnTo>
                  <a:pt x="44069" y="28759"/>
                </a:lnTo>
                <a:lnTo>
                  <a:pt x="43862" y="28759"/>
                </a:lnTo>
                <a:lnTo>
                  <a:pt x="43862" y="29172"/>
                </a:lnTo>
                <a:lnTo>
                  <a:pt x="43655" y="29172"/>
                </a:lnTo>
                <a:lnTo>
                  <a:pt x="43655" y="29586"/>
                </a:lnTo>
                <a:lnTo>
                  <a:pt x="43448" y="29586"/>
                </a:lnTo>
                <a:lnTo>
                  <a:pt x="43034" y="30828"/>
                </a:lnTo>
                <a:lnTo>
                  <a:pt x="42414" y="31241"/>
                </a:lnTo>
                <a:lnTo>
                  <a:pt x="42414" y="31655"/>
                </a:lnTo>
                <a:lnTo>
                  <a:pt x="42207" y="31655"/>
                </a:lnTo>
                <a:lnTo>
                  <a:pt x="42207" y="31862"/>
                </a:lnTo>
                <a:lnTo>
                  <a:pt x="42000" y="31862"/>
                </a:lnTo>
                <a:lnTo>
                  <a:pt x="42000" y="32069"/>
                </a:lnTo>
                <a:lnTo>
                  <a:pt x="41793" y="32069"/>
                </a:lnTo>
                <a:lnTo>
                  <a:pt x="40759" y="33310"/>
                </a:lnTo>
                <a:lnTo>
                  <a:pt x="40345" y="33310"/>
                </a:lnTo>
                <a:lnTo>
                  <a:pt x="39724" y="34138"/>
                </a:lnTo>
                <a:lnTo>
                  <a:pt x="39103" y="34138"/>
                </a:lnTo>
                <a:lnTo>
                  <a:pt x="38897" y="34552"/>
                </a:lnTo>
                <a:lnTo>
                  <a:pt x="38483" y="34552"/>
                </a:lnTo>
                <a:lnTo>
                  <a:pt x="38483" y="34759"/>
                </a:lnTo>
                <a:lnTo>
                  <a:pt x="38069" y="34759"/>
                </a:lnTo>
                <a:lnTo>
                  <a:pt x="38069" y="34966"/>
                </a:lnTo>
                <a:lnTo>
                  <a:pt x="36828" y="35172"/>
                </a:lnTo>
                <a:lnTo>
                  <a:pt x="36828" y="35586"/>
                </a:lnTo>
                <a:lnTo>
                  <a:pt x="36414" y="35793"/>
                </a:lnTo>
                <a:lnTo>
                  <a:pt x="36414" y="36414"/>
                </a:lnTo>
                <a:lnTo>
                  <a:pt x="36207" y="36414"/>
                </a:lnTo>
                <a:lnTo>
                  <a:pt x="36207" y="36828"/>
                </a:lnTo>
                <a:lnTo>
                  <a:pt x="36000" y="36828"/>
                </a:lnTo>
                <a:lnTo>
                  <a:pt x="36000" y="37448"/>
                </a:lnTo>
                <a:lnTo>
                  <a:pt x="35793" y="37448"/>
                </a:lnTo>
                <a:lnTo>
                  <a:pt x="35586" y="38483"/>
                </a:lnTo>
                <a:lnTo>
                  <a:pt x="34966" y="38897"/>
                </a:lnTo>
                <a:lnTo>
                  <a:pt x="34759" y="39724"/>
                </a:lnTo>
                <a:lnTo>
                  <a:pt x="33931" y="40345"/>
                </a:lnTo>
                <a:lnTo>
                  <a:pt x="33931" y="40759"/>
                </a:lnTo>
                <a:lnTo>
                  <a:pt x="33310" y="40966"/>
                </a:lnTo>
                <a:lnTo>
                  <a:pt x="33103" y="41586"/>
                </a:lnTo>
                <a:lnTo>
                  <a:pt x="32690" y="41586"/>
                </a:lnTo>
                <a:lnTo>
                  <a:pt x="32276" y="42207"/>
                </a:lnTo>
                <a:lnTo>
                  <a:pt x="31862" y="42207"/>
                </a:lnTo>
                <a:lnTo>
                  <a:pt x="31655" y="42621"/>
                </a:lnTo>
                <a:lnTo>
                  <a:pt x="31241" y="42621"/>
                </a:lnTo>
                <a:lnTo>
                  <a:pt x="31241" y="42828"/>
                </a:lnTo>
                <a:lnTo>
                  <a:pt x="30828" y="42828"/>
                </a:lnTo>
                <a:lnTo>
                  <a:pt x="30828" y="43034"/>
                </a:lnTo>
                <a:lnTo>
                  <a:pt x="30414" y="43034"/>
                </a:lnTo>
                <a:lnTo>
                  <a:pt x="30414" y="43241"/>
                </a:lnTo>
                <a:lnTo>
                  <a:pt x="30000" y="43241"/>
                </a:lnTo>
                <a:lnTo>
                  <a:pt x="30000" y="43448"/>
                </a:lnTo>
                <a:lnTo>
                  <a:pt x="29379" y="43448"/>
                </a:lnTo>
                <a:lnTo>
                  <a:pt x="29379" y="43655"/>
                </a:lnTo>
                <a:lnTo>
                  <a:pt x="28345" y="43862"/>
                </a:lnTo>
                <a:lnTo>
                  <a:pt x="28345" y="44069"/>
                </a:lnTo>
                <a:lnTo>
                  <a:pt x="27517" y="44069"/>
                </a:lnTo>
                <a:lnTo>
                  <a:pt x="23172" y="44069"/>
                </a:lnTo>
                <a:lnTo>
                  <a:pt x="23172" y="43862"/>
                </a:lnTo>
                <a:lnTo>
                  <a:pt x="22345" y="43862"/>
                </a:lnTo>
                <a:lnTo>
                  <a:pt x="22345" y="43655"/>
                </a:lnTo>
                <a:lnTo>
                  <a:pt x="21931" y="43655"/>
                </a:lnTo>
                <a:lnTo>
                  <a:pt x="21931" y="43448"/>
                </a:lnTo>
                <a:lnTo>
                  <a:pt x="21517" y="43448"/>
                </a:lnTo>
                <a:lnTo>
                  <a:pt x="21517" y="43241"/>
                </a:lnTo>
                <a:lnTo>
                  <a:pt x="20897" y="43241"/>
                </a:lnTo>
                <a:lnTo>
                  <a:pt x="20897" y="43034"/>
                </a:lnTo>
                <a:lnTo>
                  <a:pt x="20483" y="43034"/>
                </a:lnTo>
                <a:lnTo>
                  <a:pt x="20276" y="42621"/>
                </a:lnTo>
                <a:lnTo>
                  <a:pt x="19448" y="42414"/>
                </a:lnTo>
                <a:lnTo>
                  <a:pt x="19448" y="42207"/>
                </a:lnTo>
                <a:lnTo>
                  <a:pt x="19241" y="42207"/>
                </a:lnTo>
                <a:lnTo>
                  <a:pt x="18828" y="41586"/>
                </a:lnTo>
                <a:lnTo>
                  <a:pt x="18414" y="41586"/>
                </a:lnTo>
                <a:lnTo>
                  <a:pt x="18207" y="41172"/>
                </a:lnTo>
                <a:lnTo>
                  <a:pt x="16345" y="41379"/>
                </a:lnTo>
                <a:lnTo>
                  <a:pt x="16345" y="41586"/>
                </a:lnTo>
                <a:lnTo>
                  <a:pt x="12621" y="41586"/>
                </a:lnTo>
                <a:lnTo>
                  <a:pt x="12621" y="41379"/>
                </a:lnTo>
                <a:lnTo>
                  <a:pt x="11586" y="41379"/>
                </a:lnTo>
                <a:lnTo>
                  <a:pt x="11586" y="41172"/>
                </a:lnTo>
                <a:lnTo>
                  <a:pt x="11172" y="41172"/>
                </a:lnTo>
                <a:lnTo>
                  <a:pt x="11172" y="40966"/>
                </a:lnTo>
                <a:lnTo>
                  <a:pt x="10552" y="40966"/>
                </a:lnTo>
                <a:lnTo>
                  <a:pt x="10552" y="40759"/>
                </a:lnTo>
                <a:lnTo>
                  <a:pt x="9931" y="40759"/>
                </a:lnTo>
                <a:lnTo>
                  <a:pt x="9931" y="40552"/>
                </a:lnTo>
                <a:lnTo>
                  <a:pt x="9103" y="40345"/>
                </a:lnTo>
                <a:lnTo>
                  <a:pt x="8897" y="39931"/>
                </a:lnTo>
                <a:lnTo>
                  <a:pt x="8483" y="39931"/>
                </a:lnTo>
                <a:lnTo>
                  <a:pt x="8483" y="39724"/>
                </a:lnTo>
                <a:lnTo>
                  <a:pt x="8069" y="39724"/>
                </a:lnTo>
                <a:lnTo>
                  <a:pt x="7655" y="39103"/>
                </a:lnTo>
                <a:lnTo>
                  <a:pt x="7241" y="39103"/>
                </a:lnTo>
                <a:lnTo>
                  <a:pt x="7241" y="38897"/>
                </a:lnTo>
                <a:lnTo>
                  <a:pt x="7034" y="38897"/>
                </a:lnTo>
                <a:lnTo>
                  <a:pt x="7034" y="38690"/>
                </a:lnTo>
                <a:lnTo>
                  <a:pt x="5793" y="37655"/>
                </a:lnTo>
                <a:lnTo>
                  <a:pt x="5793" y="37241"/>
                </a:lnTo>
                <a:lnTo>
                  <a:pt x="5172" y="36828"/>
                </a:lnTo>
                <a:lnTo>
                  <a:pt x="5172" y="36414"/>
                </a:lnTo>
                <a:lnTo>
                  <a:pt x="4966" y="36414"/>
                </a:lnTo>
                <a:lnTo>
                  <a:pt x="4966" y="36000"/>
                </a:lnTo>
                <a:lnTo>
                  <a:pt x="4552" y="35793"/>
                </a:lnTo>
                <a:lnTo>
                  <a:pt x="4345" y="34759"/>
                </a:lnTo>
                <a:lnTo>
                  <a:pt x="4138" y="34759"/>
                </a:lnTo>
                <a:lnTo>
                  <a:pt x="4138" y="34345"/>
                </a:lnTo>
                <a:lnTo>
                  <a:pt x="3931" y="34345"/>
                </a:lnTo>
                <a:lnTo>
                  <a:pt x="3931" y="33931"/>
                </a:lnTo>
                <a:lnTo>
                  <a:pt x="3724" y="33931"/>
                </a:lnTo>
                <a:lnTo>
                  <a:pt x="3724" y="32897"/>
                </a:lnTo>
                <a:lnTo>
                  <a:pt x="3517" y="32897"/>
                </a:lnTo>
                <a:lnTo>
                  <a:pt x="3517" y="28345"/>
                </a:lnTo>
                <a:lnTo>
                  <a:pt x="3724" y="28345"/>
                </a:lnTo>
                <a:lnTo>
                  <a:pt x="3724" y="27931"/>
                </a:lnTo>
                <a:lnTo>
                  <a:pt x="3517" y="27931"/>
                </a:lnTo>
                <a:lnTo>
                  <a:pt x="3517" y="27517"/>
                </a:lnTo>
                <a:lnTo>
                  <a:pt x="2690" y="26897"/>
                </a:lnTo>
                <a:lnTo>
                  <a:pt x="2690" y="26483"/>
                </a:lnTo>
                <a:lnTo>
                  <a:pt x="2069" y="26069"/>
                </a:lnTo>
                <a:lnTo>
                  <a:pt x="2069" y="25655"/>
                </a:lnTo>
                <a:lnTo>
                  <a:pt x="1655" y="25448"/>
                </a:lnTo>
                <a:lnTo>
                  <a:pt x="1655" y="25034"/>
                </a:lnTo>
                <a:lnTo>
                  <a:pt x="1241" y="24828"/>
                </a:lnTo>
                <a:lnTo>
                  <a:pt x="1034" y="23793"/>
                </a:lnTo>
                <a:lnTo>
                  <a:pt x="828" y="23793"/>
                </a:lnTo>
                <a:lnTo>
                  <a:pt x="828" y="23379"/>
                </a:lnTo>
                <a:lnTo>
                  <a:pt x="621" y="23379"/>
                </a:lnTo>
                <a:lnTo>
                  <a:pt x="621" y="22966"/>
                </a:lnTo>
                <a:lnTo>
                  <a:pt x="414" y="22966"/>
                </a:lnTo>
                <a:lnTo>
                  <a:pt x="414" y="22138"/>
                </a:lnTo>
                <a:lnTo>
                  <a:pt x="207" y="22138"/>
                </a:lnTo>
                <a:lnTo>
                  <a:pt x="207" y="20483"/>
                </a:lnTo>
                <a:lnTo>
                  <a:pt x="0" y="20483"/>
                </a:lnTo>
                <a:lnTo>
                  <a:pt x="207" y="16759"/>
                </a:lnTo>
                <a:lnTo>
                  <a:pt x="414" y="16759"/>
                </a:lnTo>
                <a:lnTo>
                  <a:pt x="414" y="15931"/>
                </a:lnTo>
                <a:lnTo>
                  <a:pt x="621" y="15931"/>
                </a:lnTo>
                <a:lnTo>
                  <a:pt x="621" y="15517"/>
                </a:lnTo>
                <a:lnTo>
                  <a:pt x="828" y="15517"/>
                </a:lnTo>
                <a:lnTo>
                  <a:pt x="828" y="15103"/>
                </a:lnTo>
                <a:lnTo>
                  <a:pt x="1034" y="15103"/>
                </a:lnTo>
                <a:lnTo>
                  <a:pt x="1241" y="14069"/>
                </a:lnTo>
                <a:lnTo>
                  <a:pt x="1655" y="13862"/>
                </a:lnTo>
                <a:lnTo>
                  <a:pt x="1655" y="13448"/>
                </a:lnTo>
                <a:lnTo>
                  <a:pt x="2069" y="13241"/>
                </a:lnTo>
                <a:lnTo>
                  <a:pt x="2069" y="12828"/>
                </a:lnTo>
                <a:lnTo>
                  <a:pt x="2690" y="12414"/>
                </a:lnTo>
                <a:lnTo>
                  <a:pt x="2690" y="12000"/>
                </a:lnTo>
                <a:lnTo>
                  <a:pt x="3310" y="11793"/>
                </a:lnTo>
                <a:lnTo>
                  <a:pt x="3724" y="10966"/>
                </a:lnTo>
                <a:lnTo>
                  <a:pt x="4138" y="10966"/>
                </a:lnTo>
                <a:lnTo>
                  <a:pt x="4552" y="10345"/>
                </a:lnTo>
                <a:lnTo>
                  <a:pt x="4966" y="10345"/>
                </a:lnTo>
                <a:lnTo>
                  <a:pt x="4966" y="10138"/>
                </a:lnTo>
                <a:lnTo>
                  <a:pt x="5586" y="9931"/>
                </a:lnTo>
                <a:lnTo>
                  <a:pt x="5793" y="9517"/>
                </a:lnTo>
                <a:lnTo>
                  <a:pt x="6207" y="9517"/>
                </a:lnTo>
                <a:lnTo>
                  <a:pt x="6207" y="9310"/>
                </a:lnTo>
                <a:lnTo>
                  <a:pt x="7034" y="9310"/>
                </a:lnTo>
                <a:lnTo>
                  <a:pt x="7034" y="9103"/>
                </a:lnTo>
                <a:lnTo>
                  <a:pt x="7448" y="9103"/>
                </a:lnTo>
                <a:lnTo>
                  <a:pt x="7862" y="8483"/>
                </a:lnTo>
                <a:lnTo>
                  <a:pt x="8276" y="8483"/>
                </a:lnTo>
                <a:lnTo>
                  <a:pt x="8276" y="8069"/>
                </a:lnTo>
                <a:lnTo>
                  <a:pt x="8483" y="8069"/>
                </a:lnTo>
                <a:lnTo>
                  <a:pt x="8483" y="7241"/>
                </a:lnTo>
                <a:lnTo>
                  <a:pt x="8690" y="7241"/>
                </a:lnTo>
                <a:lnTo>
                  <a:pt x="8897" y="6207"/>
                </a:lnTo>
                <a:lnTo>
                  <a:pt x="9310" y="6000"/>
                </a:lnTo>
                <a:lnTo>
                  <a:pt x="9310" y="5379"/>
                </a:lnTo>
                <a:lnTo>
                  <a:pt x="9724" y="5172"/>
                </a:lnTo>
                <a:lnTo>
                  <a:pt x="9724" y="4759"/>
                </a:lnTo>
                <a:lnTo>
                  <a:pt x="10138" y="4552"/>
                </a:lnTo>
                <a:lnTo>
                  <a:pt x="10138" y="4138"/>
                </a:lnTo>
                <a:lnTo>
                  <a:pt x="10345" y="4138"/>
                </a:lnTo>
                <a:lnTo>
                  <a:pt x="10345" y="3931"/>
                </a:lnTo>
                <a:lnTo>
                  <a:pt x="10552" y="3931"/>
                </a:lnTo>
                <a:lnTo>
                  <a:pt x="10552" y="3724"/>
                </a:lnTo>
                <a:lnTo>
                  <a:pt x="10759" y="3724"/>
                </a:lnTo>
                <a:lnTo>
                  <a:pt x="10759" y="3517"/>
                </a:lnTo>
                <a:lnTo>
                  <a:pt x="10966" y="3517"/>
                </a:lnTo>
                <a:lnTo>
                  <a:pt x="10966" y="3310"/>
                </a:lnTo>
                <a:lnTo>
                  <a:pt x="11172" y="3310"/>
                </a:lnTo>
                <a:lnTo>
                  <a:pt x="12207" y="2069"/>
                </a:lnTo>
                <a:lnTo>
                  <a:pt x="13034" y="1862"/>
                </a:lnTo>
                <a:lnTo>
                  <a:pt x="13448" y="1241"/>
                </a:lnTo>
                <a:lnTo>
                  <a:pt x="14483" y="1034"/>
                </a:lnTo>
                <a:lnTo>
                  <a:pt x="14483" y="828"/>
                </a:lnTo>
                <a:lnTo>
                  <a:pt x="14897" y="828"/>
                </a:lnTo>
                <a:lnTo>
                  <a:pt x="14897" y="621"/>
                </a:lnTo>
                <a:lnTo>
                  <a:pt x="15310" y="621"/>
                </a:lnTo>
                <a:lnTo>
                  <a:pt x="15310" y="414"/>
                </a:lnTo>
                <a:lnTo>
                  <a:pt x="15931" y="414"/>
                </a:lnTo>
                <a:lnTo>
                  <a:pt x="15931" y="207"/>
                </a:lnTo>
                <a:lnTo>
                  <a:pt x="17379" y="207"/>
                </a:lnTo>
                <a:lnTo>
                  <a:pt x="17379" y="0"/>
                </a:lnTo>
                <a:close/>
                <a:moveTo>
                  <a:pt x="18621" y="2483"/>
                </a:moveTo>
                <a:lnTo>
                  <a:pt x="18414" y="2483"/>
                </a:lnTo>
                <a:lnTo>
                  <a:pt x="18414" y="2690"/>
                </a:lnTo>
                <a:lnTo>
                  <a:pt x="16345" y="2690"/>
                </a:lnTo>
                <a:lnTo>
                  <a:pt x="16345" y="2897"/>
                </a:lnTo>
                <a:lnTo>
                  <a:pt x="15931" y="2897"/>
                </a:lnTo>
                <a:lnTo>
                  <a:pt x="15931" y="3103"/>
                </a:lnTo>
                <a:lnTo>
                  <a:pt x="15517" y="3103"/>
                </a:lnTo>
                <a:lnTo>
                  <a:pt x="15517" y="3310"/>
                </a:lnTo>
                <a:lnTo>
                  <a:pt x="15103" y="3310"/>
                </a:lnTo>
                <a:lnTo>
                  <a:pt x="15103" y="3517"/>
                </a:lnTo>
                <a:lnTo>
                  <a:pt x="14069" y="3724"/>
                </a:lnTo>
                <a:lnTo>
                  <a:pt x="13448" y="4552"/>
                </a:lnTo>
                <a:lnTo>
                  <a:pt x="13034" y="4552"/>
                </a:lnTo>
                <a:lnTo>
                  <a:pt x="13034" y="4759"/>
                </a:lnTo>
                <a:lnTo>
                  <a:pt x="12414" y="5172"/>
                </a:lnTo>
                <a:lnTo>
                  <a:pt x="12414" y="5586"/>
                </a:lnTo>
                <a:lnTo>
                  <a:pt x="11793" y="6000"/>
                </a:lnTo>
                <a:lnTo>
                  <a:pt x="11586" y="6828"/>
                </a:lnTo>
                <a:lnTo>
                  <a:pt x="11172" y="7034"/>
                </a:lnTo>
                <a:lnTo>
                  <a:pt x="10966" y="8069"/>
                </a:lnTo>
                <a:lnTo>
                  <a:pt x="10759" y="8069"/>
                </a:lnTo>
                <a:lnTo>
                  <a:pt x="10759" y="8897"/>
                </a:lnTo>
                <a:lnTo>
                  <a:pt x="10552" y="8897"/>
                </a:lnTo>
                <a:lnTo>
                  <a:pt x="10552" y="9517"/>
                </a:lnTo>
                <a:lnTo>
                  <a:pt x="10345" y="9517"/>
                </a:lnTo>
                <a:lnTo>
                  <a:pt x="10345" y="20897"/>
                </a:lnTo>
                <a:lnTo>
                  <a:pt x="10759" y="21103"/>
                </a:lnTo>
                <a:lnTo>
                  <a:pt x="10759" y="21517"/>
                </a:lnTo>
                <a:lnTo>
                  <a:pt x="11172" y="21517"/>
                </a:lnTo>
                <a:lnTo>
                  <a:pt x="11379" y="21931"/>
                </a:lnTo>
                <a:lnTo>
                  <a:pt x="11793" y="21931"/>
                </a:lnTo>
                <a:lnTo>
                  <a:pt x="11793" y="22138"/>
                </a:lnTo>
                <a:lnTo>
                  <a:pt x="12207" y="22138"/>
                </a:lnTo>
                <a:lnTo>
                  <a:pt x="12414" y="22552"/>
                </a:lnTo>
                <a:lnTo>
                  <a:pt x="13241" y="22759"/>
                </a:lnTo>
                <a:lnTo>
                  <a:pt x="13448" y="23172"/>
                </a:lnTo>
                <a:lnTo>
                  <a:pt x="14276" y="23172"/>
                </a:lnTo>
                <a:lnTo>
                  <a:pt x="14276" y="22966"/>
                </a:lnTo>
                <a:lnTo>
                  <a:pt x="14483" y="22966"/>
                </a:lnTo>
                <a:lnTo>
                  <a:pt x="14483" y="22345"/>
                </a:lnTo>
                <a:lnTo>
                  <a:pt x="14483" y="10345"/>
                </a:lnTo>
                <a:lnTo>
                  <a:pt x="14690" y="10345"/>
                </a:lnTo>
                <a:lnTo>
                  <a:pt x="14690" y="9931"/>
                </a:lnTo>
                <a:lnTo>
                  <a:pt x="14897" y="9931"/>
                </a:lnTo>
                <a:lnTo>
                  <a:pt x="15310" y="9310"/>
                </a:lnTo>
                <a:lnTo>
                  <a:pt x="15724" y="9310"/>
                </a:lnTo>
                <a:lnTo>
                  <a:pt x="16138" y="8690"/>
                </a:lnTo>
                <a:lnTo>
                  <a:pt x="17172" y="8483"/>
                </a:lnTo>
                <a:lnTo>
                  <a:pt x="17586" y="7862"/>
                </a:lnTo>
                <a:lnTo>
                  <a:pt x="18828" y="7448"/>
                </a:lnTo>
                <a:lnTo>
                  <a:pt x="19034" y="7034"/>
                </a:lnTo>
                <a:lnTo>
                  <a:pt x="20276" y="6621"/>
                </a:lnTo>
                <a:lnTo>
                  <a:pt x="20483" y="6207"/>
                </a:lnTo>
                <a:lnTo>
                  <a:pt x="21724" y="5793"/>
                </a:lnTo>
                <a:lnTo>
                  <a:pt x="21931" y="5379"/>
                </a:lnTo>
                <a:lnTo>
                  <a:pt x="22345" y="5379"/>
                </a:lnTo>
                <a:lnTo>
                  <a:pt x="22345" y="5172"/>
                </a:lnTo>
                <a:lnTo>
                  <a:pt x="22759" y="5172"/>
                </a:lnTo>
                <a:lnTo>
                  <a:pt x="22759" y="4966"/>
                </a:lnTo>
                <a:lnTo>
                  <a:pt x="23172" y="4966"/>
                </a:lnTo>
                <a:lnTo>
                  <a:pt x="23172" y="4759"/>
                </a:lnTo>
                <a:lnTo>
                  <a:pt x="23586" y="4552"/>
                </a:lnTo>
                <a:lnTo>
                  <a:pt x="23586" y="3724"/>
                </a:lnTo>
                <a:lnTo>
                  <a:pt x="23379" y="3724"/>
                </a:lnTo>
                <a:lnTo>
                  <a:pt x="23379" y="3517"/>
                </a:lnTo>
                <a:lnTo>
                  <a:pt x="22759" y="3517"/>
                </a:lnTo>
                <a:lnTo>
                  <a:pt x="22759" y="3310"/>
                </a:lnTo>
                <a:lnTo>
                  <a:pt x="22345" y="3310"/>
                </a:lnTo>
                <a:lnTo>
                  <a:pt x="22345" y="3103"/>
                </a:lnTo>
                <a:lnTo>
                  <a:pt x="21931" y="3103"/>
                </a:lnTo>
                <a:lnTo>
                  <a:pt x="21931" y="2897"/>
                </a:lnTo>
                <a:lnTo>
                  <a:pt x="21517" y="2897"/>
                </a:lnTo>
                <a:lnTo>
                  <a:pt x="21517" y="2690"/>
                </a:lnTo>
                <a:lnTo>
                  <a:pt x="18621" y="2483"/>
                </a:lnTo>
                <a:close/>
                <a:moveTo>
                  <a:pt x="28138" y="5172"/>
                </a:moveTo>
                <a:lnTo>
                  <a:pt x="27931" y="5172"/>
                </a:lnTo>
                <a:lnTo>
                  <a:pt x="27931" y="5379"/>
                </a:lnTo>
                <a:lnTo>
                  <a:pt x="27310" y="5379"/>
                </a:lnTo>
                <a:lnTo>
                  <a:pt x="27310" y="5586"/>
                </a:lnTo>
                <a:lnTo>
                  <a:pt x="26897" y="5586"/>
                </a:lnTo>
                <a:lnTo>
                  <a:pt x="26897" y="5793"/>
                </a:lnTo>
                <a:lnTo>
                  <a:pt x="26483" y="5793"/>
                </a:lnTo>
                <a:lnTo>
                  <a:pt x="26483" y="6000"/>
                </a:lnTo>
                <a:lnTo>
                  <a:pt x="25862" y="6000"/>
                </a:lnTo>
                <a:lnTo>
                  <a:pt x="25862" y="6207"/>
                </a:lnTo>
                <a:lnTo>
                  <a:pt x="25241" y="6414"/>
                </a:lnTo>
                <a:lnTo>
                  <a:pt x="25034" y="6828"/>
                </a:lnTo>
                <a:lnTo>
                  <a:pt x="24414" y="6828"/>
                </a:lnTo>
                <a:lnTo>
                  <a:pt x="24000" y="7448"/>
                </a:lnTo>
                <a:lnTo>
                  <a:pt x="22966" y="7655"/>
                </a:lnTo>
                <a:lnTo>
                  <a:pt x="22966" y="7862"/>
                </a:lnTo>
                <a:lnTo>
                  <a:pt x="22345" y="8069"/>
                </a:lnTo>
                <a:lnTo>
                  <a:pt x="22138" y="8483"/>
                </a:lnTo>
                <a:lnTo>
                  <a:pt x="21517" y="8483"/>
                </a:lnTo>
                <a:lnTo>
                  <a:pt x="21517" y="8690"/>
                </a:lnTo>
                <a:lnTo>
                  <a:pt x="20897" y="8897"/>
                </a:lnTo>
                <a:lnTo>
                  <a:pt x="20690" y="9310"/>
                </a:lnTo>
                <a:lnTo>
                  <a:pt x="20276" y="9310"/>
                </a:lnTo>
                <a:lnTo>
                  <a:pt x="20276" y="9517"/>
                </a:lnTo>
                <a:lnTo>
                  <a:pt x="19862" y="9517"/>
                </a:lnTo>
                <a:lnTo>
                  <a:pt x="19655" y="9931"/>
                </a:lnTo>
                <a:lnTo>
                  <a:pt x="18414" y="10345"/>
                </a:lnTo>
                <a:lnTo>
                  <a:pt x="18207" y="10759"/>
                </a:lnTo>
                <a:lnTo>
                  <a:pt x="17793" y="10759"/>
                </a:lnTo>
                <a:lnTo>
                  <a:pt x="17793" y="10966"/>
                </a:lnTo>
                <a:lnTo>
                  <a:pt x="17172" y="11379"/>
                </a:lnTo>
                <a:lnTo>
                  <a:pt x="17172" y="12000"/>
                </a:lnTo>
                <a:lnTo>
                  <a:pt x="16966" y="12000"/>
                </a:lnTo>
                <a:lnTo>
                  <a:pt x="16966" y="15517"/>
                </a:lnTo>
                <a:lnTo>
                  <a:pt x="17172" y="15517"/>
                </a:lnTo>
                <a:lnTo>
                  <a:pt x="17172" y="15724"/>
                </a:lnTo>
                <a:lnTo>
                  <a:pt x="18000" y="15724"/>
                </a:lnTo>
                <a:lnTo>
                  <a:pt x="18207" y="15310"/>
                </a:lnTo>
                <a:lnTo>
                  <a:pt x="18621" y="15310"/>
                </a:lnTo>
                <a:lnTo>
                  <a:pt x="18621" y="15103"/>
                </a:lnTo>
                <a:lnTo>
                  <a:pt x="19448" y="14897"/>
                </a:lnTo>
                <a:lnTo>
                  <a:pt x="19655" y="14483"/>
                </a:lnTo>
                <a:lnTo>
                  <a:pt x="20897" y="14069"/>
                </a:lnTo>
                <a:lnTo>
                  <a:pt x="21103" y="13655"/>
                </a:lnTo>
                <a:lnTo>
                  <a:pt x="21931" y="13448"/>
                </a:lnTo>
                <a:lnTo>
                  <a:pt x="21931" y="13241"/>
                </a:lnTo>
                <a:lnTo>
                  <a:pt x="22552" y="13034"/>
                </a:lnTo>
                <a:lnTo>
                  <a:pt x="22759" y="12621"/>
                </a:lnTo>
                <a:lnTo>
                  <a:pt x="23379" y="12621"/>
                </a:lnTo>
                <a:lnTo>
                  <a:pt x="23793" y="12000"/>
                </a:lnTo>
                <a:lnTo>
                  <a:pt x="24828" y="11793"/>
                </a:lnTo>
                <a:lnTo>
                  <a:pt x="25241" y="11172"/>
                </a:lnTo>
                <a:lnTo>
                  <a:pt x="26483" y="10759"/>
                </a:lnTo>
                <a:lnTo>
                  <a:pt x="26483" y="10552"/>
                </a:lnTo>
                <a:lnTo>
                  <a:pt x="27103" y="10345"/>
                </a:lnTo>
                <a:lnTo>
                  <a:pt x="27103" y="10138"/>
                </a:lnTo>
                <a:lnTo>
                  <a:pt x="27931" y="9931"/>
                </a:lnTo>
                <a:lnTo>
                  <a:pt x="27931" y="9724"/>
                </a:lnTo>
                <a:lnTo>
                  <a:pt x="28552" y="9517"/>
                </a:lnTo>
                <a:lnTo>
                  <a:pt x="28552" y="9310"/>
                </a:lnTo>
                <a:lnTo>
                  <a:pt x="29586" y="9310"/>
                </a:lnTo>
                <a:lnTo>
                  <a:pt x="29586" y="9517"/>
                </a:lnTo>
                <a:lnTo>
                  <a:pt x="30000" y="9517"/>
                </a:lnTo>
                <a:lnTo>
                  <a:pt x="30207" y="9931"/>
                </a:lnTo>
                <a:lnTo>
                  <a:pt x="30621" y="9931"/>
                </a:lnTo>
                <a:lnTo>
                  <a:pt x="30621" y="10138"/>
                </a:lnTo>
                <a:lnTo>
                  <a:pt x="31448" y="10345"/>
                </a:lnTo>
                <a:lnTo>
                  <a:pt x="31655" y="10759"/>
                </a:lnTo>
                <a:lnTo>
                  <a:pt x="32897" y="11172"/>
                </a:lnTo>
                <a:lnTo>
                  <a:pt x="33103" y="11586"/>
                </a:lnTo>
                <a:lnTo>
                  <a:pt x="33931" y="11793"/>
                </a:lnTo>
                <a:lnTo>
                  <a:pt x="33931" y="12000"/>
                </a:lnTo>
                <a:lnTo>
                  <a:pt x="34552" y="12207"/>
                </a:lnTo>
                <a:lnTo>
                  <a:pt x="34759" y="12621"/>
                </a:lnTo>
                <a:lnTo>
                  <a:pt x="35379" y="12621"/>
                </a:lnTo>
                <a:lnTo>
                  <a:pt x="35379" y="12828"/>
                </a:lnTo>
                <a:lnTo>
                  <a:pt x="36000" y="13034"/>
                </a:lnTo>
                <a:lnTo>
                  <a:pt x="36207" y="13448"/>
                </a:lnTo>
                <a:lnTo>
                  <a:pt x="36828" y="13448"/>
                </a:lnTo>
                <a:lnTo>
                  <a:pt x="36828" y="13655"/>
                </a:lnTo>
                <a:lnTo>
                  <a:pt x="37034" y="13655"/>
                </a:lnTo>
                <a:lnTo>
                  <a:pt x="37241" y="14069"/>
                </a:lnTo>
                <a:lnTo>
                  <a:pt x="37655" y="14069"/>
                </a:lnTo>
                <a:lnTo>
                  <a:pt x="37655" y="14276"/>
                </a:lnTo>
                <a:lnTo>
                  <a:pt x="38690" y="14276"/>
                </a:lnTo>
                <a:lnTo>
                  <a:pt x="38690" y="13862"/>
                </a:lnTo>
                <a:lnTo>
                  <a:pt x="38897" y="13862"/>
                </a:lnTo>
                <a:lnTo>
                  <a:pt x="38897" y="13034"/>
                </a:lnTo>
                <a:lnTo>
                  <a:pt x="38690" y="13034"/>
                </a:lnTo>
                <a:lnTo>
                  <a:pt x="38690" y="12207"/>
                </a:lnTo>
                <a:lnTo>
                  <a:pt x="38483" y="12207"/>
                </a:lnTo>
                <a:lnTo>
                  <a:pt x="38276" y="10345"/>
                </a:lnTo>
                <a:lnTo>
                  <a:pt x="38069" y="10345"/>
                </a:lnTo>
                <a:lnTo>
                  <a:pt x="38069" y="9931"/>
                </a:lnTo>
                <a:lnTo>
                  <a:pt x="37655" y="9724"/>
                </a:lnTo>
                <a:lnTo>
                  <a:pt x="37241" y="8483"/>
                </a:lnTo>
                <a:lnTo>
                  <a:pt x="37034" y="8483"/>
                </a:lnTo>
                <a:lnTo>
                  <a:pt x="37034" y="8276"/>
                </a:lnTo>
                <a:lnTo>
                  <a:pt x="36828" y="8276"/>
                </a:lnTo>
                <a:lnTo>
                  <a:pt x="36828" y="8069"/>
                </a:lnTo>
                <a:lnTo>
                  <a:pt x="36621" y="8069"/>
                </a:lnTo>
                <a:lnTo>
                  <a:pt x="35586" y="6828"/>
                </a:lnTo>
                <a:lnTo>
                  <a:pt x="35172" y="6828"/>
                </a:lnTo>
                <a:lnTo>
                  <a:pt x="34759" y="6207"/>
                </a:lnTo>
                <a:lnTo>
                  <a:pt x="33724" y="6000"/>
                </a:lnTo>
                <a:lnTo>
                  <a:pt x="33724" y="5793"/>
                </a:lnTo>
                <a:lnTo>
                  <a:pt x="33310" y="5793"/>
                </a:lnTo>
                <a:lnTo>
                  <a:pt x="33310" y="5586"/>
                </a:lnTo>
                <a:lnTo>
                  <a:pt x="32897" y="5586"/>
                </a:lnTo>
                <a:lnTo>
                  <a:pt x="32897" y="5379"/>
                </a:lnTo>
                <a:lnTo>
                  <a:pt x="32276" y="5379"/>
                </a:lnTo>
                <a:lnTo>
                  <a:pt x="32276" y="5172"/>
                </a:lnTo>
                <a:lnTo>
                  <a:pt x="28138" y="5172"/>
                </a:lnTo>
                <a:close/>
                <a:moveTo>
                  <a:pt x="7448" y="11793"/>
                </a:moveTo>
                <a:lnTo>
                  <a:pt x="6828" y="12000"/>
                </a:lnTo>
                <a:lnTo>
                  <a:pt x="6828" y="12207"/>
                </a:lnTo>
                <a:lnTo>
                  <a:pt x="6414" y="12207"/>
                </a:lnTo>
                <a:lnTo>
                  <a:pt x="6207" y="12621"/>
                </a:lnTo>
                <a:lnTo>
                  <a:pt x="5793" y="12621"/>
                </a:lnTo>
                <a:lnTo>
                  <a:pt x="5793" y="12828"/>
                </a:lnTo>
                <a:lnTo>
                  <a:pt x="5586" y="12828"/>
                </a:lnTo>
                <a:lnTo>
                  <a:pt x="5586" y="13034"/>
                </a:lnTo>
                <a:lnTo>
                  <a:pt x="4345" y="14069"/>
                </a:lnTo>
                <a:lnTo>
                  <a:pt x="4345" y="14483"/>
                </a:lnTo>
                <a:lnTo>
                  <a:pt x="3931" y="14690"/>
                </a:lnTo>
                <a:lnTo>
                  <a:pt x="3931" y="15103"/>
                </a:lnTo>
                <a:lnTo>
                  <a:pt x="3517" y="15310"/>
                </a:lnTo>
                <a:lnTo>
                  <a:pt x="3517" y="15724"/>
                </a:lnTo>
                <a:lnTo>
                  <a:pt x="3310" y="15724"/>
                </a:lnTo>
                <a:lnTo>
                  <a:pt x="3310" y="16138"/>
                </a:lnTo>
                <a:lnTo>
                  <a:pt x="3103" y="16138"/>
                </a:lnTo>
                <a:lnTo>
                  <a:pt x="3103" y="16552"/>
                </a:lnTo>
                <a:lnTo>
                  <a:pt x="2897" y="16552"/>
                </a:lnTo>
                <a:lnTo>
                  <a:pt x="2897" y="17379"/>
                </a:lnTo>
                <a:lnTo>
                  <a:pt x="2690" y="17379"/>
                </a:lnTo>
                <a:lnTo>
                  <a:pt x="2690" y="21517"/>
                </a:lnTo>
                <a:lnTo>
                  <a:pt x="2897" y="21517"/>
                </a:lnTo>
                <a:lnTo>
                  <a:pt x="2897" y="22345"/>
                </a:lnTo>
                <a:lnTo>
                  <a:pt x="3310" y="22552"/>
                </a:lnTo>
                <a:lnTo>
                  <a:pt x="3517" y="23586"/>
                </a:lnTo>
                <a:lnTo>
                  <a:pt x="3724" y="23586"/>
                </a:lnTo>
                <a:lnTo>
                  <a:pt x="3724" y="24000"/>
                </a:lnTo>
                <a:lnTo>
                  <a:pt x="4345" y="24414"/>
                </a:lnTo>
                <a:lnTo>
                  <a:pt x="4345" y="24828"/>
                </a:lnTo>
                <a:lnTo>
                  <a:pt x="4552" y="24828"/>
                </a:lnTo>
                <a:lnTo>
                  <a:pt x="4552" y="25034"/>
                </a:lnTo>
                <a:lnTo>
                  <a:pt x="4759" y="25034"/>
                </a:lnTo>
                <a:lnTo>
                  <a:pt x="4759" y="25241"/>
                </a:lnTo>
                <a:lnTo>
                  <a:pt x="4966" y="25241"/>
                </a:lnTo>
                <a:lnTo>
                  <a:pt x="4966" y="25448"/>
                </a:lnTo>
                <a:lnTo>
                  <a:pt x="5172" y="25448"/>
                </a:lnTo>
                <a:lnTo>
                  <a:pt x="6207" y="26690"/>
                </a:lnTo>
                <a:lnTo>
                  <a:pt x="6621" y="26690"/>
                </a:lnTo>
                <a:lnTo>
                  <a:pt x="6621" y="26897"/>
                </a:lnTo>
                <a:lnTo>
                  <a:pt x="7034" y="26897"/>
                </a:lnTo>
                <a:lnTo>
                  <a:pt x="7241" y="27310"/>
                </a:lnTo>
                <a:lnTo>
                  <a:pt x="8483" y="27724"/>
                </a:lnTo>
                <a:lnTo>
                  <a:pt x="8897" y="28345"/>
                </a:lnTo>
                <a:lnTo>
                  <a:pt x="9931" y="28552"/>
                </a:lnTo>
                <a:lnTo>
                  <a:pt x="10345" y="29172"/>
                </a:lnTo>
                <a:lnTo>
                  <a:pt x="11379" y="29379"/>
                </a:lnTo>
                <a:lnTo>
                  <a:pt x="11586" y="29793"/>
                </a:lnTo>
                <a:lnTo>
                  <a:pt x="12414" y="30000"/>
                </a:lnTo>
                <a:lnTo>
                  <a:pt x="12621" y="30414"/>
                </a:lnTo>
                <a:lnTo>
                  <a:pt x="13034" y="30414"/>
                </a:lnTo>
                <a:lnTo>
                  <a:pt x="13034" y="30621"/>
                </a:lnTo>
                <a:lnTo>
                  <a:pt x="14276" y="31034"/>
                </a:lnTo>
                <a:lnTo>
                  <a:pt x="14690" y="31655"/>
                </a:lnTo>
                <a:lnTo>
                  <a:pt x="15310" y="31655"/>
                </a:lnTo>
                <a:lnTo>
                  <a:pt x="15310" y="31862"/>
                </a:lnTo>
                <a:lnTo>
                  <a:pt x="16552" y="31655"/>
                </a:lnTo>
                <a:lnTo>
                  <a:pt x="16759" y="31241"/>
                </a:lnTo>
                <a:lnTo>
                  <a:pt x="17172" y="31241"/>
                </a:lnTo>
                <a:lnTo>
                  <a:pt x="17172" y="31034"/>
                </a:lnTo>
                <a:lnTo>
                  <a:pt x="18000" y="30828"/>
                </a:lnTo>
                <a:lnTo>
                  <a:pt x="18207" y="30414"/>
                </a:lnTo>
                <a:lnTo>
                  <a:pt x="19034" y="30207"/>
                </a:lnTo>
                <a:lnTo>
                  <a:pt x="19034" y="30000"/>
                </a:lnTo>
                <a:lnTo>
                  <a:pt x="19241" y="30000"/>
                </a:lnTo>
                <a:lnTo>
                  <a:pt x="19241" y="29172"/>
                </a:lnTo>
                <a:lnTo>
                  <a:pt x="18828" y="29172"/>
                </a:lnTo>
                <a:lnTo>
                  <a:pt x="18828" y="28966"/>
                </a:lnTo>
                <a:lnTo>
                  <a:pt x="18414" y="28966"/>
                </a:lnTo>
                <a:lnTo>
                  <a:pt x="18207" y="28552"/>
                </a:lnTo>
                <a:lnTo>
                  <a:pt x="16966" y="28138"/>
                </a:lnTo>
                <a:lnTo>
                  <a:pt x="16552" y="27517"/>
                </a:lnTo>
                <a:lnTo>
                  <a:pt x="15517" y="27310"/>
                </a:lnTo>
                <a:lnTo>
                  <a:pt x="15310" y="26897"/>
                </a:lnTo>
                <a:lnTo>
                  <a:pt x="14483" y="26690"/>
                </a:lnTo>
                <a:lnTo>
                  <a:pt x="14276" y="26276"/>
                </a:lnTo>
                <a:lnTo>
                  <a:pt x="13034" y="25862"/>
                </a:lnTo>
                <a:lnTo>
                  <a:pt x="13034" y="25655"/>
                </a:lnTo>
                <a:lnTo>
                  <a:pt x="12414" y="25448"/>
                </a:lnTo>
                <a:lnTo>
                  <a:pt x="12207" y="25034"/>
                </a:lnTo>
                <a:lnTo>
                  <a:pt x="11586" y="25034"/>
                </a:lnTo>
                <a:lnTo>
                  <a:pt x="11586" y="24828"/>
                </a:lnTo>
                <a:lnTo>
                  <a:pt x="10966" y="24621"/>
                </a:lnTo>
                <a:lnTo>
                  <a:pt x="10759" y="24207"/>
                </a:lnTo>
                <a:lnTo>
                  <a:pt x="10345" y="24207"/>
                </a:lnTo>
                <a:lnTo>
                  <a:pt x="10345" y="24000"/>
                </a:lnTo>
                <a:lnTo>
                  <a:pt x="9931" y="24000"/>
                </a:lnTo>
                <a:lnTo>
                  <a:pt x="9724" y="23586"/>
                </a:lnTo>
                <a:lnTo>
                  <a:pt x="8483" y="23172"/>
                </a:lnTo>
                <a:lnTo>
                  <a:pt x="8483" y="22759"/>
                </a:lnTo>
                <a:lnTo>
                  <a:pt x="7862" y="22345"/>
                </a:lnTo>
                <a:lnTo>
                  <a:pt x="7862" y="12207"/>
                </a:lnTo>
                <a:lnTo>
                  <a:pt x="7655" y="12207"/>
                </a:lnTo>
                <a:lnTo>
                  <a:pt x="7448" y="11793"/>
                </a:lnTo>
                <a:close/>
                <a:moveTo>
                  <a:pt x="28552" y="12414"/>
                </a:moveTo>
                <a:lnTo>
                  <a:pt x="27931" y="12621"/>
                </a:lnTo>
                <a:lnTo>
                  <a:pt x="27931" y="12828"/>
                </a:lnTo>
                <a:lnTo>
                  <a:pt x="27517" y="12828"/>
                </a:lnTo>
                <a:lnTo>
                  <a:pt x="27310" y="13241"/>
                </a:lnTo>
                <a:lnTo>
                  <a:pt x="26483" y="13448"/>
                </a:lnTo>
                <a:lnTo>
                  <a:pt x="26276" y="13862"/>
                </a:lnTo>
                <a:lnTo>
                  <a:pt x="25862" y="13862"/>
                </a:lnTo>
                <a:lnTo>
                  <a:pt x="25862" y="14069"/>
                </a:lnTo>
                <a:lnTo>
                  <a:pt x="25448" y="14276"/>
                </a:lnTo>
                <a:lnTo>
                  <a:pt x="25448" y="14897"/>
                </a:lnTo>
                <a:lnTo>
                  <a:pt x="26069" y="15103"/>
                </a:lnTo>
                <a:lnTo>
                  <a:pt x="26069" y="15310"/>
                </a:lnTo>
                <a:lnTo>
                  <a:pt x="26483" y="15310"/>
                </a:lnTo>
                <a:lnTo>
                  <a:pt x="26690" y="15724"/>
                </a:lnTo>
                <a:lnTo>
                  <a:pt x="27931" y="16138"/>
                </a:lnTo>
                <a:lnTo>
                  <a:pt x="28138" y="16552"/>
                </a:lnTo>
                <a:lnTo>
                  <a:pt x="29379" y="16966"/>
                </a:lnTo>
                <a:lnTo>
                  <a:pt x="29586" y="17379"/>
                </a:lnTo>
                <a:lnTo>
                  <a:pt x="30828" y="17793"/>
                </a:lnTo>
                <a:lnTo>
                  <a:pt x="31034" y="18207"/>
                </a:lnTo>
                <a:lnTo>
                  <a:pt x="32276" y="18621"/>
                </a:lnTo>
                <a:lnTo>
                  <a:pt x="32690" y="19241"/>
                </a:lnTo>
                <a:lnTo>
                  <a:pt x="33310" y="19241"/>
                </a:lnTo>
                <a:lnTo>
                  <a:pt x="33310" y="19448"/>
                </a:lnTo>
                <a:lnTo>
                  <a:pt x="33931" y="19655"/>
                </a:lnTo>
                <a:lnTo>
                  <a:pt x="34138" y="20069"/>
                </a:lnTo>
                <a:lnTo>
                  <a:pt x="34759" y="20069"/>
                </a:lnTo>
                <a:lnTo>
                  <a:pt x="34759" y="20276"/>
                </a:lnTo>
                <a:lnTo>
                  <a:pt x="35379" y="20483"/>
                </a:lnTo>
                <a:lnTo>
                  <a:pt x="35586" y="20897"/>
                </a:lnTo>
                <a:lnTo>
                  <a:pt x="36414" y="21103"/>
                </a:lnTo>
                <a:lnTo>
                  <a:pt x="36414" y="21517"/>
                </a:lnTo>
                <a:lnTo>
                  <a:pt x="36621" y="21517"/>
                </a:lnTo>
                <a:lnTo>
                  <a:pt x="36621" y="21931"/>
                </a:lnTo>
                <a:lnTo>
                  <a:pt x="36828" y="21931"/>
                </a:lnTo>
                <a:lnTo>
                  <a:pt x="36828" y="32069"/>
                </a:lnTo>
                <a:lnTo>
                  <a:pt x="37034" y="32069"/>
                </a:lnTo>
                <a:lnTo>
                  <a:pt x="37034" y="32276"/>
                </a:lnTo>
                <a:lnTo>
                  <a:pt x="37655" y="32276"/>
                </a:lnTo>
                <a:lnTo>
                  <a:pt x="37655" y="32069"/>
                </a:lnTo>
                <a:lnTo>
                  <a:pt x="38069" y="32069"/>
                </a:lnTo>
                <a:lnTo>
                  <a:pt x="38069" y="31862"/>
                </a:lnTo>
                <a:lnTo>
                  <a:pt x="38483" y="31862"/>
                </a:lnTo>
                <a:lnTo>
                  <a:pt x="38483" y="31655"/>
                </a:lnTo>
                <a:lnTo>
                  <a:pt x="38690" y="31655"/>
                </a:lnTo>
                <a:lnTo>
                  <a:pt x="39310" y="30828"/>
                </a:lnTo>
                <a:lnTo>
                  <a:pt x="39724" y="30828"/>
                </a:lnTo>
                <a:lnTo>
                  <a:pt x="39931" y="30207"/>
                </a:lnTo>
                <a:lnTo>
                  <a:pt x="40759" y="29586"/>
                </a:lnTo>
                <a:lnTo>
                  <a:pt x="40966" y="28759"/>
                </a:lnTo>
                <a:lnTo>
                  <a:pt x="41172" y="28759"/>
                </a:lnTo>
                <a:lnTo>
                  <a:pt x="41379" y="28138"/>
                </a:lnTo>
                <a:lnTo>
                  <a:pt x="41586" y="28138"/>
                </a:lnTo>
                <a:lnTo>
                  <a:pt x="41793" y="26483"/>
                </a:lnTo>
                <a:lnTo>
                  <a:pt x="42000" y="26483"/>
                </a:lnTo>
                <a:lnTo>
                  <a:pt x="42000" y="25862"/>
                </a:lnTo>
                <a:lnTo>
                  <a:pt x="42207" y="25862"/>
                </a:lnTo>
                <a:lnTo>
                  <a:pt x="42207" y="23586"/>
                </a:lnTo>
                <a:lnTo>
                  <a:pt x="42000" y="23586"/>
                </a:lnTo>
                <a:lnTo>
                  <a:pt x="41793" y="22138"/>
                </a:lnTo>
                <a:lnTo>
                  <a:pt x="41586" y="22138"/>
                </a:lnTo>
                <a:lnTo>
                  <a:pt x="41586" y="21310"/>
                </a:lnTo>
                <a:lnTo>
                  <a:pt x="41379" y="21310"/>
                </a:lnTo>
                <a:lnTo>
                  <a:pt x="41172" y="20483"/>
                </a:lnTo>
                <a:lnTo>
                  <a:pt x="40759" y="20276"/>
                </a:lnTo>
                <a:lnTo>
                  <a:pt x="40759" y="19862"/>
                </a:lnTo>
                <a:lnTo>
                  <a:pt x="40552" y="19862"/>
                </a:lnTo>
                <a:lnTo>
                  <a:pt x="40552" y="19448"/>
                </a:lnTo>
                <a:lnTo>
                  <a:pt x="39931" y="19034"/>
                </a:lnTo>
                <a:lnTo>
                  <a:pt x="39931" y="18621"/>
                </a:lnTo>
                <a:lnTo>
                  <a:pt x="39310" y="18414"/>
                </a:lnTo>
                <a:lnTo>
                  <a:pt x="38690" y="17586"/>
                </a:lnTo>
                <a:lnTo>
                  <a:pt x="38276" y="17586"/>
                </a:lnTo>
                <a:lnTo>
                  <a:pt x="38276" y="17379"/>
                </a:lnTo>
                <a:lnTo>
                  <a:pt x="37655" y="17172"/>
                </a:lnTo>
                <a:lnTo>
                  <a:pt x="37448" y="16759"/>
                </a:lnTo>
                <a:lnTo>
                  <a:pt x="36207" y="16345"/>
                </a:lnTo>
                <a:lnTo>
                  <a:pt x="36000" y="15931"/>
                </a:lnTo>
                <a:lnTo>
                  <a:pt x="35379" y="15931"/>
                </a:lnTo>
                <a:lnTo>
                  <a:pt x="34966" y="15310"/>
                </a:lnTo>
                <a:lnTo>
                  <a:pt x="34552" y="15310"/>
                </a:lnTo>
                <a:lnTo>
                  <a:pt x="34552" y="15103"/>
                </a:lnTo>
                <a:lnTo>
                  <a:pt x="33310" y="14690"/>
                </a:lnTo>
                <a:lnTo>
                  <a:pt x="33103" y="14276"/>
                </a:lnTo>
                <a:lnTo>
                  <a:pt x="32276" y="14069"/>
                </a:lnTo>
                <a:lnTo>
                  <a:pt x="32069" y="13655"/>
                </a:lnTo>
                <a:lnTo>
                  <a:pt x="30828" y="13241"/>
                </a:lnTo>
                <a:lnTo>
                  <a:pt x="30828" y="13034"/>
                </a:lnTo>
                <a:lnTo>
                  <a:pt x="30207" y="12828"/>
                </a:lnTo>
                <a:lnTo>
                  <a:pt x="30207" y="12621"/>
                </a:lnTo>
                <a:lnTo>
                  <a:pt x="28552" y="12414"/>
                </a:lnTo>
                <a:close/>
                <a:moveTo>
                  <a:pt x="21931" y="16138"/>
                </a:moveTo>
                <a:lnTo>
                  <a:pt x="21724" y="16138"/>
                </a:lnTo>
                <a:lnTo>
                  <a:pt x="21310" y="16759"/>
                </a:lnTo>
                <a:lnTo>
                  <a:pt x="20276" y="16966"/>
                </a:lnTo>
                <a:lnTo>
                  <a:pt x="19862" y="17586"/>
                </a:lnTo>
                <a:lnTo>
                  <a:pt x="19241" y="17586"/>
                </a:lnTo>
                <a:lnTo>
                  <a:pt x="19241" y="17793"/>
                </a:lnTo>
                <a:lnTo>
                  <a:pt x="18828" y="17793"/>
                </a:lnTo>
                <a:lnTo>
                  <a:pt x="18621" y="18207"/>
                </a:lnTo>
                <a:lnTo>
                  <a:pt x="17379" y="18621"/>
                </a:lnTo>
                <a:lnTo>
                  <a:pt x="17379" y="19034"/>
                </a:lnTo>
                <a:lnTo>
                  <a:pt x="17172" y="19034"/>
                </a:lnTo>
                <a:lnTo>
                  <a:pt x="17172" y="19448"/>
                </a:lnTo>
                <a:lnTo>
                  <a:pt x="16966" y="19448"/>
                </a:lnTo>
                <a:lnTo>
                  <a:pt x="16966" y="24621"/>
                </a:lnTo>
                <a:lnTo>
                  <a:pt x="17172" y="24621"/>
                </a:lnTo>
                <a:lnTo>
                  <a:pt x="17172" y="25034"/>
                </a:lnTo>
                <a:lnTo>
                  <a:pt x="17586" y="25241"/>
                </a:lnTo>
                <a:lnTo>
                  <a:pt x="17586" y="25655"/>
                </a:lnTo>
                <a:lnTo>
                  <a:pt x="18621" y="25862"/>
                </a:lnTo>
                <a:lnTo>
                  <a:pt x="18828" y="26276"/>
                </a:lnTo>
                <a:lnTo>
                  <a:pt x="19241" y="26276"/>
                </a:lnTo>
                <a:lnTo>
                  <a:pt x="19448" y="26690"/>
                </a:lnTo>
                <a:lnTo>
                  <a:pt x="20690" y="27103"/>
                </a:lnTo>
                <a:lnTo>
                  <a:pt x="20897" y="27517"/>
                </a:lnTo>
                <a:lnTo>
                  <a:pt x="21517" y="27517"/>
                </a:lnTo>
                <a:lnTo>
                  <a:pt x="21724" y="27931"/>
                </a:lnTo>
                <a:lnTo>
                  <a:pt x="22759" y="27931"/>
                </a:lnTo>
                <a:lnTo>
                  <a:pt x="23379" y="27724"/>
                </a:lnTo>
                <a:lnTo>
                  <a:pt x="23379" y="27517"/>
                </a:lnTo>
                <a:lnTo>
                  <a:pt x="23793" y="27517"/>
                </a:lnTo>
                <a:lnTo>
                  <a:pt x="23793" y="27310"/>
                </a:lnTo>
                <a:lnTo>
                  <a:pt x="24207" y="27310"/>
                </a:lnTo>
                <a:lnTo>
                  <a:pt x="24414" y="26897"/>
                </a:lnTo>
                <a:lnTo>
                  <a:pt x="25655" y="26483"/>
                </a:lnTo>
                <a:lnTo>
                  <a:pt x="25862" y="26069"/>
                </a:lnTo>
                <a:lnTo>
                  <a:pt x="26690" y="25862"/>
                </a:lnTo>
                <a:lnTo>
                  <a:pt x="26897" y="25448"/>
                </a:lnTo>
                <a:lnTo>
                  <a:pt x="27310" y="25448"/>
                </a:lnTo>
                <a:lnTo>
                  <a:pt x="27310" y="25034"/>
                </a:lnTo>
                <a:lnTo>
                  <a:pt x="27517" y="25034"/>
                </a:lnTo>
                <a:lnTo>
                  <a:pt x="27517" y="24621"/>
                </a:lnTo>
                <a:lnTo>
                  <a:pt x="27724" y="24621"/>
                </a:lnTo>
                <a:lnTo>
                  <a:pt x="27724" y="19448"/>
                </a:lnTo>
                <a:lnTo>
                  <a:pt x="27517" y="19448"/>
                </a:lnTo>
                <a:lnTo>
                  <a:pt x="27517" y="18828"/>
                </a:lnTo>
                <a:lnTo>
                  <a:pt x="27310" y="18828"/>
                </a:lnTo>
                <a:lnTo>
                  <a:pt x="27310" y="18621"/>
                </a:lnTo>
                <a:lnTo>
                  <a:pt x="26069" y="18207"/>
                </a:lnTo>
                <a:lnTo>
                  <a:pt x="25862" y="17793"/>
                </a:lnTo>
                <a:lnTo>
                  <a:pt x="24621" y="17379"/>
                </a:lnTo>
                <a:lnTo>
                  <a:pt x="24414" y="16966"/>
                </a:lnTo>
                <a:lnTo>
                  <a:pt x="23172" y="16552"/>
                </a:lnTo>
                <a:lnTo>
                  <a:pt x="22966" y="16138"/>
                </a:lnTo>
                <a:lnTo>
                  <a:pt x="21931" y="16138"/>
                </a:lnTo>
                <a:close/>
                <a:moveTo>
                  <a:pt x="30414" y="20897"/>
                </a:moveTo>
                <a:lnTo>
                  <a:pt x="30207" y="20897"/>
                </a:lnTo>
                <a:lnTo>
                  <a:pt x="30207" y="21310"/>
                </a:lnTo>
                <a:lnTo>
                  <a:pt x="30000" y="21310"/>
                </a:lnTo>
                <a:lnTo>
                  <a:pt x="30000" y="34138"/>
                </a:lnTo>
                <a:lnTo>
                  <a:pt x="29793" y="34138"/>
                </a:lnTo>
                <a:lnTo>
                  <a:pt x="29586" y="34759"/>
                </a:lnTo>
                <a:lnTo>
                  <a:pt x="28759" y="34966"/>
                </a:lnTo>
                <a:lnTo>
                  <a:pt x="28759" y="35172"/>
                </a:lnTo>
                <a:lnTo>
                  <a:pt x="28138" y="35379"/>
                </a:lnTo>
                <a:lnTo>
                  <a:pt x="27931" y="35793"/>
                </a:lnTo>
                <a:lnTo>
                  <a:pt x="26897" y="36000"/>
                </a:lnTo>
                <a:lnTo>
                  <a:pt x="26483" y="36621"/>
                </a:lnTo>
                <a:lnTo>
                  <a:pt x="25862" y="36621"/>
                </a:lnTo>
                <a:lnTo>
                  <a:pt x="25862" y="36828"/>
                </a:lnTo>
                <a:lnTo>
                  <a:pt x="25241" y="37034"/>
                </a:lnTo>
                <a:lnTo>
                  <a:pt x="25034" y="37448"/>
                </a:lnTo>
                <a:lnTo>
                  <a:pt x="24414" y="37448"/>
                </a:lnTo>
                <a:lnTo>
                  <a:pt x="24000" y="38069"/>
                </a:lnTo>
                <a:lnTo>
                  <a:pt x="22966" y="38276"/>
                </a:lnTo>
                <a:lnTo>
                  <a:pt x="22552" y="38897"/>
                </a:lnTo>
                <a:lnTo>
                  <a:pt x="22138" y="38897"/>
                </a:lnTo>
                <a:lnTo>
                  <a:pt x="22138" y="39103"/>
                </a:lnTo>
                <a:lnTo>
                  <a:pt x="21724" y="39103"/>
                </a:lnTo>
                <a:lnTo>
                  <a:pt x="21724" y="39310"/>
                </a:lnTo>
                <a:lnTo>
                  <a:pt x="21103" y="39517"/>
                </a:lnTo>
                <a:lnTo>
                  <a:pt x="21103" y="40138"/>
                </a:lnTo>
                <a:lnTo>
                  <a:pt x="21310" y="40138"/>
                </a:lnTo>
                <a:lnTo>
                  <a:pt x="21724" y="40759"/>
                </a:lnTo>
                <a:lnTo>
                  <a:pt x="22345" y="40759"/>
                </a:lnTo>
                <a:lnTo>
                  <a:pt x="22345" y="40966"/>
                </a:lnTo>
                <a:lnTo>
                  <a:pt x="22759" y="40966"/>
                </a:lnTo>
                <a:lnTo>
                  <a:pt x="22759" y="41172"/>
                </a:lnTo>
                <a:lnTo>
                  <a:pt x="23172" y="41172"/>
                </a:lnTo>
                <a:lnTo>
                  <a:pt x="23172" y="41379"/>
                </a:lnTo>
                <a:lnTo>
                  <a:pt x="23793" y="41379"/>
                </a:lnTo>
                <a:lnTo>
                  <a:pt x="23793" y="41586"/>
                </a:lnTo>
                <a:lnTo>
                  <a:pt x="25034" y="41586"/>
                </a:lnTo>
                <a:lnTo>
                  <a:pt x="27724" y="41586"/>
                </a:lnTo>
                <a:lnTo>
                  <a:pt x="27724" y="41379"/>
                </a:lnTo>
                <a:lnTo>
                  <a:pt x="28552" y="41379"/>
                </a:lnTo>
                <a:lnTo>
                  <a:pt x="28552" y="41172"/>
                </a:lnTo>
                <a:lnTo>
                  <a:pt x="28966" y="41172"/>
                </a:lnTo>
                <a:lnTo>
                  <a:pt x="28966" y="40966"/>
                </a:lnTo>
                <a:lnTo>
                  <a:pt x="29379" y="40966"/>
                </a:lnTo>
                <a:lnTo>
                  <a:pt x="29379" y="40759"/>
                </a:lnTo>
                <a:lnTo>
                  <a:pt x="30000" y="40759"/>
                </a:lnTo>
                <a:lnTo>
                  <a:pt x="30207" y="40345"/>
                </a:lnTo>
                <a:lnTo>
                  <a:pt x="30621" y="40345"/>
                </a:lnTo>
                <a:lnTo>
                  <a:pt x="30828" y="39931"/>
                </a:lnTo>
                <a:lnTo>
                  <a:pt x="31241" y="39931"/>
                </a:lnTo>
                <a:lnTo>
                  <a:pt x="31241" y="39724"/>
                </a:lnTo>
                <a:lnTo>
                  <a:pt x="31448" y="39724"/>
                </a:lnTo>
                <a:lnTo>
                  <a:pt x="31448" y="39517"/>
                </a:lnTo>
                <a:lnTo>
                  <a:pt x="32690" y="38483"/>
                </a:lnTo>
                <a:lnTo>
                  <a:pt x="32690" y="38069"/>
                </a:lnTo>
                <a:lnTo>
                  <a:pt x="33310" y="37655"/>
                </a:lnTo>
                <a:lnTo>
                  <a:pt x="33517" y="36621"/>
                </a:lnTo>
                <a:lnTo>
                  <a:pt x="33931" y="36414"/>
                </a:lnTo>
                <a:lnTo>
                  <a:pt x="33931" y="35793"/>
                </a:lnTo>
                <a:lnTo>
                  <a:pt x="34138" y="35793"/>
                </a:lnTo>
                <a:lnTo>
                  <a:pt x="34138" y="34759"/>
                </a:lnTo>
                <a:lnTo>
                  <a:pt x="34345" y="34759"/>
                </a:lnTo>
                <a:lnTo>
                  <a:pt x="34345" y="23379"/>
                </a:lnTo>
                <a:lnTo>
                  <a:pt x="34138" y="23379"/>
                </a:lnTo>
                <a:lnTo>
                  <a:pt x="34138" y="22759"/>
                </a:lnTo>
                <a:lnTo>
                  <a:pt x="33931" y="22759"/>
                </a:lnTo>
                <a:lnTo>
                  <a:pt x="33931" y="22552"/>
                </a:lnTo>
                <a:lnTo>
                  <a:pt x="33103" y="22345"/>
                </a:lnTo>
                <a:lnTo>
                  <a:pt x="32897" y="21931"/>
                </a:lnTo>
                <a:lnTo>
                  <a:pt x="31655" y="21517"/>
                </a:lnTo>
                <a:lnTo>
                  <a:pt x="31655" y="21310"/>
                </a:lnTo>
                <a:lnTo>
                  <a:pt x="31034" y="21103"/>
                </a:lnTo>
                <a:lnTo>
                  <a:pt x="31034" y="20897"/>
                </a:lnTo>
                <a:lnTo>
                  <a:pt x="30414" y="20897"/>
                </a:lnTo>
                <a:close/>
                <a:moveTo>
                  <a:pt x="26897" y="28345"/>
                </a:moveTo>
                <a:lnTo>
                  <a:pt x="26690" y="28345"/>
                </a:lnTo>
                <a:lnTo>
                  <a:pt x="26276" y="28966"/>
                </a:lnTo>
                <a:lnTo>
                  <a:pt x="25034" y="29379"/>
                </a:lnTo>
                <a:lnTo>
                  <a:pt x="24828" y="29793"/>
                </a:lnTo>
                <a:lnTo>
                  <a:pt x="23586" y="30207"/>
                </a:lnTo>
                <a:lnTo>
                  <a:pt x="23379" y="30621"/>
                </a:lnTo>
                <a:lnTo>
                  <a:pt x="22138" y="31034"/>
                </a:lnTo>
                <a:lnTo>
                  <a:pt x="21931" y="31448"/>
                </a:lnTo>
                <a:lnTo>
                  <a:pt x="21517" y="31448"/>
                </a:lnTo>
                <a:lnTo>
                  <a:pt x="21517" y="31655"/>
                </a:lnTo>
                <a:lnTo>
                  <a:pt x="21103" y="31655"/>
                </a:lnTo>
                <a:lnTo>
                  <a:pt x="20897" y="32069"/>
                </a:lnTo>
                <a:lnTo>
                  <a:pt x="20483" y="32069"/>
                </a:lnTo>
                <a:lnTo>
                  <a:pt x="20483" y="32276"/>
                </a:lnTo>
                <a:lnTo>
                  <a:pt x="19241" y="32690"/>
                </a:lnTo>
                <a:lnTo>
                  <a:pt x="19034" y="33103"/>
                </a:lnTo>
                <a:lnTo>
                  <a:pt x="18207" y="33310"/>
                </a:lnTo>
                <a:lnTo>
                  <a:pt x="18000" y="33724"/>
                </a:lnTo>
                <a:lnTo>
                  <a:pt x="17586" y="33724"/>
                </a:lnTo>
                <a:lnTo>
                  <a:pt x="17379" y="34138"/>
                </a:lnTo>
                <a:lnTo>
                  <a:pt x="16759" y="34138"/>
                </a:lnTo>
                <a:lnTo>
                  <a:pt x="16759" y="34345"/>
                </a:lnTo>
                <a:lnTo>
                  <a:pt x="16138" y="34552"/>
                </a:lnTo>
                <a:lnTo>
                  <a:pt x="16138" y="34759"/>
                </a:lnTo>
                <a:lnTo>
                  <a:pt x="15103" y="34759"/>
                </a:lnTo>
                <a:lnTo>
                  <a:pt x="14897" y="34345"/>
                </a:lnTo>
                <a:lnTo>
                  <a:pt x="13862" y="34138"/>
                </a:lnTo>
                <a:lnTo>
                  <a:pt x="13448" y="33517"/>
                </a:lnTo>
                <a:lnTo>
                  <a:pt x="12207" y="33103"/>
                </a:lnTo>
                <a:lnTo>
                  <a:pt x="12000" y="32690"/>
                </a:lnTo>
                <a:lnTo>
                  <a:pt x="10759" y="32276"/>
                </a:lnTo>
                <a:lnTo>
                  <a:pt x="10552" y="31862"/>
                </a:lnTo>
                <a:lnTo>
                  <a:pt x="9310" y="31448"/>
                </a:lnTo>
                <a:lnTo>
                  <a:pt x="9103" y="31034"/>
                </a:lnTo>
                <a:lnTo>
                  <a:pt x="7862" y="30621"/>
                </a:lnTo>
                <a:lnTo>
                  <a:pt x="7655" y="30207"/>
                </a:lnTo>
                <a:lnTo>
                  <a:pt x="7241" y="30207"/>
                </a:lnTo>
                <a:lnTo>
                  <a:pt x="7241" y="30000"/>
                </a:lnTo>
                <a:lnTo>
                  <a:pt x="6828" y="30000"/>
                </a:lnTo>
                <a:lnTo>
                  <a:pt x="6828" y="29793"/>
                </a:lnTo>
                <a:lnTo>
                  <a:pt x="6207" y="29793"/>
                </a:lnTo>
                <a:lnTo>
                  <a:pt x="6207" y="30000"/>
                </a:lnTo>
                <a:lnTo>
                  <a:pt x="6000" y="30000"/>
                </a:lnTo>
                <a:lnTo>
                  <a:pt x="6000" y="32276"/>
                </a:lnTo>
                <a:lnTo>
                  <a:pt x="6207" y="32276"/>
                </a:lnTo>
                <a:lnTo>
                  <a:pt x="6207" y="33103"/>
                </a:lnTo>
                <a:lnTo>
                  <a:pt x="6414" y="33103"/>
                </a:lnTo>
                <a:lnTo>
                  <a:pt x="6414" y="33517"/>
                </a:lnTo>
                <a:lnTo>
                  <a:pt x="6621" y="33517"/>
                </a:lnTo>
                <a:lnTo>
                  <a:pt x="6828" y="34138"/>
                </a:lnTo>
                <a:lnTo>
                  <a:pt x="6828" y="34552"/>
                </a:lnTo>
                <a:lnTo>
                  <a:pt x="7034" y="34552"/>
                </a:lnTo>
                <a:lnTo>
                  <a:pt x="7034" y="34966"/>
                </a:lnTo>
                <a:lnTo>
                  <a:pt x="7655" y="35379"/>
                </a:lnTo>
                <a:lnTo>
                  <a:pt x="7655" y="35793"/>
                </a:lnTo>
                <a:lnTo>
                  <a:pt x="7862" y="35793"/>
                </a:lnTo>
                <a:lnTo>
                  <a:pt x="7862" y="36000"/>
                </a:lnTo>
                <a:lnTo>
                  <a:pt x="8069" y="36000"/>
                </a:lnTo>
                <a:lnTo>
                  <a:pt x="8069" y="36207"/>
                </a:lnTo>
                <a:lnTo>
                  <a:pt x="8276" y="36207"/>
                </a:lnTo>
                <a:lnTo>
                  <a:pt x="9310" y="37448"/>
                </a:lnTo>
                <a:lnTo>
                  <a:pt x="10138" y="37655"/>
                </a:lnTo>
                <a:lnTo>
                  <a:pt x="10345" y="38069"/>
                </a:lnTo>
                <a:lnTo>
                  <a:pt x="11379" y="38276"/>
                </a:lnTo>
                <a:lnTo>
                  <a:pt x="11379" y="38483"/>
                </a:lnTo>
                <a:lnTo>
                  <a:pt x="12207" y="38483"/>
                </a:lnTo>
                <a:lnTo>
                  <a:pt x="12207" y="38690"/>
                </a:lnTo>
                <a:lnTo>
                  <a:pt x="13241" y="38897"/>
                </a:lnTo>
                <a:lnTo>
                  <a:pt x="13241" y="39103"/>
                </a:lnTo>
                <a:lnTo>
                  <a:pt x="16138" y="39103"/>
                </a:lnTo>
                <a:lnTo>
                  <a:pt x="16138" y="38897"/>
                </a:lnTo>
                <a:lnTo>
                  <a:pt x="16759" y="38897"/>
                </a:lnTo>
                <a:lnTo>
                  <a:pt x="16759" y="38690"/>
                </a:lnTo>
                <a:lnTo>
                  <a:pt x="18000" y="38483"/>
                </a:lnTo>
                <a:lnTo>
                  <a:pt x="18000" y="38276"/>
                </a:lnTo>
                <a:lnTo>
                  <a:pt x="19241" y="37862"/>
                </a:lnTo>
                <a:lnTo>
                  <a:pt x="19448" y="37448"/>
                </a:lnTo>
                <a:lnTo>
                  <a:pt x="20069" y="37448"/>
                </a:lnTo>
                <a:lnTo>
                  <a:pt x="20483" y="36828"/>
                </a:lnTo>
                <a:lnTo>
                  <a:pt x="21724" y="36414"/>
                </a:lnTo>
                <a:lnTo>
                  <a:pt x="21931" y="36000"/>
                </a:lnTo>
                <a:lnTo>
                  <a:pt x="23172" y="35586"/>
                </a:lnTo>
                <a:lnTo>
                  <a:pt x="23379" y="35172"/>
                </a:lnTo>
                <a:lnTo>
                  <a:pt x="23793" y="35172"/>
                </a:lnTo>
                <a:lnTo>
                  <a:pt x="23793" y="34966"/>
                </a:lnTo>
                <a:lnTo>
                  <a:pt x="24621" y="34759"/>
                </a:lnTo>
                <a:lnTo>
                  <a:pt x="24828" y="34345"/>
                </a:lnTo>
                <a:lnTo>
                  <a:pt x="26069" y="33931"/>
                </a:lnTo>
                <a:lnTo>
                  <a:pt x="26276" y="33517"/>
                </a:lnTo>
                <a:lnTo>
                  <a:pt x="27103" y="33310"/>
                </a:lnTo>
                <a:lnTo>
                  <a:pt x="27103" y="33103"/>
                </a:lnTo>
                <a:lnTo>
                  <a:pt x="27517" y="32897"/>
                </a:lnTo>
                <a:lnTo>
                  <a:pt x="27517" y="32276"/>
                </a:lnTo>
                <a:lnTo>
                  <a:pt x="27724" y="32276"/>
                </a:lnTo>
                <a:lnTo>
                  <a:pt x="27724" y="28966"/>
                </a:lnTo>
                <a:lnTo>
                  <a:pt x="27517" y="28966"/>
                </a:lnTo>
                <a:lnTo>
                  <a:pt x="27310" y="28345"/>
                </a:lnTo>
                <a:lnTo>
                  <a:pt x="26897" y="2834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121-fusion-model-icon-right"/>
          <p:cNvSpPr/>
          <p:nvPr/>
        </p:nvSpPr>
        <p:spPr>
          <a:xfrm>
            <a:off x="16825420" y="2164803"/>
            <a:ext cx="427640" cy="419757"/>
          </a:xfrm>
          <a:custGeom>
            <a:avLst/>
            <a:gdLst/>
            <a:ahLst/>
            <a:cxnLst/>
            <a:rect l="0" t="0" r="r" b="b"/>
            <a:pathLst>
              <a:path w="44897" h="44069" fill="norm" stroke="0">
                <a:moveTo>
                  <a:pt x="17379" y="0"/>
                </a:moveTo>
                <a:lnTo>
                  <a:pt x="20690" y="0"/>
                </a:lnTo>
                <a:lnTo>
                  <a:pt x="20690" y="207"/>
                </a:lnTo>
                <a:lnTo>
                  <a:pt x="22759" y="414"/>
                </a:lnTo>
                <a:lnTo>
                  <a:pt x="22759" y="621"/>
                </a:lnTo>
                <a:lnTo>
                  <a:pt x="23172" y="621"/>
                </a:lnTo>
                <a:lnTo>
                  <a:pt x="23172" y="828"/>
                </a:lnTo>
                <a:lnTo>
                  <a:pt x="23586" y="828"/>
                </a:lnTo>
                <a:lnTo>
                  <a:pt x="23586" y="1034"/>
                </a:lnTo>
                <a:lnTo>
                  <a:pt x="24828" y="1448"/>
                </a:lnTo>
                <a:lnTo>
                  <a:pt x="24828" y="1655"/>
                </a:lnTo>
                <a:lnTo>
                  <a:pt x="25448" y="1862"/>
                </a:lnTo>
                <a:lnTo>
                  <a:pt x="26069" y="2690"/>
                </a:lnTo>
                <a:lnTo>
                  <a:pt x="26690" y="2690"/>
                </a:lnTo>
                <a:lnTo>
                  <a:pt x="26690" y="2897"/>
                </a:lnTo>
                <a:lnTo>
                  <a:pt x="27931" y="2897"/>
                </a:lnTo>
                <a:lnTo>
                  <a:pt x="27931" y="2690"/>
                </a:lnTo>
                <a:lnTo>
                  <a:pt x="32897" y="2690"/>
                </a:lnTo>
                <a:lnTo>
                  <a:pt x="32897" y="2897"/>
                </a:lnTo>
                <a:lnTo>
                  <a:pt x="33517" y="2897"/>
                </a:lnTo>
                <a:lnTo>
                  <a:pt x="33517" y="3103"/>
                </a:lnTo>
                <a:lnTo>
                  <a:pt x="34138" y="3103"/>
                </a:lnTo>
                <a:lnTo>
                  <a:pt x="34138" y="3310"/>
                </a:lnTo>
                <a:lnTo>
                  <a:pt x="34552" y="3310"/>
                </a:lnTo>
                <a:lnTo>
                  <a:pt x="34552" y="3517"/>
                </a:lnTo>
                <a:lnTo>
                  <a:pt x="35586" y="3724"/>
                </a:lnTo>
                <a:lnTo>
                  <a:pt x="35793" y="4138"/>
                </a:lnTo>
                <a:lnTo>
                  <a:pt x="36621" y="4345"/>
                </a:lnTo>
                <a:lnTo>
                  <a:pt x="37241" y="5172"/>
                </a:lnTo>
                <a:lnTo>
                  <a:pt x="37655" y="5172"/>
                </a:lnTo>
                <a:lnTo>
                  <a:pt x="37655" y="5379"/>
                </a:lnTo>
                <a:lnTo>
                  <a:pt x="38897" y="6414"/>
                </a:lnTo>
                <a:lnTo>
                  <a:pt x="38897" y="6828"/>
                </a:lnTo>
                <a:lnTo>
                  <a:pt x="39517" y="7241"/>
                </a:lnTo>
                <a:lnTo>
                  <a:pt x="39517" y="7655"/>
                </a:lnTo>
                <a:lnTo>
                  <a:pt x="39931" y="7862"/>
                </a:lnTo>
                <a:lnTo>
                  <a:pt x="39931" y="8276"/>
                </a:lnTo>
                <a:lnTo>
                  <a:pt x="40138" y="8276"/>
                </a:lnTo>
                <a:lnTo>
                  <a:pt x="40138" y="8690"/>
                </a:lnTo>
                <a:lnTo>
                  <a:pt x="40345" y="8690"/>
                </a:lnTo>
                <a:lnTo>
                  <a:pt x="40345" y="9103"/>
                </a:lnTo>
                <a:lnTo>
                  <a:pt x="40552" y="9103"/>
                </a:lnTo>
                <a:lnTo>
                  <a:pt x="40552" y="9517"/>
                </a:lnTo>
                <a:lnTo>
                  <a:pt x="40759" y="9517"/>
                </a:lnTo>
                <a:lnTo>
                  <a:pt x="40759" y="10552"/>
                </a:lnTo>
                <a:lnTo>
                  <a:pt x="40966" y="10552"/>
                </a:lnTo>
                <a:lnTo>
                  <a:pt x="41172" y="12207"/>
                </a:lnTo>
                <a:lnTo>
                  <a:pt x="41379" y="12207"/>
                </a:lnTo>
                <a:lnTo>
                  <a:pt x="41379" y="14897"/>
                </a:lnTo>
                <a:lnTo>
                  <a:pt x="41172" y="14897"/>
                </a:lnTo>
                <a:lnTo>
                  <a:pt x="41172" y="15724"/>
                </a:lnTo>
                <a:lnTo>
                  <a:pt x="40966" y="15724"/>
                </a:lnTo>
                <a:lnTo>
                  <a:pt x="40966" y="16138"/>
                </a:lnTo>
                <a:lnTo>
                  <a:pt x="41172" y="16138"/>
                </a:lnTo>
                <a:lnTo>
                  <a:pt x="41172" y="16552"/>
                </a:lnTo>
                <a:lnTo>
                  <a:pt x="41586" y="16759"/>
                </a:lnTo>
                <a:lnTo>
                  <a:pt x="41586" y="17172"/>
                </a:lnTo>
                <a:lnTo>
                  <a:pt x="42414" y="17793"/>
                </a:lnTo>
                <a:lnTo>
                  <a:pt x="42414" y="18207"/>
                </a:lnTo>
                <a:lnTo>
                  <a:pt x="43034" y="18621"/>
                </a:lnTo>
                <a:lnTo>
                  <a:pt x="43448" y="19862"/>
                </a:lnTo>
                <a:lnTo>
                  <a:pt x="43862" y="20069"/>
                </a:lnTo>
                <a:lnTo>
                  <a:pt x="43862" y="20690"/>
                </a:lnTo>
                <a:lnTo>
                  <a:pt x="44069" y="20690"/>
                </a:lnTo>
                <a:lnTo>
                  <a:pt x="44069" y="21310"/>
                </a:lnTo>
                <a:lnTo>
                  <a:pt x="44276" y="21310"/>
                </a:lnTo>
                <a:lnTo>
                  <a:pt x="44276" y="22138"/>
                </a:lnTo>
                <a:lnTo>
                  <a:pt x="44483" y="22138"/>
                </a:lnTo>
                <a:lnTo>
                  <a:pt x="44483" y="22759"/>
                </a:lnTo>
                <a:lnTo>
                  <a:pt x="44690" y="22759"/>
                </a:lnTo>
                <a:lnTo>
                  <a:pt x="44690" y="24207"/>
                </a:lnTo>
                <a:lnTo>
                  <a:pt x="44897" y="24207"/>
                </a:lnTo>
                <a:lnTo>
                  <a:pt x="44897" y="25034"/>
                </a:lnTo>
                <a:lnTo>
                  <a:pt x="44690" y="25034"/>
                </a:lnTo>
                <a:lnTo>
                  <a:pt x="44690" y="26690"/>
                </a:lnTo>
                <a:lnTo>
                  <a:pt x="44483" y="26690"/>
                </a:lnTo>
                <a:lnTo>
                  <a:pt x="44483" y="27310"/>
                </a:lnTo>
                <a:lnTo>
                  <a:pt x="44276" y="27310"/>
                </a:lnTo>
                <a:lnTo>
                  <a:pt x="44276" y="27931"/>
                </a:lnTo>
                <a:lnTo>
                  <a:pt x="44069" y="27931"/>
                </a:lnTo>
                <a:lnTo>
                  <a:pt x="44069" y="28759"/>
                </a:lnTo>
                <a:lnTo>
                  <a:pt x="43862" y="28759"/>
                </a:lnTo>
                <a:lnTo>
                  <a:pt x="43862" y="29172"/>
                </a:lnTo>
                <a:lnTo>
                  <a:pt x="43655" y="29172"/>
                </a:lnTo>
                <a:lnTo>
                  <a:pt x="43655" y="29586"/>
                </a:lnTo>
                <a:lnTo>
                  <a:pt x="43448" y="29586"/>
                </a:lnTo>
                <a:lnTo>
                  <a:pt x="43034" y="30828"/>
                </a:lnTo>
                <a:lnTo>
                  <a:pt x="42414" y="31241"/>
                </a:lnTo>
                <a:lnTo>
                  <a:pt x="42414" y="31655"/>
                </a:lnTo>
                <a:lnTo>
                  <a:pt x="42207" y="31655"/>
                </a:lnTo>
                <a:lnTo>
                  <a:pt x="42207" y="31862"/>
                </a:lnTo>
                <a:lnTo>
                  <a:pt x="42000" y="31862"/>
                </a:lnTo>
                <a:lnTo>
                  <a:pt x="42000" y="32069"/>
                </a:lnTo>
                <a:lnTo>
                  <a:pt x="41793" y="32069"/>
                </a:lnTo>
                <a:lnTo>
                  <a:pt x="40759" y="33310"/>
                </a:lnTo>
                <a:lnTo>
                  <a:pt x="40345" y="33310"/>
                </a:lnTo>
                <a:lnTo>
                  <a:pt x="39724" y="34138"/>
                </a:lnTo>
                <a:lnTo>
                  <a:pt x="39103" y="34138"/>
                </a:lnTo>
                <a:lnTo>
                  <a:pt x="38897" y="34552"/>
                </a:lnTo>
                <a:lnTo>
                  <a:pt x="38483" y="34552"/>
                </a:lnTo>
                <a:lnTo>
                  <a:pt x="38483" y="34759"/>
                </a:lnTo>
                <a:lnTo>
                  <a:pt x="38069" y="34759"/>
                </a:lnTo>
                <a:lnTo>
                  <a:pt x="38069" y="34966"/>
                </a:lnTo>
                <a:lnTo>
                  <a:pt x="36828" y="35172"/>
                </a:lnTo>
                <a:lnTo>
                  <a:pt x="36828" y="35586"/>
                </a:lnTo>
                <a:lnTo>
                  <a:pt x="36414" y="35793"/>
                </a:lnTo>
                <a:lnTo>
                  <a:pt x="36414" y="36414"/>
                </a:lnTo>
                <a:lnTo>
                  <a:pt x="36207" y="36414"/>
                </a:lnTo>
                <a:lnTo>
                  <a:pt x="36207" y="36828"/>
                </a:lnTo>
                <a:lnTo>
                  <a:pt x="36000" y="36828"/>
                </a:lnTo>
                <a:lnTo>
                  <a:pt x="36000" y="37448"/>
                </a:lnTo>
                <a:lnTo>
                  <a:pt x="35793" y="37448"/>
                </a:lnTo>
                <a:lnTo>
                  <a:pt x="35586" y="38483"/>
                </a:lnTo>
                <a:lnTo>
                  <a:pt x="34966" y="38897"/>
                </a:lnTo>
                <a:lnTo>
                  <a:pt x="34759" y="39724"/>
                </a:lnTo>
                <a:lnTo>
                  <a:pt x="33931" y="40345"/>
                </a:lnTo>
                <a:lnTo>
                  <a:pt x="33931" y="40759"/>
                </a:lnTo>
                <a:lnTo>
                  <a:pt x="33310" y="40966"/>
                </a:lnTo>
                <a:lnTo>
                  <a:pt x="33103" y="41586"/>
                </a:lnTo>
                <a:lnTo>
                  <a:pt x="32690" y="41586"/>
                </a:lnTo>
                <a:lnTo>
                  <a:pt x="32276" y="42207"/>
                </a:lnTo>
                <a:lnTo>
                  <a:pt x="31862" y="42207"/>
                </a:lnTo>
                <a:lnTo>
                  <a:pt x="31655" y="42621"/>
                </a:lnTo>
                <a:lnTo>
                  <a:pt x="31241" y="42621"/>
                </a:lnTo>
                <a:lnTo>
                  <a:pt x="31241" y="42828"/>
                </a:lnTo>
                <a:lnTo>
                  <a:pt x="30828" y="42828"/>
                </a:lnTo>
                <a:lnTo>
                  <a:pt x="30828" y="43034"/>
                </a:lnTo>
                <a:lnTo>
                  <a:pt x="30414" y="43034"/>
                </a:lnTo>
                <a:lnTo>
                  <a:pt x="30414" y="43241"/>
                </a:lnTo>
                <a:lnTo>
                  <a:pt x="30000" y="43241"/>
                </a:lnTo>
                <a:lnTo>
                  <a:pt x="30000" y="43448"/>
                </a:lnTo>
                <a:lnTo>
                  <a:pt x="29379" y="43448"/>
                </a:lnTo>
                <a:lnTo>
                  <a:pt x="29379" y="43655"/>
                </a:lnTo>
                <a:lnTo>
                  <a:pt x="28345" y="43862"/>
                </a:lnTo>
                <a:lnTo>
                  <a:pt x="28345" y="44069"/>
                </a:lnTo>
                <a:lnTo>
                  <a:pt x="27517" y="44069"/>
                </a:lnTo>
                <a:lnTo>
                  <a:pt x="23172" y="44069"/>
                </a:lnTo>
                <a:lnTo>
                  <a:pt x="23172" y="43862"/>
                </a:lnTo>
                <a:lnTo>
                  <a:pt x="22345" y="43862"/>
                </a:lnTo>
                <a:lnTo>
                  <a:pt x="22345" y="43655"/>
                </a:lnTo>
                <a:lnTo>
                  <a:pt x="21931" y="43655"/>
                </a:lnTo>
                <a:lnTo>
                  <a:pt x="21931" y="43448"/>
                </a:lnTo>
                <a:lnTo>
                  <a:pt x="21517" y="43448"/>
                </a:lnTo>
                <a:lnTo>
                  <a:pt x="21517" y="43241"/>
                </a:lnTo>
                <a:lnTo>
                  <a:pt x="20897" y="43241"/>
                </a:lnTo>
                <a:lnTo>
                  <a:pt x="20897" y="43034"/>
                </a:lnTo>
                <a:lnTo>
                  <a:pt x="20483" y="43034"/>
                </a:lnTo>
                <a:lnTo>
                  <a:pt x="20276" y="42621"/>
                </a:lnTo>
                <a:lnTo>
                  <a:pt x="19448" y="42414"/>
                </a:lnTo>
                <a:lnTo>
                  <a:pt x="19448" y="42207"/>
                </a:lnTo>
                <a:lnTo>
                  <a:pt x="19241" y="42207"/>
                </a:lnTo>
                <a:lnTo>
                  <a:pt x="18828" y="41586"/>
                </a:lnTo>
                <a:lnTo>
                  <a:pt x="18414" y="41586"/>
                </a:lnTo>
                <a:lnTo>
                  <a:pt x="18207" y="41172"/>
                </a:lnTo>
                <a:lnTo>
                  <a:pt x="16345" y="41379"/>
                </a:lnTo>
                <a:lnTo>
                  <a:pt x="16345" y="41586"/>
                </a:lnTo>
                <a:lnTo>
                  <a:pt x="12621" y="41586"/>
                </a:lnTo>
                <a:lnTo>
                  <a:pt x="12621" y="41379"/>
                </a:lnTo>
                <a:lnTo>
                  <a:pt x="11586" y="41379"/>
                </a:lnTo>
                <a:lnTo>
                  <a:pt x="11586" y="41172"/>
                </a:lnTo>
                <a:lnTo>
                  <a:pt x="11172" y="41172"/>
                </a:lnTo>
                <a:lnTo>
                  <a:pt x="11172" y="40966"/>
                </a:lnTo>
                <a:lnTo>
                  <a:pt x="10552" y="40966"/>
                </a:lnTo>
                <a:lnTo>
                  <a:pt x="10552" y="40759"/>
                </a:lnTo>
                <a:lnTo>
                  <a:pt x="9931" y="40759"/>
                </a:lnTo>
                <a:lnTo>
                  <a:pt x="9931" y="40552"/>
                </a:lnTo>
                <a:lnTo>
                  <a:pt x="9103" y="40345"/>
                </a:lnTo>
                <a:lnTo>
                  <a:pt x="8897" y="39931"/>
                </a:lnTo>
                <a:lnTo>
                  <a:pt x="8483" y="39931"/>
                </a:lnTo>
                <a:lnTo>
                  <a:pt x="8483" y="39724"/>
                </a:lnTo>
                <a:lnTo>
                  <a:pt x="8069" y="39724"/>
                </a:lnTo>
                <a:lnTo>
                  <a:pt x="7655" y="39103"/>
                </a:lnTo>
                <a:lnTo>
                  <a:pt x="7241" y="39103"/>
                </a:lnTo>
                <a:lnTo>
                  <a:pt x="7241" y="38897"/>
                </a:lnTo>
                <a:lnTo>
                  <a:pt x="7034" y="38897"/>
                </a:lnTo>
                <a:lnTo>
                  <a:pt x="7034" y="38690"/>
                </a:lnTo>
                <a:lnTo>
                  <a:pt x="5793" y="37655"/>
                </a:lnTo>
                <a:lnTo>
                  <a:pt x="5793" y="37241"/>
                </a:lnTo>
                <a:lnTo>
                  <a:pt x="5172" y="36828"/>
                </a:lnTo>
                <a:lnTo>
                  <a:pt x="5172" y="36414"/>
                </a:lnTo>
                <a:lnTo>
                  <a:pt x="4966" y="36414"/>
                </a:lnTo>
                <a:lnTo>
                  <a:pt x="4966" y="36000"/>
                </a:lnTo>
                <a:lnTo>
                  <a:pt x="4552" y="35793"/>
                </a:lnTo>
                <a:lnTo>
                  <a:pt x="4345" y="34759"/>
                </a:lnTo>
                <a:lnTo>
                  <a:pt x="4138" y="34759"/>
                </a:lnTo>
                <a:lnTo>
                  <a:pt x="4138" y="34345"/>
                </a:lnTo>
                <a:lnTo>
                  <a:pt x="3931" y="34345"/>
                </a:lnTo>
                <a:lnTo>
                  <a:pt x="3931" y="33931"/>
                </a:lnTo>
                <a:lnTo>
                  <a:pt x="3724" y="33931"/>
                </a:lnTo>
                <a:lnTo>
                  <a:pt x="3724" y="32897"/>
                </a:lnTo>
                <a:lnTo>
                  <a:pt x="3517" y="32897"/>
                </a:lnTo>
                <a:lnTo>
                  <a:pt x="3517" y="28345"/>
                </a:lnTo>
                <a:lnTo>
                  <a:pt x="3724" y="28345"/>
                </a:lnTo>
                <a:lnTo>
                  <a:pt x="3724" y="27931"/>
                </a:lnTo>
                <a:lnTo>
                  <a:pt x="3517" y="27931"/>
                </a:lnTo>
                <a:lnTo>
                  <a:pt x="3517" y="27517"/>
                </a:lnTo>
                <a:lnTo>
                  <a:pt x="2690" y="26897"/>
                </a:lnTo>
                <a:lnTo>
                  <a:pt x="2690" y="26483"/>
                </a:lnTo>
                <a:lnTo>
                  <a:pt x="2069" y="26069"/>
                </a:lnTo>
                <a:lnTo>
                  <a:pt x="2069" y="25655"/>
                </a:lnTo>
                <a:lnTo>
                  <a:pt x="1655" y="25448"/>
                </a:lnTo>
                <a:lnTo>
                  <a:pt x="1655" y="25034"/>
                </a:lnTo>
                <a:lnTo>
                  <a:pt x="1241" y="24828"/>
                </a:lnTo>
                <a:lnTo>
                  <a:pt x="1034" y="23793"/>
                </a:lnTo>
                <a:lnTo>
                  <a:pt x="828" y="23793"/>
                </a:lnTo>
                <a:lnTo>
                  <a:pt x="828" y="23379"/>
                </a:lnTo>
                <a:lnTo>
                  <a:pt x="621" y="23379"/>
                </a:lnTo>
                <a:lnTo>
                  <a:pt x="621" y="22966"/>
                </a:lnTo>
                <a:lnTo>
                  <a:pt x="414" y="22966"/>
                </a:lnTo>
                <a:lnTo>
                  <a:pt x="414" y="22138"/>
                </a:lnTo>
                <a:lnTo>
                  <a:pt x="207" y="22138"/>
                </a:lnTo>
                <a:lnTo>
                  <a:pt x="207" y="20483"/>
                </a:lnTo>
                <a:lnTo>
                  <a:pt x="0" y="20483"/>
                </a:lnTo>
                <a:lnTo>
                  <a:pt x="207" y="16759"/>
                </a:lnTo>
                <a:lnTo>
                  <a:pt x="414" y="16759"/>
                </a:lnTo>
                <a:lnTo>
                  <a:pt x="414" y="15931"/>
                </a:lnTo>
                <a:lnTo>
                  <a:pt x="621" y="15931"/>
                </a:lnTo>
                <a:lnTo>
                  <a:pt x="621" y="15517"/>
                </a:lnTo>
                <a:lnTo>
                  <a:pt x="828" y="15517"/>
                </a:lnTo>
                <a:lnTo>
                  <a:pt x="828" y="15103"/>
                </a:lnTo>
                <a:lnTo>
                  <a:pt x="1034" y="15103"/>
                </a:lnTo>
                <a:lnTo>
                  <a:pt x="1241" y="14069"/>
                </a:lnTo>
                <a:lnTo>
                  <a:pt x="1655" y="13862"/>
                </a:lnTo>
                <a:lnTo>
                  <a:pt x="1655" y="13448"/>
                </a:lnTo>
                <a:lnTo>
                  <a:pt x="2069" y="13241"/>
                </a:lnTo>
                <a:lnTo>
                  <a:pt x="2069" y="12828"/>
                </a:lnTo>
                <a:lnTo>
                  <a:pt x="2690" y="12414"/>
                </a:lnTo>
                <a:lnTo>
                  <a:pt x="2690" y="12000"/>
                </a:lnTo>
                <a:lnTo>
                  <a:pt x="3310" y="11793"/>
                </a:lnTo>
                <a:lnTo>
                  <a:pt x="3724" y="10966"/>
                </a:lnTo>
                <a:lnTo>
                  <a:pt x="4138" y="10966"/>
                </a:lnTo>
                <a:lnTo>
                  <a:pt x="4552" y="10345"/>
                </a:lnTo>
                <a:lnTo>
                  <a:pt x="4966" y="10345"/>
                </a:lnTo>
                <a:lnTo>
                  <a:pt x="4966" y="10138"/>
                </a:lnTo>
                <a:lnTo>
                  <a:pt x="5586" y="9931"/>
                </a:lnTo>
                <a:lnTo>
                  <a:pt x="5793" y="9517"/>
                </a:lnTo>
                <a:lnTo>
                  <a:pt x="6207" y="9517"/>
                </a:lnTo>
                <a:lnTo>
                  <a:pt x="6207" y="9310"/>
                </a:lnTo>
                <a:lnTo>
                  <a:pt x="7034" y="9310"/>
                </a:lnTo>
                <a:lnTo>
                  <a:pt x="7034" y="9103"/>
                </a:lnTo>
                <a:lnTo>
                  <a:pt x="7448" y="9103"/>
                </a:lnTo>
                <a:lnTo>
                  <a:pt x="7862" y="8483"/>
                </a:lnTo>
                <a:lnTo>
                  <a:pt x="8276" y="8483"/>
                </a:lnTo>
                <a:lnTo>
                  <a:pt x="8276" y="8069"/>
                </a:lnTo>
                <a:lnTo>
                  <a:pt x="8483" y="8069"/>
                </a:lnTo>
                <a:lnTo>
                  <a:pt x="8483" y="7241"/>
                </a:lnTo>
                <a:lnTo>
                  <a:pt x="8690" y="7241"/>
                </a:lnTo>
                <a:lnTo>
                  <a:pt x="8897" y="6207"/>
                </a:lnTo>
                <a:lnTo>
                  <a:pt x="9310" y="6000"/>
                </a:lnTo>
                <a:lnTo>
                  <a:pt x="9310" y="5379"/>
                </a:lnTo>
                <a:lnTo>
                  <a:pt x="9724" y="5172"/>
                </a:lnTo>
                <a:lnTo>
                  <a:pt x="9724" y="4759"/>
                </a:lnTo>
                <a:lnTo>
                  <a:pt x="10138" y="4552"/>
                </a:lnTo>
                <a:lnTo>
                  <a:pt x="10138" y="4138"/>
                </a:lnTo>
                <a:lnTo>
                  <a:pt x="10345" y="4138"/>
                </a:lnTo>
                <a:lnTo>
                  <a:pt x="10345" y="3931"/>
                </a:lnTo>
                <a:lnTo>
                  <a:pt x="10552" y="3931"/>
                </a:lnTo>
                <a:lnTo>
                  <a:pt x="10552" y="3724"/>
                </a:lnTo>
                <a:lnTo>
                  <a:pt x="10759" y="3724"/>
                </a:lnTo>
                <a:lnTo>
                  <a:pt x="10759" y="3517"/>
                </a:lnTo>
                <a:lnTo>
                  <a:pt x="10966" y="3517"/>
                </a:lnTo>
                <a:lnTo>
                  <a:pt x="10966" y="3310"/>
                </a:lnTo>
                <a:lnTo>
                  <a:pt x="11172" y="3310"/>
                </a:lnTo>
                <a:lnTo>
                  <a:pt x="12207" y="2069"/>
                </a:lnTo>
                <a:lnTo>
                  <a:pt x="13034" y="1862"/>
                </a:lnTo>
                <a:lnTo>
                  <a:pt x="13448" y="1241"/>
                </a:lnTo>
                <a:lnTo>
                  <a:pt x="14483" y="1034"/>
                </a:lnTo>
                <a:lnTo>
                  <a:pt x="14483" y="828"/>
                </a:lnTo>
                <a:lnTo>
                  <a:pt x="14897" y="828"/>
                </a:lnTo>
                <a:lnTo>
                  <a:pt x="14897" y="621"/>
                </a:lnTo>
                <a:lnTo>
                  <a:pt x="15310" y="621"/>
                </a:lnTo>
                <a:lnTo>
                  <a:pt x="15310" y="414"/>
                </a:lnTo>
                <a:lnTo>
                  <a:pt x="15931" y="414"/>
                </a:lnTo>
                <a:lnTo>
                  <a:pt x="15931" y="207"/>
                </a:lnTo>
                <a:lnTo>
                  <a:pt x="17379" y="207"/>
                </a:lnTo>
                <a:lnTo>
                  <a:pt x="17379" y="0"/>
                </a:lnTo>
                <a:close/>
                <a:moveTo>
                  <a:pt x="18621" y="2483"/>
                </a:moveTo>
                <a:lnTo>
                  <a:pt x="18414" y="2483"/>
                </a:lnTo>
                <a:lnTo>
                  <a:pt x="18414" y="2690"/>
                </a:lnTo>
                <a:lnTo>
                  <a:pt x="16345" y="2690"/>
                </a:lnTo>
                <a:lnTo>
                  <a:pt x="16345" y="2897"/>
                </a:lnTo>
                <a:lnTo>
                  <a:pt x="15931" y="2897"/>
                </a:lnTo>
                <a:lnTo>
                  <a:pt x="15931" y="3103"/>
                </a:lnTo>
                <a:lnTo>
                  <a:pt x="15517" y="3103"/>
                </a:lnTo>
                <a:lnTo>
                  <a:pt x="15517" y="3310"/>
                </a:lnTo>
                <a:lnTo>
                  <a:pt x="15103" y="3310"/>
                </a:lnTo>
                <a:lnTo>
                  <a:pt x="15103" y="3517"/>
                </a:lnTo>
                <a:lnTo>
                  <a:pt x="14069" y="3724"/>
                </a:lnTo>
                <a:lnTo>
                  <a:pt x="13448" y="4552"/>
                </a:lnTo>
                <a:lnTo>
                  <a:pt x="13034" y="4552"/>
                </a:lnTo>
                <a:lnTo>
                  <a:pt x="13034" y="4759"/>
                </a:lnTo>
                <a:lnTo>
                  <a:pt x="12414" y="5172"/>
                </a:lnTo>
                <a:lnTo>
                  <a:pt x="12414" y="5586"/>
                </a:lnTo>
                <a:lnTo>
                  <a:pt x="11793" y="6000"/>
                </a:lnTo>
                <a:lnTo>
                  <a:pt x="11586" y="6828"/>
                </a:lnTo>
                <a:lnTo>
                  <a:pt x="11172" y="7034"/>
                </a:lnTo>
                <a:lnTo>
                  <a:pt x="10966" y="8069"/>
                </a:lnTo>
                <a:lnTo>
                  <a:pt x="10759" y="8069"/>
                </a:lnTo>
                <a:lnTo>
                  <a:pt x="10759" y="8897"/>
                </a:lnTo>
                <a:lnTo>
                  <a:pt x="10552" y="8897"/>
                </a:lnTo>
                <a:lnTo>
                  <a:pt x="10552" y="9517"/>
                </a:lnTo>
                <a:lnTo>
                  <a:pt x="10345" y="9517"/>
                </a:lnTo>
                <a:lnTo>
                  <a:pt x="10345" y="20897"/>
                </a:lnTo>
                <a:lnTo>
                  <a:pt x="10759" y="21103"/>
                </a:lnTo>
                <a:lnTo>
                  <a:pt x="10759" y="21517"/>
                </a:lnTo>
                <a:lnTo>
                  <a:pt x="11172" y="21517"/>
                </a:lnTo>
                <a:lnTo>
                  <a:pt x="11379" y="21931"/>
                </a:lnTo>
                <a:lnTo>
                  <a:pt x="11793" y="21931"/>
                </a:lnTo>
                <a:lnTo>
                  <a:pt x="11793" y="22138"/>
                </a:lnTo>
                <a:lnTo>
                  <a:pt x="12207" y="22138"/>
                </a:lnTo>
                <a:lnTo>
                  <a:pt x="12414" y="22552"/>
                </a:lnTo>
                <a:lnTo>
                  <a:pt x="13241" y="22759"/>
                </a:lnTo>
                <a:lnTo>
                  <a:pt x="13448" y="23172"/>
                </a:lnTo>
                <a:lnTo>
                  <a:pt x="14276" y="23172"/>
                </a:lnTo>
                <a:lnTo>
                  <a:pt x="14276" y="22966"/>
                </a:lnTo>
                <a:lnTo>
                  <a:pt x="14483" y="22966"/>
                </a:lnTo>
                <a:lnTo>
                  <a:pt x="14483" y="22345"/>
                </a:lnTo>
                <a:lnTo>
                  <a:pt x="14483" y="10345"/>
                </a:lnTo>
                <a:lnTo>
                  <a:pt x="14690" y="10345"/>
                </a:lnTo>
                <a:lnTo>
                  <a:pt x="14690" y="9931"/>
                </a:lnTo>
                <a:lnTo>
                  <a:pt x="14897" y="9931"/>
                </a:lnTo>
                <a:lnTo>
                  <a:pt x="15310" y="9310"/>
                </a:lnTo>
                <a:lnTo>
                  <a:pt x="15724" y="9310"/>
                </a:lnTo>
                <a:lnTo>
                  <a:pt x="16138" y="8690"/>
                </a:lnTo>
                <a:lnTo>
                  <a:pt x="17172" y="8483"/>
                </a:lnTo>
                <a:lnTo>
                  <a:pt x="17586" y="7862"/>
                </a:lnTo>
                <a:lnTo>
                  <a:pt x="18828" y="7448"/>
                </a:lnTo>
                <a:lnTo>
                  <a:pt x="19034" y="7034"/>
                </a:lnTo>
                <a:lnTo>
                  <a:pt x="20276" y="6621"/>
                </a:lnTo>
                <a:lnTo>
                  <a:pt x="20483" y="6207"/>
                </a:lnTo>
                <a:lnTo>
                  <a:pt x="21724" y="5793"/>
                </a:lnTo>
                <a:lnTo>
                  <a:pt x="21931" y="5379"/>
                </a:lnTo>
                <a:lnTo>
                  <a:pt x="22345" y="5379"/>
                </a:lnTo>
                <a:lnTo>
                  <a:pt x="22345" y="5172"/>
                </a:lnTo>
                <a:lnTo>
                  <a:pt x="22759" y="5172"/>
                </a:lnTo>
                <a:lnTo>
                  <a:pt x="22759" y="4966"/>
                </a:lnTo>
                <a:lnTo>
                  <a:pt x="23172" y="4966"/>
                </a:lnTo>
                <a:lnTo>
                  <a:pt x="23172" y="4759"/>
                </a:lnTo>
                <a:lnTo>
                  <a:pt x="23586" y="4552"/>
                </a:lnTo>
                <a:lnTo>
                  <a:pt x="23586" y="3724"/>
                </a:lnTo>
                <a:lnTo>
                  <a:pt x="23379" y="3724"/>
                </a:lnTo>
                <a:lnTo>
                  <a:pt x="23379" y="3517"/>
                </a:lnTo>
                <a:lnTo>
                  <a:pt x="22759" y="3517"/>
                </a:lnTo>
                <a:lnTo>
                  <a:pt x="22759" y="3310"/>
                </a:lnTo>
                <a:lnTo>
                  <a:pt x="22345" y="3310"/>
                </a:lnTo>
                <a:lnTo>
                  <a:pt x="22345" y="3103"/>
                </a:lnTo>
                <a:lnTo>
                  <a:pt x="21931" y="3103"/>
                </a:lnTo>
                <a:lnTo>
                  <a:pt x="21931" y="2897"/>
                </a:lnTo>
                <a:lnTo>
                  <a:pt x="21517" y="2897"/>
                </a:lnTo>
                <a:lnTo>
                  <a:pt x="21517" y="2690"/>
                </a:lnTo>
                <a:lnTo>
                  <a:pt x="18621" y="2483"/>
                </a:lnTo>
                <a:close/>
                <a:moveTo>
                  <a:pt x="28138" y="5172"/>
                </a:moveTo>
                <a:lnTo>
                  <a:pt x="27931" y="5172"/>
                </a:lnTo>
                <a:lnTo>
                  <a:pt x="27931" y="5379"/>
                </a:lnTo>
                <a:lnTo>
                  <a:pt x="27310" y="5379"/>
                </a:lnTo>
                <a:lnTo>
                  <a:pt x="27310" y="5586"/>
                </a:lnTo>
                <a:lnTo>
                  <a:pt x="26897" y="5586"/>
                </a:lnTo>
                <a:lnTo>
                  <a:pt x="26897" y="5793"/>
                </a:lnTo>
                <a:lnTo>
                  <a:pt x="26483" y="5793"/>
                </a:lnTo>
                <a:lnTo>
                  <a:pt x="26483" y="6000"/>
                </a:lnTo>
                <a:lnTo>
                  <a:pt x="25862" y="6000"/>
                </a:lnTo>
                <a:lnTo>
                  <a:pt x="25862" y="6207"/>
                </a:lnTo>
                <a:lnTo>
                  <a:pt x="25241" y="6414"/>
                </a:lnTo>
                <a:lnTo>
                  <a:pt x="25034" y="6828"/>
                </a:lnTo>
                <a:lnTo>
                  <a:pt x="24414" y="6828"/>
                </a:lnTo>
                <a:lnTo>
                  <a:pt x="24000" y="7448"/>
                </a:lnTo>
                <a:lnTo>
                  <a:pt x="22966" y="7655"/>
                </a:lnTo>
                <a:lnTo>
                  <a:pt x="22966" y="7862"/>
                </a:lnTo>
                <a:lnTo>
                  <a:pt x="22345" y="8069"/>
                </a:lnTo>
                <a:lnTo>
                  <a:pt x="22138" y="8483"/>
                </a:lnTo>
                <a:lnTo>
                  <a:pt x="21517" y="8483"/>
                </a:lnTo>
                <a:lnTo>
                  <a:pt x="21517" y="8690"/>
                </a:lnTo>
                <a:lnTo>
                  <a:pt x="20897" y="8897"/>
                </a:lnTo>
                <a:lnTo>
                  <a:pt x="20690" y="9310"/>
                </a:lnTo>
                <a:lnTo>
                  <a:pt x="20276" y="9310"/>
                </a:lnTo>
                <a:lnTo>
                  <a:pt x="20276" y="9517"/>
                </a:lnTo>
                <a:lnTo>
                  <a:pt x="19862" y="9517"/>
                </a:lnTo>
                <a:lnTo>
                  <a:pt x="19655" y="9931"/>
                </a:lnTo>
                <a:lnTo>
                  <a:pt x="18414" y="10345"/>
                </a:lnTo>
                <a:lnTo>
                  <a:pt x="18207" y="10759"/>
                </a:lnTo>
                <a:lnTo>
                  <a:pt x="17793" y="10759"/>
                </a:lnTo>
                <a:lnTo>
                  <a:pt x="17793" y="10966"/>
                </a:lnTo>
                <a:lnTo>
                  <a:pt x="17172" y="11379"/>
                </a:lnTo>
                <a:lnTo>
                  <a:pt x="17172" y="12000"/>
                </a:lnTo>
                <a:lnTo>
                  <a:pt x="16966" y="12000"/>
                </a:lnTo>
                <a:lnTo>
                  <a:pt x="16966" y="15517"/>
                </a:lnTo>
                <a:lnTo>
                  <a:pt x="17172" y="15517"/>
                </a:lnTo>
                <a:lnTo>
                  <a:pt x="17172" y="15724"/>
                </a:lnTo>
                <a:lnTo>
                  <a:pt x="18000" y="15724"/>
                </a:lnTo>
                <a:lnTo>
                  <a:pt x="18207" y="15310"/>
                </a:lnTo>
                <a:lnTo>
                  <a:pt x="18621" y="15310"/>
                </a:lnTo>
                <a:lnTo>
                  <a:pt x="18621" y="15103"/>
                </a:lnTo>
                <a:lnTo>
                  <a:pt x="19448" y="14897"/>
                </a:lnTo>
                <a:lnTo>
                  <a:pt x="19655" y="14483"/>
                </a:lnTo>
                <a:lnTo>
                  <a:pt x="20897" y="14069"/>
                </a:lnTo>
                <a:lnTo>
                  <a:pt x="21103" y="13655"/>
                </a:lnTo>
                <a:lnTo>
                  <a:pt x="21931" y="13448"/>
                </a:lnTo>
                <a:lnTo>
                  <a:pt x="21931" y="13241"/>
                </a:lnTo>
                <a:lnTo>
                  <a:pt x="22552" y="13034"/>
                </a:lnTo>
                <a:lnTo>
                  <a:pt x="22759" y="12621"/>
                </a:lnTo>
                <a:lnTo>
                  <a:pt x="23379" y="12621"/>
                </a:lnTo>
                <a:lnTo>
                  <a:pt x="23793" y="12000"/>
                </a:lnTo>
                <a:lnTo>
                  <a:pt x="24828" y="11793"/>
                </a:lnTo>
                <a:lnTo>
                  <a:pt x="25241" y="11172"/>
                </a:lnTo>
                <a:lnTo>
                  <a:pt x="26483" y="10759"/>
                </a:lnTo>
                <a:lnTo>
                  <a:pt x="26483" y="10552"/>
                </a:lnTo>
                <a:lnTo>
                  <a:pt x="27103" y="10345"/>
                </a:lnTo>
                <a:lnTo>
                  <a:pt x="27103" y="10138"/>
                </a:lnTo>
                <a:lnTo>
                  <a:pt x="27931" y="9931"/>
                </a:lnTo>
                <a:lnTo>
                  <a:pt x="27931" y="9724"/>
                </a:lnTo>
                <a:lnTo>
                  <a:pt x="28552" y="9517"/>
                </a:lnTo>
                <a:lnTo>
                  <a:pt x="28552" y="9310"/>
                </a:lnTo>
                <a:lnTo>
                  <a:pt x="29586" y="9310"/>
                </a:lnTo>
                <a:lnTo>
                  <a:pt x="29586" y="9517"/>
                </a:lnTo>
                <a:lnTo>
                  <a:pt x="30000" y="9517"/>
                </a:lnTo>
                <a:lnTo>
                  <a:pt x="30207" y="9931"/>
                </a:lnTo>
                <a:lnTo>
                  <a:pt x="30621" y="9931"/>
                </a:lnTo>
                <a:lnTo>
                  <a:pt x="30621" y="10138"/>
                </a:lnTo>
                <a:lnTo>
                  <a:pt x="31448" y="10345"/>
                </a:lnTo>
                <a:lnTo>
                  <a:pt x="31655" y="10759"/>
                </a:lnTo>
                <a:lnTo>
                  <a:pt x="32897" y="11172"/>
                </a:lnTo>
                <a:lnTo>
                  <a:pt x="33103" y="11586"/>
                </a:lnTo>
                <a:lnTo>
                  <a:pt x="33931" y="11793"/>
                </a:lnTo>
                <a:lnTo>
                  <a:pt x="33931" y="12000"/>
                </a:lnTo>
                <a:lnTo>
                  <a:pt x="34552" y="12207"/>
                </a:lnTo>
                <a:lnTo>
                  <a:pt x="34759" y="12621"/>
                </a:lnTo>
                <a:lnTo>
                  <a:pt x="35379" y="12621"/>
                </a:lnTo>
                <a:lnTo>
                  <a:pt x="35379" y="12828"/>
                </a:lnTo>
                <a:lnTo>
                  <a:pt x="36000" y="13034"/>
                </a:lnTo>
                <a:lnTo>
                  <a:pt x="36207" y="13448"/>
                </a:lnTo>
                <a:lnTo>
                  <a:pt x="36828" y="13448"/>
                </a:lnTo>
                <a:lnTo>
                  <a:pt x="36828" y="13655"/>
                </a:lnTo>
                <a:lnTo>
                  <a:pt x="37034" y="13655"/>
                </a:lnTo>
                <a:lnTo>
                  <a:pt x="37241" y="14069"/>
                </a:lnTo>
                <a:lnTo>
                  <a:pt x="37655" y="14069"/>
                </a:lnTo>
                <a:lnTo>
                  <a:pt x="37655" y="14276"/>
                </a:lnTo>
                <a:lnTo>
                  <a:pt x="38690" y="14276"/>
                </a:lnTo>
                <a:lnTo>
                  <a:pt x="38690" y="13862"/>
                </a:lnTo>
                <a:lnTo>
                  <a:pt x="38897" y="13862"/>
                </a:lnTo>
                <a:lnTo>
                  <a:pt x="38897" y="13034"/>
                </a:lnTo>
                <a:lnTo>
                  <a:pt x="38690" y="13034"/>
                </a:lnTo>
                <a:lnTo>
                  <a:pt x="38690" y="12207"/>
                </a:lnTo>
                <a:lnTo>
                  <a:pt x="38483" y="12207"/>
                </a:lnTo>
                <a:lnTo>
                  <a:pt x="38276" y="10345"/>
                </a:lnTo>
                <a:lnTo>
                  <a:pt x="38069" y="10345"/>
                </a:lnTo>
                <a:lnTo>
                  <a:pt x="38069" y="9931"/>
                </a:lnTo>
                <a:lnTo>
                  <a:pt x="37655" y="9724"/>
                </a:lnTo>
                <a:lnTo>
                  <a:pt x="37241" y="8483"/>
                </a:lnTo>
                <a:lnTo>
                  <a:pt x="37034" y="8483"/>
                </a:lnTo>
                <a:lnTo>
                  <a:pt x="37034" y="8276"/>
                </a:lnTo>
                <a:lnTo>
                  <a:pt x="36828" y="8276"/>
                </a:lnTo>
                <a:lnTo>
                  <a:pt x="36828" y="8069"/>
                </a:lnTo>
                <a:lnTo>
                  <a:pt x="36621" y="8069"/>
                </a:lnTo>
                <a:lnTo>
                  <a:pt x="35586" y="6828"/>
                </a:lnTo>
                <a:lnTo>
                  <a:pt x="35172" y="6828"/>
                </a:lnTo>
                <a:lnTo>
                  <a:pt x="34759" y="6207"/>
                </a:lnTo>
                <a:lnTo>
                  <a:pt x="33724" y="6000"/>
                </a:lnTo>
                <a:lnTo>
                  <a:pt x="33724" y="5793"/>
                </a:lnTo>
                <a:lnTo>
                  <a:pt x="33310" y="5793"/>
                </a:lnTo>
                <a:lnTo>
                  <a:pt x="33310" y="5586"/>
                </a:lnTo>
                <a:lnTo>
                  <a:pt x="32897" y="5586"/>
                </a:lnTo>
                <a:lnTo>
                  <a:pt x="32897" y="5379"/>
                </a:lnTo>
                <a:lnTo>
                  <a:pt x="32276" y="5379"/>
                </a:lnTo>
                <a:lnTo>
                  <a:pt x="32276" y="5172"/>
                </a:lnTo>
                <a:lnTo>
                  <a:pt x="28138" y="5172"/>
                </a:lnTo>
                <a:close/>
                <a:moveTo>
                  <a:pt x="7448" y="11793"/>
                </a:moveTo>
                <a:lnTo>
                  <a:pt x="6828" y="12000"/>
                </a:lnTo>
                <a:lnTo>
                  <a:pt x="6828" y="12207"/>
                </a:lnTo>
                <a:lnTo>
                  <a:pt x="6414" y="12207"/>
                </a:lnTo>
                <a:lnTo>
                  <a:pt x="6207" y="12621"/>
                </a:lnTo>
                <a:lnTo>
                  <a:pt x="5793" y="12621"/>
                </a:lnTo>
                <a:lnTo>
                  <a:pt x="5793" y="12828"/>
                </a:lnTo>
                <a:lnTo>
                  <a:pt x="5586" y="12828"/>
                </a:lnTo>
                <a:lnTo>
                  <a:pt x="5586" y="13034"/>
                </a:lnTo>
                <a:lnTo>
                  <a:pt x="4345" y="14069"/>
                </a:lnTo>
                <a:lnTo>
                  <a:pt x="4345" y="14483"/>
                </a:lnTo>
                <a:lnTo>
                  <a:pt x="3931" y="14690"/>
                </a:lnTo>
                <a:lnTo>
                  <a:pt x="3931" y="15103"/>
                </a:lnTo>
                <a:lnTo>
                  <a:pt x="3517" y="15310"/>
                </a:lnTo>
                <a:lnTo>
                  <a:pt x="3517" y="15724"/>
                </a:lnTo>
                <a:lnTo>
                  <a:pt x="3310" y="15724"/>
                </a:lnTo>
                <a:lnTo>
                  <a:pt x="3310" y="16138"/>
                </a:lnTo>
                <a:lnTo>
                  <a:pt x="3103" y="16138"/>
                </a:lnTo>
                <a:lnTo>
                  <a:pt x="3103" y="16552"/>
                </a:lnTo>
                <a:lnTo>
                  <a:pt x="2897" y="16552"/>
                </a:lnTo>
                <a:lnTo>
                  <a:pt x="2897" y="17379"/>
                </a:lnTo>
                <a:lnTo>
                  <a:pt x="2690" y="17379"/>
                </a:lnTo>
                <a:lnTo>
                  <a:pt x="2690" y="21517"/>
                </a:lnTo>
                <a:lnTo>
                  <a:pt x="2897" y="21517"/>
                </a:lnTo>
                <a:lnTo>
                  <a:pt x="2897" y="22345"/>
                </a:lnTo>
                <a:lnTo>
                  <a:pt x="3310" y="22552"/>
                </a:lnTo>
                <a:lnTo>
                  <a:pt x="3517" y="23586"/>
                </a:lnTo>
                <a:lnTo>
                  <a:pt x="3724" y="23586"/>
                </a:lnTo>
                <a:lnTo>
                  <a:pt x="3724" y="24000"/>
                </a:lnTo>
                <a:lnTo>
                  <a:pt x="4345" y="24414"/>
                </a:lnTo>
                <a:lnTo>
                  <a:pt x="4345" y="24828"/>
                </a:lnTo>
                <a:lnTo>
                  <a:pt x="4552" y="24828"/>
                </a:lnTo>
                <a:lnTo>
                  <a:pt x="4552" y="25034"/>
                </a:lnTo>
                <a:lnTo>
                  <a:pt x="4759" y="25034"/>
                </a:lnTo>
                <a:lnTo>
                  <a:pt x="4759" y="25241"/>
                </a:lnTo>
                <a:lnTo>
                  <a:pt x="4966" y="25241"/>
                </a:lnTo>
                <a:lnTo>
                  <a:pt x="4966" y="25448"/>
                </a:lnTo>
                <a:lnTo>
                  <a:pt x="5172" y="25448"/>
                </a:lnTo>
                <a:lnTo>
                  <a:pt x="6207" y="26690"/>
                </a:lnTo>
                <a:lnTo>
                  <a:pt x="6621" y="26690"/>
                </a:lnTo>
                <a:lnTo>
                  <a:pt x="6621" y="26897"/>
                </a:lnTo>
                <a:lnTo>
                  <a:pt x="7034" y="26897"/>
                </a:lnTo>
                <a:lnTo>
                  <a:pt x="7241" y="27310"/>
                </a:lnTo>
                <a:lnTo>
                  <a:pt x="8483" y="27724"/>
                </a:lnTo>
                <a:lnTo>
                  <a:pt x="8897" y="28345"/>
                </a:lnTo>
                <a:lnTo>
                  <a:pt x="9931" y="28552"/>
                </a:lnTo>
                <a:lnTo>
                  <a:pt x="10345" y="29172"/>
                </a:lnTo>
                <a:lnTo>
                  <a:pt x="11379" y="29379"/>
                </a:lnTo>
                <a:lnTo>
                  <a:pt x="11586" y="29793"/>
                </a:lnTo>
                <a:lnTo>
                  <a:pt x="12414" y="30000"/>
                </a:lnTo>
                <a:lnTo>
                  <a:pt x="12621" y="30414"/>
                </a:lnTo>
                <a:lnTo>
                  <a:pt x="13034" y="30414"/>
                </a:lnTo>
                <a:lnTo>
                  <a:pt x="13034" y="30621"/>
                </a:lnTo>
                <a:lnTo>
                  <a:pt x="14276" y="31034"/>
                </a:lnTo>
                <a:lnTo>
                  <a:pt x="14690" y="31655"/>
                </a:lnTo>
                <a:lnTo>
                  <a:pt x="15310" y="31655"/>
                </a:lnTo>
                <a:lnTo>
                  <a:pt x="15310" y="31862"/>
                </a:lnTo>
                <a:lnTo>
                  <a:pt x="16552" y="31655"/>
                </a:lnTo>
                <a:lnTo>
                  <a:pt x="16759" y="31241"/>
                </a:lnTo>
                <a:lnTo>
                  <a:pt x="17172" y="31241"/>
                </a:lnTo>
                <a:lnTo>
                  <a:pt x="17172" y="31034"/>
                </a:lnTo>
                <a:lnTo>
                  <a:pt x="18000" y="30828"/>
                </a:lnTo>
                <a:lnTo>
                  <a:pt x="18207" y="30414"/>
                </a:lnTo>
                <a:lnTo>
                  <a:pt x="19034" y="30207"/>
                </a:lnTo>
                <a:lnTo>
                  <a:pt x="19034" y="30000"/>
                </a:lnTo>
                <a:lnTo>
                  <a:pt x="19241" y="30000"/>
                </a:lnTo>
                <a:lnTo>
                  <a:pt x="19241" y="29172"/>
                </a:lnTo>
                <a:lnTo>
                  <a:pt x="18828" y="29172"/>
                </a:lnTo>
                <a:lnTo>
                  <a:pt x="18828" y="28966"/>
                </a:lnTo>
                <a:lnTo>
                  <a:pt x="18414" y="28966"/>
                </a:lnTo>
                <a:lnTo>
                  <a:pt x="18207" y="28552"/>
                </a:lnTo>
                <a:lnTo>
                  <a:pt x="16966" y="28138"/>
                </a:lnTo>
                <a:lnTo>
                  <a:pt x="16552" y="27517"/>
                </a:lnTo>
                <a:lnTo>
                  <a:pt x="15517" y="27310"/>
                </a:lnTo>
                <a:lnTo>
                  <a:pt x="15310" y="26897"/>
                </a:lnTo>
                <a:lnTo>
                  <a:pt x="14483" y="26690"/>
                </a:lnTo>
                <a:lnTo>
                  <a:pt x="14276" y="26276"/>
                </a:lnTo>
                <a:lnTo>
                  <a:pt x="13034" y="25862"/>
                </a:lnTo>
                <a:lnTo>
                  <a:pt x="13034" y="25655"/>
                </a:lnTo>
                <a:lnTo>
                  <a:pt x="12414" y="25448"/>
                </a:lnTo>
                <a:lnTo>
                  <a:pt x="12207" y="25034"/>
                </a:lnTo>
                <a:lnTo>
                  <a:pt x="11586" y="25034"/>
                </a:lnTo>
                <a:lnTo>
                  <a:pt x="11586" y="24828"/>
                </a:lnTo>
                <a:lnTo>
                  <a:pt x="10966" y="24621"/>
                </a:lnTo>
                <a:lnTo>
                  <a:pt x="10759" y="24207"/>
                </a:lnTo>
                <a:lnTo>
                  <a:pt x="10345" y="24207"/>
                </a:lnTo>
                <a:lnTo>
                  <a:pt x="10345" y="24000"/>
                </a:lnTo>
                <a:lnTo>
                  <a:pt x="9931" y="24000"/>
                </a:lnTo>
                <a:lnTo>
                  <a:pt x="9724" y="23586"/>
                </a:lnTo>
                <a:lnTo>
                  <a:pt x="8483" y="23172"/>
                </a:lnTo>
                <a:lnTo>
                  <a:pt x="8483" y="22759"/>
                </a:lnTo>
                <a:lnTo>
                  <a:pt x="7862" y="22345"/>
                </a:lnTo>
                <a:lnTo>
                  <a:pt x="7862" y="12207"/>
                </a:lnTo>
                <a:lnTo>
                  <a:pt x="7655" y="12207"/>
                </a:lnTo>
                <a:lnTo>
                  <a:pt x="7448" y="11793"/>
                </a:lnTo>
                <a:close/>
                <a:moveTo>
                  <a:pt x="28552" y="12414"/>
                </a:moveTo>
                <a:lnTo>
                  <a:pt x="27931" y="12621"/>
                </a:lnTo>
                <a:lnTo>
                  <a:pt x="27931" y="12828"/>
                </a:lnTo>
                <a:lnTo>
                  <a:pt x="27517" y="12828"/>
                </a:lnTo>
                <a:lnTo>
                  <a:pt x="27310" y="13241"/>
                </a:lnTo>
                <a:lnTo>
                  <a:pt x="26483" y="13448"/>
                </a:lnTo>
                <a:lnTo>
                  <a:pt x="26276" y="13862"/>
                </a:lnTo>
                <a:lnTo>
                  <a:pt x="25862" y="13862"/>
                </a:lnTo>
                <a:lnTo>
                  <a:pt x="25862" y="14069"/>
                </a:lnTo>
                <a:lnTo>
                  <a:pt x="25448" y="14276"/>
                </a:lnTo>
                <a:lnTo>
                  <a:pt x="25448" y="14897"/>
                </a:lnTo>
                <a:lnTo>
                  <a:pt x="26069" y="15103"/>
                </a:lnTo>
                <a:lnTo>
                  <a:pt x="26069" y="15310"/>
                </a:lnTo>
                <a:lnTo>
                  <a:pt x="26483" y="15310"/>
                </a:lnTo>
                <a:lnTo>
                  <a:pt x="26690" y="15724"/>
                </a:lnTo>
                <a:lnTo>
                  <a:pt x="27931" y="16138"/>
                </a:lnTo>
                <a:lnTo>
                  <a:pt x="28138" y="16552"/>
                </a:lnTo>
                <a:lnTo>
                  <a:pt x="29379" y="16966"/>
                </a:lnTo>
                <a:lnTo>
                  <a:pt x="29586" y="17379"/>
                </a:lnTo>
                <a:lnTo>
                  <a:pt x="30828" y="17793"/>
                </a:lnTo>
                <a:lnTo>
                  <a:pt x="31034" y="18207"/>
                </a:lnTo>
                <a:lnTo>
                  <a:pt x="32276" y="18621"/>
                </a:lnTo>
                <a:lnTo>
                  <a:pt x="32690" y="19241"/>
                </a:lnTo>
                <a:lnTo>
                  <a:pt x="33310" y="19241"/>
                </a:lnTo>
                <a:lnTo>
                  <a:pt x="33310" y="19448"/>
                </a:lnTo>
                <a:lnTo>
                  <a:pt x="33931" y="19655"/>
                </a:lnTo>
                <a:lnTo>
                  <a:pt x="34138" y="20069"/>
                </a:lnTo>
                <a:lnTo>
                  <a:pt x="34759" y="20069"/>
                </a:lnTo>
                <a:lnTo>
                  <a:pt x="34759" y="20276"/>
                </a:lnTo>
                <a:lnTo>
                  <a:pt x="35379" y="20483"/>
                </a:lnTo>
                <a:lnTo>
                  <a:pt x="35586" y="20897"/>
                </a:lnTo>
                <a:lnTo>
                  <a:pt x="36414" y="21103"/>
                </a:lnTo>
                <a:lnTo>
                  <a:pt x="36414" y="21517"/>
                </a:lnTo>
                <a:lnTo>
                  <a:pt x="36621" y="21517"/>
                </a:lnTo>
                <a:lnTo>
                  <a:pt x="36621" y="21931"/>
                </a:lnTo>
                <a:lnTo>
                  <a:pt x="36828" y="21931"/>
                </a:lnTo>
                <a:lnTo>
                  <a:pt x="36828" y="32069"/>
                </a:lnTo>
                <a:lnTo>
                  <a:pt x="37034" y="32069"/>
                </a:lnTo>
                <a:lnTo>
                  <a:pt x="37034" y="32276"/>
                </a:lnTo>
                <a:lnTo>
                  <a:pt x="37655" y="32276"/>
                </a:lnTo>
                <a:lnTo>
                  <a:pt x="37655" y="32069"/>
                </a:lnTo>
                <a:lnTo>
                  <a:pt x="38069" y="32069"/>
                </a:lnTo>
                <a:lnTo>
                  <a:pt x="38069" y="31862"/>
                </a:lnTo>
                <a:lnTo>
                  <a:pt x="38483" y="31862"/>
                </a:lnTo>
                <a:lnTo>
                  <a:pt x="38483" y="31655"/>
                </a:lnTo>
                <a:lnTo>
                  <a:pt x="38690" y="31655"/>
                </a:lnTo>
                <a:lnTo>
                  <a:pt x="39310" y="30828"/>
                </a:lnTo>
                <a:lnTo>
                  <a:pt x="39724" y="30828"/>
                </a:lnTo>
                <a:lnTo>
                  <a:pt x="39931" y="30207"/>
                </a:lnTo>
                <a:lnTo>
                  <a:pt x="40759" y="29586"/>
                </a:lnTo>
                <a:lnTo>
                  <a:pt x="40966" y="28759"/>
                </a:lnTo>
                <a:lnTo>
                  <a:pt x="41172" y="28759"/>
                </a:lnTo>
                <a:lnTo>
                  <a:pt x="41379" y="28138"/>
                </a:lnTo>
                <a:lnTo>
                  <a:pt x="41586" y="28138"/>
                </a:lnTo>
                <a:lnTo>
                  <a:pt x="41793" y="26483"/>
                </a:lnTo>
                <a:lnTo>
                  <a:pt x="42000" y="26483"/>
                </a:lnTo>
                <a:lnTo>
                  <a:pt x="42000" y="25862"/>
                </a:lnTo>
                <a:lnTo>
                  <a:pt x="42207" y="25862"/>
                </a:lnTo>
                <a:lnTo>
                  <a:pt x="42207" y="23586"/>
                </a:lnTo>
                <a:lnTo>
                  <a:pt x="42000" y="23586"/>
                </a:lnTo>
                <a:lnTo>
                  <a:pt x="41793" y="22138"/>
                </a:lnTo>
                <a:lnTo>
                  <a:pt x="41586" y="22138"/>
                </a:lnTo>
                <a:lnTo>
                  <a:pt x="41586" y="21310"/>
                </a:lnTo>
                <a:lnTo>
                  <a:pt x="41379" y="21310"/>
                </a:lnTo>
                <a:lnTo>
                  <a:pt x="41172" y="20483"/>
                </a:lnTo>
                <a:lnTo>
                  <a:pt x="40759" y="20276"/>
                </a:lnTo>
                <a:lnTo>
                  <a:pt x="40759" y="19862"/>
                </a:lnTo>
                <a:lnTo>
                  <a:pt x="40552" y="19862"/>
                </a:lnTo>
                <a:lnTo>
                  <a:pt x="40552" y="19448"/>
                </a:lnTo>
                <a:lnTo>
                  <a:pt x="39931" y="19034"/>
                </a:lnTo>
                <a:lnTo>
                  <a:pt x="39931" y="18621"/>
                </a:lnTo>
                <a:lnTo>
                  <a:pt x="39310" y="18414"/>
                </a:lnTo>
                <a:lnTo>
                  <a:pt x="38690" y="17586"/>
                </a:lnTo>
                <a:lnTo>
                  <a:pt x="38276" y="17586"/>
                </a:lnTo>
                <a:lnTo>
                  <a:pt x="38276" y="17379"/>
                </a:lnTo>
                <a:lnTo>
                  <a:pt x="37655" y="17172"/>
                </a:lnTo>
                <a:lnTo>
                  <a:pt x="37448" y="16759"/>
                </a:lnTo>
                <a:lnTo>
                  <a:pt x="36207" y="16345"/>
                </a:lnTo>
                <a:lnTo>
                  <a:pt x="36000" y="15931"/>
                </a:lnTo>
                <a:lnTo>
                  <a:pt x="35379" y="15931"/>
                </a:lnTo>
                <a:lnTo>
                  <a:pt x="34966" y="15310"/>
                </a:lnTo>
                <a:lnTo>
                  <a:pt x="34552" y="15310"/>
                </a:lnTo>
                <a:lnTo>
                  <a:pt x="34552" y="15103"/>
                </a:lnTo>
                <a:lnTo>
                  <a:pt x="33310" y="14690"/>
                </a:lnTo>
                <a:lnTo>
                  <a:pt x="33103" y="14276"/>
                </a:lnTo>
                <a:lnTo>
                  <a:pt x="32276" y="14069"/>
                </a:lnTo>
                <a:lnTo>
                  <a:pt x="32069" y="13655"/>
                </a:lnTo>
                <a:lnTo>
                  <a:pt x="30828" y="13241"/>
                </a:lnTo>
                <a:lnTo>
                  <a:pt x="30828" y="13034"/>
                </a:lnTo>
                <a:lnTo>
                  <a:pt x="30207" y="12828"/>
                </a:lnTo>
                <a:lnTo>
                  <a:pt x="30207" y="12621"/>
                </a:lnTo>
                <a:lnTo>
                  <a:pt x="28552" y="12414"/>
                </a:lnTo>
                <a:close/>
                <a:moveTo>
                  <a:pt x="21931" y="16138"/>
                </a:moveTo>
                <a:lnTo>
                  <a:pt x="21724" y="16138"/>
                </a:lnTo>
                <a:lnTo>
                  <a:pt x="21310" y="16759"/>
                </a:lnTo>
                <a:lnTo>
                  <a:pt x="20276" y="16966"/>
                </a:lnTo>
                <a:lnTo>
                  <a:pt x="19862" y="17586"/>
                </a:lnTo>
                <a:lnTo>
                  <a:pt x="19241" y="17586"/>
                </a:lnTo>
                <a:lnTo>
                  <a:pt x="19241" y="17793"/>
                </a:lnTo>
                <a:lnTo>
                  <a:pt x="18828" y="17793"/>
                </a:lnTo>
                <a:lnTo>
                  <a:pt x="18621" y="18207"/>
                </a:lnTo>
                <a:lnTo>
                  <a:pt x="17379" y="18621"/>
                </a:lnTo>
                <a:lnTo>
                  <a:pt x="17379" y="19034"/>
                </a:lnTo>
                <a:lnTo>
                  <a:pt x="17172" y="19034"/>
                </a:lnTo>
                <a:lnTo>
                  <a:pt x="17172" y="19448"/>
                </a:lnTo>
                <a:lnTo>
                  <a:pt x="16966" y="19448"/>
                </a:lnTo>
                <a:lnTo>
                  <a:pt x="16966" y="24621"/>
                </a:lnTo>
                <a:lnTo>
                  <a:pt x="17172" y="24621"/>
                </a:lnTo>
                <a:lnTo>
                  <a:pt x="17172" y="25034"/>
                </a:lnTo>
                <a:lnTo>
                  <a:pt x="17586" y="25241"/>
                </a:lnTo>
                <a:lnTo>
                  <a:pt x="17586" y="25655"/>
                </a:lnTo>
                <a:lnTo>
                  <a:pt x="18621" y="25862"/>
                </a:lnTo>
                <a:lnTo>
                  <a:pt x="18828" y="26276"/>
                </a:lnTo>
                <a:lnTo>
                  <a:pt x="19241" y="26276"/>
                </a:lnTo>
                <a:lnTo>
                  <a:pt x="19448" y="26690"/>
                </a:lnTo>
                <a:lnTo>
                  <a:pt x="20690" y="27103"/>
                </a:lnTo>
                <a:lnTo>
                  <a:pt x="20897" y="27517"/>
                </a:lnTo>
                <a:lnTo>
                  <a:pt x="21517" y="27517"/>
                </a:lnTo>
                <a:lnTo>
                  <a:pt x="21724" y="27931"/>
                </a:lnTo>
                <a:lnTo>
                  <a:pt x="22759" y="27931"/>
                </a:lnTo>
                <a:lnTo>
                  <a:pt x="23379" y="27724"/>
                </a:lnTo>
                <a:lnTo>
                  <a:pt x="23379" y="27517"/>
                </a:lnTo>
                <a:lnTo>
                  <a:pt x="23793" y="27517"/>
                </a:lnTo>
                <a:lnTo>
                  <a:pt x="23793" y="27310"/>
                </a:lnTo>
                <a:lnTo>
                  <a:pt x="24207" y="27310"/>
                </a:lnTo>
                <a:lnTo>
                  <a:pt x="24414" y="26897"/>
                </a:lnTo>
                <a:lnTo>
                  <a:pt x="25655" y="26483"/>
                </a:lnTo>
                <a:lnTo>
                  <a:pt x="25862" y="26069"/>
                </a:lnTo>
                <a:lnTo>
                  <a:pt x="26690" y="25862"/>
                </a:lnTo>
                <a:lnTo>
                  <a:pt x="26897" y="25448"/>
                </a:lnTo>
                <a:lnTo>
                  <a:pt x="27310" y="25448"/>
                </a:lnTo>
                <a:lnTo>
                  <a:pt x="27310" y="25034"/>
                </a:lnTo>
                <a:lnTo>
                  <a:pt x="27517" y="25034"/>
                </a:lnTo>
                <a:lnTo>
                  <a:pt x="27517" y="24621"/>
                </a:lnTo>
                <a:lnTo>
                  <a:pt x="27724" y="24621"/>
                </a:lnTo>
                <a:lnTo>
                  <a:pt x="27724" y="19448"/>
                </a:lnTo>
                <a:lnTo>
                  <a:pt x="27517" y="19448"/>
                </a:lnTo>
                <a:lnTo>
                  <a:pt x="27517" y="18828"/>
                </a:lnTo>
                <a:lnTo>
                  <a:pt x="27310" y="18828"/>
                </a:lnTo>
                <a:lnTo>
                  <a:pt x="27310" y="18621"/>
                </a:lnTo>
                <a:lnTo>
                  <a:pt x="26069" y="18207"/>
                </a:lnTo>
                <a:lnTo>
                  <a:pt x="25862" y="17793"/>
                </a:lnTo>
                <a:lnTo>
                  <a:pt x="24621" y="17379"/>
                </a:lnTo>
                <a:lnTo>
                  <a:pt x="24414" y="16966"/>
                </a:lnTo>
                <a:lnTo>
                  <a:pt x="23172" y="16552"/>
                </a:lnTo>
                <a:lnTo>
                  <a:pt x="22966" y="16138"/>
                </a:lnTo>
                <a:lnTo>
                  <a:pt x="21931" y="16138"/>
                </a:lnTo>
                <a:close/>
                <a:moveTo>
                  <a:pt x="30414" y="20897"/>
                </a:moveTo>
                <a:lnTo>
                  <a:pt x="30207" y="20897"/>
                </a:lnTo>
                <a:lnTo>
                  <a:pt x="30207" y="21310"/>
                </a:lnTo>
                <a:lnTo>
                  <a:pt x="30000" y="21310"/>
                </a:lnTo>
                <a:lnTo>
                  <a:pt x="30000" y="34138"/>
                </a:lnTo>
                <a:lnTo>
                  <a:pt x="29793" y="34138"/>
                </a:lnTo>
                <a:lnTo>
                  <a:pt x="29586" y="34759"/>
                </a:lnTo>
                <a:lnTo>
                  <a:pt x="28759" y="34966"/>
                </a:lnTo>
                <a:lnTo>
                  <a:pt x="28759" y="35172"/>
                </a:lnTo>
                <a:lnTo>
                  <a:pt x="28138" y="35379"/>
                </a:lnTo>
                <a:lnTo>
                  <a:pt x="27931" y="35793"/>
                </a:lnTo>
                <a:lnTo>
                  <a:pt x="26897" y="36000"/>
                </a:lnTo>
                <a:lnTo>
                  <a:pt x="26483" y="36621"/>
                </a:lnTo>
                <a:lnTo>
                  <a:pt x="25862" y="36621"/>
                </a:lnTo>
                <a:lnTo>
                  <a:pt x="25862" y="36828"/>
                </a:lnTo>
                <a:lnTo>
                  <a:pt x="25241" y="37034"/>
                </a:lnTo>
                <a:lnTo>
                  <a:pt x="25034" y="37448"/>
                </a:lnTo>
                <a:lnTo>
                  <a:pt x="24414" y="37448"/>
                </a:lnTo>
                <a:lnTo>
                  <a:pt x="24000" y="38069"/>
                </a:lnTo>
                <a:lnTo>
                  <a:pt x="22966" y="38276"/>
                </a:lnTo>
                <a:lnTo>
                  <a:pt x="22552" y="38897"/>
                </a:lnTo>
                <a:lnTo>
                  <a:pt x="22138" y="38897"/>
                </a:lnTo>
                <a:lnTo>
                  <a:pt x="22138" y="39103"/>
                </a:lnTo>
                <a:lnTo>
                  <a:pt x="21724" y="39103"/>
                </a:lnTo>
                <a:lnTo>
                  <a:pt x="21724" y="39310"/>
                </a:lnTo>
                <a:lnTo>
                  <a:pt x="21103" y="39517"/>
                </a:lnTo>
                <a:lnTo>
                  <a:pt x="21103" y="40138"/>
                </a:lnTo>
                <a:lnTo>
                  <a:pt x="21310" y="40138"/>
                </a:lnTo>
                <a:lnTo>
                  <a:pt x="21724" y="40759"/>
                </a:lnTo>
                <a:lnTo>
                  <a:pt x="22345" y="40759"/>
                </a:lnTo>
                <a:lnTo>
                  <a:pt x="22345" y="40966"/>
                </a:lnTo>
                <a:lnTo>
                  <a:pt x="22759" y="40966"/>
                </a:lnTo>
                <a:lnTo>
                  <a:pt x="22759" y="41172"/>
                </a:lnTo>
                <a:lnTo>
                  <a:pt x="23172" y="41172"/>
                </a:lnTo>
                <a:lnTo>
                  <a:pt x="23172" y="41379"/>
                </a:lnTo>
                <a:lnTo>
                  <a:pt x="23793" y="41379"/>
                </a:lnTo>
                <a:lnTo>
                  <a:pt x="23793" y="41586"/>
                </a:lnTo>
                <a:lnTo>
                  <a:pt x="25034" y="41586"/>
                </a:lnTo>
                <a:lnTo>
                  <a:pt x="27724" y="41586"/>
                </a:lnTo>
                <a:lnTo>
                  <a:pt x="27724" y="41379"/>
                </a:lnTo>
                <a:lnTo>
                  <a:pt x="28552" y="41379"/>
                </a:lnTo>
                <a:lnTo>
                  <a:pt x="28552" y="41172"/>
                </a:lnTo>
                <a:lnTo>
                  <a:pt x="28966" y="41172"/>
                </a:lnTo>
                <a:lnTo>
                  <a:pt x="28966" y="40966"/>
                </a:lnTo>
                <a:lnTo>
                  <a:pt x="29379" y="40966"/>
                </a:lnTo>
                <a:lnTo>
                  <a:pt x="29379" y="40759"/>
                </a:lnTo>
                <a:lnTo>
                  <a:pt x="30000" y="40759"/>
                </a:lnTo>
                <a:lnTo>
                  <a:pt x="30207" y="40345"/>
                </a:lnTo>
                <a:lnTo>
                  <a:pt x="30621" y="40345"/>
                </a:lnTo>
                <a:lnTo>
                  <a:pt x="30828" y="39931"/>
                </a:lnTo>
                <a:lnTo>
                  <a:pt x="31241" y="39931"/>
                </a:lnTo>
                <a:lnTo>
                  <a:pt x="31241" y="39724"/>
                </a:lnTo>
                <a:lnTo>
                  <a:pt x="31448" y="39724"/>
                </a:lnTo>
                <a:lnTo>
                  <a:pt x="31448" y="39517"/>
                </a:lnTo>
                <a:lnTo>
                  <a:pt x="32690" y="38483"/>
                </a:lnTo>
                <a:lnTo>
                  <a:pt x="32690" y="38069"/>
                </a:lnTo>
                <a:lnTo>
                  <a:pt x="33310" y="37655"/>
                </a:lnTo>
                <a:lnTo>
                  <a:pt x="33517" y="36621"/>
                </a:lnTo>
                <a:lnTo>
                  <a:pt x="33931" y="36414"/>
                </a:lnTo>
                <a:lnTo>
                  <a:pt x="33931" y="35793"/>
                </a:lnTo>
                <a:lnTo>
                  <a:pt x="34138" y="35793"/>
                </a:lnTo>
                <a:lnTo>
                  <a:pt x="34138" y="34759"/>
                </a:lnTo>
                <a:lnTo>
                  <a:pt x="34345" y="34759"/>
                </a:lnTo>
                <a:lnTo>
                  <a:pt x="34345" y="23379"/>
                </a:lnTo>
                <a:lnTo>
                  <a:pt x="34138" y="23379"/>
                </a:lnTo>
                <a:lnTo>
                  <a:pt x="34138" y="22759"/>
                </a:lnTo>
                <a:lnTo>
                  <a:pt x="33931" y="22759"/>
                </a:lnTo>
                <a:lnTo>
                  <a:pt x="33931" y="22552"/>
                </a:lnTo>
                <a:lnTo>
                  <a:pt x="33103" y="22345"/>
                </a:lnTo>
                <a:lnTo>
                  <a:pt x="32897" y="21931"/>
                </a:lnTo>
                <a:lnTo>
                  <a:pt x="31655" y="21517"/>
                </a:lnTo>
                <a:lnTo>
                  <a:pt x="31655" y="21310"/>
                </a:lnTo>
                <a:lnTo>
                  <a:pt x="31034" y="21103"/>
                </a:lnTo>
                <a:lnTo>
                  <a:pt x="31034" y="20897"/>
                </a:lnTo>
                <a:lnTo>
                  <a:pt x="30414" y="20897"/>
                </a:lnTo>
                <a:close/>
                <a:moveTo>
                  <a:pt x="26897" y="28345"/>
                </a:moveTo>
                <a:lnTo>
                  <a:pt x="26690" y="28345"/>
                </a:lnTo>
                <a:lnTo>
                  <a:pt x="26276" y="28966"/>
                </a:lnTo>
                <a:lnTo>
                  <a:pt x="25034" y="29379"/>
                </a:lnTo>
                <a:lnTo>
                  <a:pt x="24828" y="29793"/>
                </a:lnTo>
                <a:lnTo>
                  <a:pt x="23586" y="30207"/>
                </a:lnTo>
                <a:lnTo>
                  <a:pt x="23379" y="30621"/>
                </a:lnTo>
                <a:lnTo>
                  <a:pt x="22138" y="31034"/>
                </a:lnTo>
                <a:lnTo>
                  <a:pt x="21931" y="31448"/>
                </a:lnTo>
                <a:lnTo>
                  <a:pt x="21517" y="31448"/>
                </a:lnTo>
                <a:lnTo>
                  <a:pt x="21517" y="31655"/>
                </a:lnTo>
                <a:lnTo>
                  <a:pt x="21103" y="31655"/>
                </a:lnTo>
                <a:lnTo>
                  <a:pt x="20897" y="32069"/>
                </a:lnTo>
                <a:lnTo>
                  <a:pt x="20483" y="32069"/>
                </a:lnTo>
                <a:lnTo>
                  <a:pt x="20483" y="32276"/>
                </a:lnTo>
                <a:lnTo>
                  <a:pt x="19241" y="32690"/>
                </a:lnTo>
                <a:lnTo>
                  <a:pt x="19034" y="33103"/>
                </a:lnTo>
                <a:lnTo>
                  <a:pt x="18207" y="33310"/>
                </a:lnTo>
                <a:lnTo>
                  <a:pt x="18000" y="33724"/>
                </a:lnTo>
                <a:lnTo>
                  <a:pt x="17586" y="33724"/>
                </a:lnTo>
                <a:lnTo>
                  <a:pt x="17379" y="34138"/>
                </a:lnTo>
                <a:lnTo>
                  <a:pt x="16759" y="34138"/>
                </a:lnTo>
                <a:lnTo>
                  <a:pt x="16759" y="34345"/>
                </a:lnTo>
                <a:lnTo>
                  <a:pt x="16138" y="34552"/>
                </a:lnTo>
                <a:lnTo>
                  <a:pt x="16138" y="34759"/>
                </a:lnTo>
                <a:lnTo>
                  <a:pt x="15103" y="34759"/>
                </a:lnTo>
                <a:lnTo>
                  <a:pt x="14897" y="34345"/>
                </a:lnTo>
                <a:lnTo>
                  <a:pt x="13862" y="34138"/>
                </a:lnTo>
                <a:lnTo>
                  <a:pt x="13448" y="33517"/>
                </a:lnTo>
                <a:lnTo>
                  <a:pt x="12207" y="33103"/>
                </a:lnTo>
                <a:lnTo>
                  <a:pt x="12000" y="32690"/>
                </a:lnTo>
                <a:lnTo>
                  <a:pt x="10759" y="32276"/>
                </a:lnTo>
                <a:lnTo>
                  <a:pt x="10552" y="31862"/>
                </a:lnTo>
                <a:lnTo>
                  <a:pt x="9310" y="31448"/>
                </a:lnTo>
                <a:lnTo>
                  <a:pt x="9103" y="31034"/>
                </a:lnTo>
                <a:lnTo>
                  <a:pt x="7862" y="30621"/>
                </a:lnTo>
                <a:lnTo>
                  <a:pt x="7655" y="30207"/>
                </a:lnTo>
                <a:lnTo>
                  <a:pt x="7241" y="30207"/>
                </a:lnTo>
                <a:lnTo>
                  <a:pt x="7241" y="30000"/>
                </a:lnTo>
                <a:lnTo>
                  <a:pt x="6828" y="30000"/>
                </a:lnTo>
                <a:lnTo>
                  <a:pt x="6828" y="29793"/>
                </a:lnTo>
                <a:lnTo>
                  <a:pt x="6207" y="29793"/>
                </a:lnTo>
                <a:lnTo>
                  <a:pt x="6207" y="30000"/>
                </a:lnTo>
                <a:lnTo>
                  <a:pt x="6000" y="30000"/>
                </a:lnTo>
                <a:lnTo>
                  <a:pt x="6000" y="32276"/>
                </a:lnTo>
                <a:lnTo>
                  <a:pt x="6207" y="32276"/>
                </a:lnTo>
                <a:lnTo>
                  <a:pt x="6207" y="33103"/>
                </a:lnTo>
                <a:lnTo>
                  <a:pt x="6414" y="33103"/>
                </a:lnTo>
                <a:lnTo>
                  <a:pt x="6414" y="33517"/>
                </a:lnTo>
                <a:lnTo>
                  <a:pt x="6621" y="33517"/>
                </a:lnTo>
                <a:lnTo>
                  <a:pt x="6828" y="34138"/>
                </a:lnTo>
                <a:lnTo>
                  <a:pt x="6828" y="34552"/>
                </a:lnTo>
                <a:lnTo>
                  <a:pt x="7034" y="34552"/>
                </a:lnTo>
                <a:lnTo>
                  <a:pt x="7034" y="34966"/>
                </a:lnTo>
                <a:lnTo>
                  <a:pt x="7655" y="35379"/>
                </a:lnTo>
                <a:lnTo>
                  <a:pt x="7655" y="35793"/>
                </a:lnTo>
                <a:lnTo>
                  <a:pt x="7862" y="35793"/>
                </a:lnTo>
                <a:lnTo>
                  <a:pt x="7862" y="36000"/>
                </a:lnTo>
                <a:lnTo>
                  <a:pt x="8069" y="36000"/>
                </a:lnTo>
                <a:lnTo>
                  <a:pt x="8069" y="36207"/>
                </a:lnTo>
                <a:lnTo>
                  <a:pt x="8276" y="36207"/>
                </a:lnTo>
                <a:lnTo>
                  <a:pt x="9310" y="37448"/>
                </a:lnTo>
                <a:lnTo>
                  <a:pt x="10138" y="37655"/>
                </a:lnTo>
                <a:lnTo>
                  <a:pt x="10345" y="38069"/>
                </a:lnTo>
                <a:lnTo>
                  <a:pt x="11379" y="38276"/>
                </a:lnTo>
                <a:lnTo>
                  <a:pt x="11379" y="38483"/>
                </a:lnTo>
                <a:lnTo>
                  <a:pt x="12207" y="38483"/>
                </a:lnTo>
                <a:lnTo>
                  <a:pt x="12207" y="38690"/>
                </a:lnTo>
                <a:lnTo>
                  <a:pt x="13241" y="38897"/>
                </a:lnTo>
                <a:lnTo>
                  <a:pt x="13241" y="39103"/>
                </a:lnTo>
                <a:lnTo>
                  <a:pt x="16138" y="39103"/>
                </a:lnTo>
                <a:lnTo>
                  <a:pt x="16138" y="38897"/>
                </a:lnTo>
                <a:lnTo>
                  <a:pt x="16759" y="38897"/>
                </a:lnTo>
                <a:lnTo>
                  <a:pt x="16759" y="38690"/>
                </a:lnTo>
                <a:lnTo>
                  <a:pt x="18000" y="38483"/>
                </a:lnTo>
                <a:lnTo>
                  <a:pt x="18000" y="38276"/>
                </a:lnTo>
                <a:lnTo>
                  <a:pt x="19241" y="37862"/>
                </a:lnTo>
                <a:lnTo>
                  <a:pt x="19448" y="37448"/>
                </a:lnTo>
                <a:lnTo>
                  <a:pt x="20069" y="37448"/>
                </a:lnTo>
                <a:lnTo>
                  <a:pt x="20483" y="36828"/>
                </a:lnTo>
                <a:lnTo>
                  <a:pt x="21724" y="36414"/>
                </a:lnTo>
                <a:lnTo>
                  <a:pt x="21931" y="36000"/>
                </a:lnTo>
                <a:lnTo>
                  <a:pt x="23172" y="35586"/>
                </a:lnTo>
                <a:lnTo>
                  <a:pt x="23379" y="35172"/>
                </a:lnTo>
                <a:lnTo>
                  <a:pt x="23793" y="35172"/>
                </a:lnTo>
                <a:lnTo>
                  <a:pt x="23793" y="34966"/>
                </a:lnTo>
                <a:lnTo>
                  <a:pt x="24621" y="34759"/>
                </a:lnTo>
                <a:lnTo>
                  <a:pt x="24828" y="34345"/>
                </a:lnTo>
                <a:lnTo>
                  <a:pt x="26069" y="33931"/>
                </a:lnTo>
                <a:lnTo>
                  <a:pt x="26276" y="33517"/>
                </a:lnTo>
                <a:lnTo>
                  <a:pt x="27103" y="33310"/>
                </a:lnTo>
                <a:lnTo>
                  <a:pt x="27103" y="33103"/>
                </a:lnTo>
                <a:lnTo>
                  <a:pt x="27517" y="32897"/>
                </a:lnTo>
                <a:lnTo>
                  <a:pt x="27517" y="32276"/>
                </a:lnTo>
                <a:lnTo>
                  <a:pt x="27724" y="32276"/>
                </a:lnTo>
                <a:lnTo>
                  <a:pt x="27724" y="28966"/>
                </a:lnTo>
                <a:lnTo>
                  <a:pt x="27517" y="28966"/>
                </a:lnTo>
                <a:lnTo>
                  <a:pt x="27310" y="28345"/>
                </a:lnTo>
                <a:lnTo>
                  <a:pt x="26897" y="2834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122-intermediate-meta-domain-1"/>
          <p:cNvSpPr/>
          <p:nvPr/>
        </p:nvSpPr>
        <p:spPr>
          <a:xfrm>
            <a:off x="13954125" y="2647950"/>
            <a:ext cx="1495425" cy="914400"/>
          </a:xfrm>
          <a:custGeom>
            <a:avLst/>
            <a:gdLst/>
            <a:ahLst/>
            <a:cxnLst/>
            <a:rect l="0" t="0" r="r" b="b"/>
            <a:pathLst>
              <a:path w="157000" h="96000" fill="norm" stroke="1">
                <a:moveTo>
                  <a:pt x="0" y="0"/>
                </a:moveTo>
                <a:lnTo>
                  <a:pt x="139000" y="0"/>
                </a:lnTo>
                <a:lnTo>
                  <a:pt x="157000" y="18000"/>
                </a:lnTo>
                <a:lnTo>
                  <a:pt x="157000" y="96000"/>
                </a:lnTo>
                <a:lnTo>
                  <a:pt x="0" y="96000"/>
                </a:lnTo>
                <a:close/>
              </a:path>
            </a:pathLst>
          </a:custGeom>
          <a:solidFill>
            <a:srgbClr val="F3FFFB"/>
          </a:solidFill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123-intermediate-meta-domain-1-fold"/>
          <p:cNvSpPr/>
          <p:nvPr/>
        </p:nvSpPr>
        <p:spPr>
          <a:xfrm>
            <a:off x="15278100" y="2647950"/>
            <a:ext cx="171450" cy="171450"/>
          </a:xfrm>
          <a:custGeom>
            <a:avLst/>
            <a:gdLst/>
            <a:ahLst/>
            <a:cxnLst/>
            <a:rect l="0" t="0" r="r" b="b"/>
            <a:pathLst>
              <a:path w="18000" h="18000" fill="none" stroke="1">
                <a:moveTo>
                  <a:pt x="0" y="0"/>
                </a:moveTo>
                <a:lnTo>
                  <a:pt x="0" y="18000"/>
                </a:lnTo>
                <a:lnTo>
                  <a:pt x="18000" y="18000"/>
                </a:lnTo>
              </a:path>
            </a:pathLst>
          </a:custGeom>
          <a:noFill/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124-intermediate-meta-domain-1-text"/>
          <p:cNvSpPr txBox="1"/>
          <p:nvPr/>
        </p:nvSpPr>
        <p:spPr>
          <a:xfrm>
            <a:off x="13992225" y="2790825"/>
            <a:ext cx="1419225" cy="7075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Meta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Domain</a:t>
            </a:r>
          </a:p>
        </p:txBody>
      </p:sp>
      <p:sp>
        <p:nvSpPr>
          <p:cNvPr id="126" name="125-intermediate-meta-domain-2"/>
          <p:cNvSpPr/>
          <p:nvPr/>
        </p:nvSpPr>
        <p:spPr>
          <a:xfrm>
            <a:off x="16287750" y="2647950"/>
            <a:ext cx="1495425" cy="914400"/>
          </a:xfrm>
          <a:custGeom>
            <a:avLst/>
            <a:gdLst/>
            <a:ahLst/>
            <a:cxnLst/>
            <a:rect l="0" t="0" r="r" b="b"/>
            <a:pathLst>
              <a:path w="157000" h="96000" fill="norm" stroke="1">
                <a:moveTo>
                  <a:pt x="0" y="0"/>
                </a:moveTo>
                <a:lnTo>
                  <a:pt x="139000" y="0"/>
                </a:lnTo>
                <a:lnTo>
                  <a:pt x="157000" y="18000"/>
                </a:lnTo>
                <a:lnTo>
                  <a:pt x="157000" y="96000"/>
                </a:lnTo>
                <a:lnTo>
                  <a:pt x="0" y="96000"/>
                </a:lnTo>
                <a:close/>
              </a:path>
            </a:pathLst>
          </a:custGeom>
          <a:solidFill>
            <a:srgbClr val="F3FFFB"/>
          </a:solidFill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126-intermediate-meta-domain-2-fold"/>
          <p:cNvSpPr/>
          <p:nvPr/>
        </p:nvSpPr>
        <p:spPr>
          <a:xfrm>
            <a:off x="17611725" y="2647950"/>
            <a:ext cx="171450" cy="171450"/>
          </a:xfrm>
          <a:custGeom>
            <a:avLst/>
            <a:gdLst/>
            <a:ahLst/>
            <a:cxnLst/>
            <a:rect l="0" t="0" r="r" b="b"/>
            <a:pathLst>
              <a:path w="18000" h="18000" fill="none" stroke="1">
                <a:moveTo>
                  <a:pt x="0" y="0"/>
                </a:moveTo>
                <a:lnTo>
                  <a:pt x="0" y="18000"/>
                </a:lnTo>
                <a:lnTo>
                  <a:pt x="18000" y="18000"/>
                </a:lnTo>
              </a:path>
            </a:pathLst>
          </a:custGeom>
          <a:noFill/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127-intermediate-meta-domain-2-text"/>
          <p:cNvSpPr txBox="1"/>
          <p:nvPr/>
        </p:nvSpPr>
        <p:spPr>
          <a:xfrm>
            <a:off x="16325850" y="2790825"/>
            <a:ext cx="1419225" cy="7075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Meta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Domain</a:t>
            </a:r>
          </a:p>
        </p:txBody>
      </p:sp>
      <p:sp>
        <p:nvSpPr>
          <p:cNvPr id="129" name="128-meta-domain-ellipsis"/>
          <p:cNvSpPr txBox="1"/>
          <p:nvPr/>
        </p:nvSpPr>
        <p:spPr>
          <a:xfrm>
            <a:off x="15744825" y="3019425"/>
            <a:ext cx="247650" cy="301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130" name="129-left-meta-to-final"/>
          <p:cNvSpPr/>
          <p:nvPr/>
        </p:nvSpPr>
        <p:spPr>
          <a:xfrm>
            <a:off x="14706600" y="3562350"/>
            <a:ext cx="819150" cy="409575"/>
          </a:xfrm>
          <a:custGeom>
            <a:avLst/>
            <a:gdLst/>
            <a:ahLst/>
            <a:cxnLst/>
            <a:rect l="0" t="0" r="r" b="b"/>
            <a:pathLst>
              <a:path w="86000" h="43000" fill="none" stroke="1">
                <a:moveTo>
                  <a:pt x="0" y="0"/>
                </a:moveTo>
                <a:lnTo>
                  <a:pt x="86000" y="43000"/>
                </a:lnTo>
              </a:path>
            </a:pathLst>
          </a:custGeom>
          <a:noFill/>
          <a:ln w="15240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130-left-meta-to-final-arrowhead"/>
          <p:cNvSpPr/>
          <p:nvPr/>
        </p:nvSpPr>
        <p:spPr>
          <a:xfrm>
            <a:off x="15379642" y="3858617"/>
            <a:ext cx="146108" cy="113308"/>
          </a:xfrm>
          <a:custGeom>
            <a:avLst/>
            <a:gdLst/>
            <a:ahLst/>
            <a:cxnLst/>
            <a:rect l="0" t="0" r="r" b="b"/>
            <a:pathLst>
              <a:path w="15339" h="11896" fill="norm" stroke="0">
                <a:moveTo>
                  <a:pt x="15339" y="11896"/>
                </a:moveTo>
                <a:lnTo>
                  <a:pt x="0" y="11270"/>
                </a:lnTo>
                <a:lnTo>
                  <a:pt x="6073" y="7263"/>
                </a:lnTo>
                <a:lnTo>
                  <a:pt x="563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131-right-meta-to-final"/>
          <p:cNvSpPr/>
          <p:nvPr/>
        </p:nvSpPr>
        <p:spPr>
          <a:xfrm>
            <a:off x="16182975" y="3562350"/>
            <a:ext cx="847725" cy="409575"/>
          </a:xfrm>
          <a:custGeom>
            <a:avLst/>
            <a:gdLst/>
            <a:ahLst/>
            <a:cxnLst/>
            <a:rect l="0" t="0" r="r" b="b"/>
            <a:pathLst>
              <a:path w="89000" h="43000" fill="none" stroke="1">
                <a:moveTo>
                  <a:pt x="89000" y="0"/>
                </a:moveTo>
                <a:lnTo>
                  <a:pt x="0" y="43000"/>
                </a:lnTo>
              </a:path>
            </a:pathLst>
          </a:custGeom>
          <a:noFill/>
          <a:ln w="15240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132-right-meta-to-final-arrowhead"/>
          <p:cNvSpPr/>
          <p:nvPr/>
        </p:nvSpPr>
        <p:spPr>
          <a:xfrm>
            <a:off x="16182975" y="3859882"/>
            <a:ext cx="146176" cy="112043"/>
          </a:xfrm>
          <a:custGeom>
            <a:avLst/>
            <a:gdLst/>
            <a:ahLst/>
            <a:cxnLst/>
            <a:rect l="0" t="0" r="r" b="b"/>
            <a:pathLst>
              <a:path w="15347" h="11763" fill="norm" stroke="0">
                <a:moveTo>
                  <a:pt x="0" y="11763"/>
                </a:moveTo>
                <a:lnTo>
                  <a:pt x="9865" y="0"/>
                </a:lnTo>
                <a:lnTo>
                  <a:pt x="9328" y="7256"/>
                </a:lnTo>
                <a:lnTo>
                  <a:pt x="15347" y="1134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133-final-fusion-model-icon"/>
          <p:cNvSpPr/>
          <p:nvPr/>
        </p:nvSpPr>
        <p:spPr>
          <a:xfrm>
            <a:off x="15653557" y="3516901"/>
            <a:ext cx="418730" cy="411012"/>
          </a:xfrm>
          <a:custGeom>
            <a:avLst/>
            <a:gdLst/>
            <a:ahLst/>
            <a:cxnLst/>
            <a:rect l="0" t="0" r="r" b="b"/>
            <a:pathLst>
              <a:path w="43961" h="43151" fill="norm" stroke="0">
                <a:moveTo>
                  <a:pt x="17017" y="0"/>
                </a:moveTo>
                <a:lnTo>
                  <a:pt x="20259" y="0"/>
                </a:lnTo>
                <a:lnTo>
                  <a:pt x="20259" y="203"/>
                </a:lnTo>
                <a:lnTo>
                  <a:pt x="22284" y="405"/>
                </a:lnTo>
                <a:lnTo>
                  <a:pt x="22284" y="608"/>
                </a:lnTo>
                <a:lnTo>
                  <a:pt x="22690" y="608"/>
                </a:lnTo>
                <a:lnTo>
                  <a:pt x="22690" y="810"/>
                </a:lnTo>
                <a:lnTo>
                  <a:pt x="23095" y="810"/>
                </a:lnTo>
                <a:lnTo>
                  <a:pt x="23095" y="1013"/>
                </a:lnTo>
                <a:lnTo>
                  <a:pt x="24310" y="1418"/>
                </a:lnTo>
                <a:lnTo>
                  <a:pt x="24310" y="1621"/>
                </a:lnTo>
                <a:lnTo>
                  <a:pt x="24918" y="1823"/>
                </a:lnTo>
                <a:lnTo>
                  <a:pt x="25526" y="2634"/>
                </a:lnTo>
                <a:lnTo>
                  <a:pt x="26134" y="2634"/>
                </a:lnTo>
                <a:lnTo>
                  <a:pt x="26134" y="2836"/>
                </a:lnTo>
                <a:lnTo>
                  <a:pt x="27349" y="2836"/>
                </a:lnTo>
                <a:lnTo>
                  <a:pt x="27349" y="2634"/>
                </a:lnTo>
                <a:lnTo>
                  <a:pt x="32211" y="2634"/>
                </a:lnTo>
                <a:lnTo>
                  <a:pt x="32211" y="2836"/>
                </a:lnTo>
                <a:lnTo>
                  <a:pt x="32819" y="2836"/>
                </a:lnTo>
                <a:lnTo>
                  <a:pt x="32819" y="3039"/>
                </a:lnTo>
                <a:lnTo>
                  <a:pt x="33427" y="3039"/>
                </a:lnTo>
                <a:lnTo>
                  <a:pt x="33427" y="3241"/>
                </a:lnTo>
                <a:lnTo>
                  <a:pt x="33832" y="3241"/>
                </a:lnTo>
                <a:lnTo>
                  <a:pt x="33832" y="3444"/>
                </a:lnTo>
                <a:lnTo>
                  <a:pt x="34845" y="3647"/>
                </a:lnTo>
                <a:lnTo>
                  <a:pt x="35047" y="4052"/>
                </a:lnTo>
                <a:lnTo>
                  <a:pt x="35858" y="4254"/>
                </a:lnTo>
                <a:lnTo>
                  <a:pt x="36466" y="5065"/>
                </a:lnTo>
                <a:lnTo>
                  <a:pt x="36871" y="5065"/>
                </a:lnTo>
                <a:lnTo>
                  <a:pt x="36871" y="5267"/>
                </a:lnTo>
                <a:lnTo>
                  <a:pt x="38086" y="6280"/>
                </a:lnTo>
                <a:lnTo>
                  <a:pt x="38086" y="6685"/>
                </a:lnTo>
                <a:lnTo>
                  <a:pt x="38694" y="7091"/>
                </a:lnTo>
                <a:lnTo>
                  <a:pt x="38694" y="7496"/>
                </a:lnTo>
                <a:lnTo>
                  <a:pt x="39099" y="7698"/>
                </a:lnTo>
                <a:lnTo>
                  <a:pt x="39099" y="8103"/>
                </a:lnTo>
                <a:lnTo>
                  <a:pt x="39302" y="8103"/>
                </a:lnTo>
                <a:lnTo>
                  <a:pt x="39302" y="8509"/>
                </a:lnTo>
                <a:lnTo>
                  <a:pt x="39504" y="8509"/>
                </a:lnTo>
                <a:lnTo>
                  <a:pt x="39504" y="8914"/>
                </a:lnTo>
                <a:lnTo>
                  <a:pt x="39707" y="8914"/>
                </a:lnTo>
                <a:lnTo>
                  <a:pt x="39707" y="9319"/>
                </a:lnTo>
                <a:lnTo>
                  <a:pt x="39909" y="9319"/>
                </a:lnTo>
                <a:lnTo>
                  <a:pt x="39909" y="10332"/>
                </a:lnTo>
                <a:lnTo>
                  <a:pt x="40112" y="10332"/>
                </a:lnTo>
                <a:lnTo>
                  <a:pt x="40315" y="11953"/>
                </a:lnTo>
                <a:lnTo>
                  <a:pt x="40517" y="11953"/>
                </a:lnTo>
                <a:lnTo>
                  <a:pt x="40517" y="14586"/>
                </a:lnTo>
                <a:lnTo>
                  <a:pt x="40315" y="14586"/>
                </a:lnTo>
                <a:lnTo>
                  <a:pt x="40315" y="15397"/>
                </a:lnTo>
                <a:lnTo>
                  <a:pt x="40112" y="15397"/>
                </a:lnTo>
                <a:lnTo>
                  <a:pt x="40112" y="15802"/>
                </a:lnTo>
                <a:lnTo>
                  <a:pt x="40315" y="15802"/>
                </a:lnTo>
                <a:lnTo>
                  <a:pt x="40315" y="16207"/>
                </a:lnTo>
                <a:lnTo>
                  <a:pt x="40720" y="16409"/>
                </a:lnTo>
                <a:lnTo>
                  <a:pt x="40720" y="16815"/>
                </a:lnTo>
                <a:lnTo>
                  <a:pt x="41530" y="17422"/>
                </a:lnTo>
                <a:lnTo>
                  <a:pt x="41530" y="17828"/>
                </a:lnTo>
                <a:lnTo>
                  <a:pt x="42138" y="18233"/>
                </a:lnTo>
                <a:lnTo>
                  <a:pt x="42543" y="19448"/>
                </a:lnTo>
                <a:lnTo>
                  <a:pt x="42948" y="19651"/>
                </a:lnTo>
                <a:lnTo>
                  <a:pt x="42948" y="20259"/>
                </a:lnTo>
                <a:lnTo>
                  <a:pt x="43151" y="20259"/>
                </a:lnTo>
                <a:lnTo>
                  <a:pt x="43151" y="20866"/>
                </a:lnTo>
                <a:lnTo>
                  <a:pt x="43353" y="20866"/>
                </a:lnTo>
                <a:lnTo>
                  <a:pt x="43353" y="21677"/>
                </a:lnTo>
                <a:lnTo>
                  <a:pt x="43556" y="21677"/>
                </a:lnTo>
                <a:lnTo>
                  <a:pt x="43556" y="22284"/>
                </a:lnTo>
                <a:lnTo>
                  <a:pt x="43759" y="22284"/>
                </a:lnTo>
                <a:lnTo>
                  <a:pt x="43759" y="23703"/>
                </a:lnTo>
                <a:lnTo>
                  <a:pt x="43961" y="23703"/>
                </a:lnTo>
                <a:lnTo>
                  <a:pt x="43961" y="24513"/>
                </a:lnTo>
                <a:lnTo>
                  <a:pt x="43759" y="24513"/>
                </a:lnTo>
                <a:lnTo>
                  <a:pt x="43759" y="26134"/>
                </a:lnTo>
                <a:lnTo>
                  <a:pt x="43556" y="26134"/>
                </a:lnTo>
                <a:lnTo>
                  <a:pt x="43556" y="26741"/>
                </a:lnTo>
                <a:lnTo>
                  <a:pt x="43353" y="26741"/>
                </a:lnTo>
                <a:lnTo>
                  <a:pt x="43353" y="27349"/>
                </a:lnTo>
                <a:lnTo>
                  <a:pt x="43151" y="27349"/>
                </a:lnTo>
                <a:lnTo>
                  <a:pt x="43151" y="28159"/>
                </a:lnTo>
                <a:lnTo>
                  <a:pt x="42948" y="28159"/>
                </a:lnTo>
                <a:lnTo>
                  <a:pt x="42948" y="28565"/>
                </a:lnTo>
                <a:lnTo>
                  <a:pt x="42746" y="28565"/>
                </a:lnTo>
                <a:lnTo>
                  <a:pt x="42746" y="28970"/>
                </a:lnTo>
                <a:lnTo>
                  <a:pt x="42543" y="28970"/>
                </a:lnTo>
                <a:lnTo>
                  <a:pt x="42138" y="30185"/>
                </a:lnTo>
                <a:lnTo>
                  <a:pt x="41530" y="30591"/>
                </a:lnTo>
                <a:lnTo>
                  <a:pt x="41530" y="30996"/>
                </a:lnTo>
                <a:lnTo>
                  <a:pt x="41328" y="30996"/>
                </a:lnTo>
                <a:lnTo>
                  <a:pt x="41328" y="31198"/>
                </a:lnTo>
                <a:lnTo>
                  <a:pt x="41125" y="31198"/>
                </a:lnTo>
                <a:lnTo>
                  <a:pt x="41125" y="31401"/>
                </a:lnTo>
                <a:lnTo>
                  <a:pt x="40922" y="31401"/>
                </a:lnTo>
                <a:lnTo>
                  <a:pt x="39909" y="32616"/>
                </a:lnTo>
                <a:lnTo>
                  <a:pt x="39504" y="32616"/>
                </a:lnTo>
                <a:lnTo>
                  <a:pt x="38897" y="33427"/>
                </a:lnTo>
                <a:lnTo>
                  <a:pt x="38289" y="33427"/>
                </a:lnTo>
                <a:lnTo>
                  <a:pt x="38086" y="33832"/>
                </a:lnTo>
                <a:lnTo>
                  <a:pt x="37681" y="33832"/>
                </a:lnTo>
                <a:lnTo>
                  <a:pt x="37681" y="34034"/>
                </a:lnTo>
                <a:lnTo>
                  <a:pt x="37276" y="34034"/>
                </a:lnTo>
                <a:lnTo>
                  <a:pt x="37276" y="34237"/>
                </a:lnTo>
                <a:lnTo>
                  <a:pt x="36060" y="34440"/>
                </a:lnTo>
                <a:lnTo>
                  <a:pt x="36060" y="34845"/>
                </a:lnTo>
                <a:lnTo>
                  <a:pt x="35655" y="35047"/>
                </a:lnTo>
                <a:lnTo>
                  <a:pt x="35655" y="35655"/>
                </a:lnTo>
                <a:lnTo>
                  <a:pt x="35453" y="35655"/>
                </a:lnTo>
                <a:lnTo>
                  <a:pt x="35453" y="36060"/>
                </a:lnTo>
                <a:lnTo>
                  <a:pt x="35250" y="36060"/>
                </a:lnTo>
                <a:lnTo>
                  <a:pt x="35250" y="36668"/>
                </a:lnTo>
                <a:lnTo>
                  <a:pt x="35047" y="36668"/>
                </a:lnTo>
                <a:lnTo>
                  <a:pt x="34845" y="37681"/>
                </a:lnTo>
                <a:lnTo>
                  <a:pt x="34237" y="38086"/>
                </a:lnTo>
                <a:lnTo>
                  <a:pt x="34034" y="38897"/>
                </a:lnTo>
                <a:lnTo>
                  <a:pt x="33224" y="39504"/>
                </a:lnTo>
                <a:lnTo>
                  <a:pt x="33224" y="39909"/>
                </a:lnTo>
                <a:lnTo>
                  <a:pt x="32616" y="40112"/>
                </a:lnTo>
                <a:lnTo>
                  <a:pt x="32414" y="40720"/>
                </a:lnTo>
                <a:lnTo>
                  <a:pt x="32009" y="40720"/>
                </a:lnTo>
                <a:lnTo>
                  <a:pt x="31603" y="41328"/>
                </a:lnTo>
                <a:lnTo>
                  <a:pt x="31198" y="41328"/>
                </a:lnTo>
                <a:lnTo>
                  <a:pt x="30996" y="41733"/>
                </a:lnTo>
                <a:lnTo>
                  <a:pt x="30591" y="41733"/>
                </a:lnTo>
                <a:lnTo>
                  <a:pt x="30591" y="41935"/>
                </a:lnTo>
                <a:lnTo>
                  <a:pt x="30185" y="41935"/>
                </a:lnTo>
                <a:lnTo>
                  <a:pt x="30185" y="42138"/>
                </a:lnTo>
                <a:lnTo>
                  <a:pt x="29780" y="42138"/>
                </a:lnTo>
                <a:lnTo>
                  <a:pt x="29780" y="42341"/>
                </a:lnTo>
                <a:lnTo>
                  <a:pt x="29375" y="42341"/>
                </a:lnTo>
                <a:lnTo>
                  <a:pt x="29375" y="42543"/>
                </a:lnTo>
                <a:lnTo>
                  <a:pt x="28767" y="42543"/>
                </a:lnTo>
                <a:lnTo>
                  <a:pt x="28767" y="42746"/>
                </a:lnTo>
                <a:lnTo>
                  <a:pt x="27754" y="42948"/>
                </a:lnTo>
                <a:lnTo>
                  <a:pt x="27754" y="43151"/>
                </a:lnTo>
                <a:lnTo>
                  <a:pt x="26944" y="43151"/>
                </a:lnTo>
                <a:lnTo>
                  <a:pt x="22690" y="43151"/>
                </a:lnTo>
                <a:lnTo>
                  <a:pt x="22690" y="42948"/>
                </a:lnTo>
                <a:lnTo>
                  <a:pt x="21879" y="42948"/>
                </a:lnTo>
                <a:lnTo>
                  <a:pt x="21879" y="42746"/>
                </a:lnTo>
                <a:lnTo>
                  <a:pt x="21474" y="42746"/>
                </a:lnTo>
                <a:lnTo>
                  <a:pt x="21474" y="42543"/>
                </a:lnTo>
                <a:lnTo>
                  <a:pt x="21069" y="42543"/>
                </a:lnTo>
                <a:lnTo>
                  <a:pt x="21069" y="42341"/>
                </a:lnTo>
                <a:lnTo>
                  <a:pt x="20461" y="42341"/>
                </a:lnTo>
                <a:lnTo>
                  <a:pt x="20461" y="42138"/>
                </a:lnTo>
                <a:lnTo>
                  <a:pt x="20056" y="42138"/>
                </a:lnTo>
                <a:lnTo>
                  <a:pt x="19853" y="41733"/>
                </a:lnTo>
                <a:lnTo>
                  <a:pt x="19043" y="41530"/>
                </a:lnTo>
                <a:lnTo>
                  <a:pt x="19043" y="41328"/>
                </a:lnTo>
                <a:lnTo>
                  <a:pt x="18841" y="41328"/>
                </a:lnTo>
                <a:lnTo>
                  <a:pt x="18435" y="40720"/>
                </a:lnTo>
                <a:lnTo>
                  <a:pt x="18030" y="40720"/>
                </a:lnTo>
                <a:lnTo>
                  <a:pt x="17828" y="40315"/>
                </a:lnTo>
                <a:lnTo>
                  <a:pt x="16004" y="40517"/>
                </a:lnTo>
                <a:lnTo>
                  <a:pt x="16004" y="40720"/>
                </a:lnTo>
                <a:lnTo>
                  <a:pt x="12358" y="40720"/>
                </a:lnTo>
                <a:lnTo>
                  <a:pt x="12358" y="40517"/>
                </a:lnTo>
                <a:lnTo>
                  <a:pt x="11345" y="40517"/>
                </a:lnTo>
                <a:lnTo>
                  <a:pt x="11345" y="40315"/>
                </a:lnTo>
                <a:lnTo>
                  <a:pt x="10940" y="40315"/>
                </a:lnTo>
                <a:lnTo>
                  <a:pt x="10940" y="40112"/>
                </a:lnTo>
                <a:lnTo>
                  <a:pt x="10332" y="40112"/>
                </a:lnTo>
                <a:lnTo>
                  <a:pt x="10332" y="39909"/>
                </a:lnTo>
                <a:lnTo>
                  <a:pt x="9724" y="39909"/>
                </a:lnTo>
                <a:lnTo>
                  <a:pt x="9724" y="39707"/>
                </a:lnTo>
                <a:lnTo>
                  <a:pt x="8914" y="39504"/>
                </a:lnTo>
                <a:lnTo>
                  <a:pt x="8711" y="39099"/>
                </a:lnTo>
                <a:lnTo>
                  <a:pt x="8306" y="39099"/>
                </a:lnTo>
                <a:lnTo>
                  <a:pt x="8306" y="38897"/>
                </a:lnTo>
                <a:lnTo>
                  <a:pt x="7901" y="38897"/>
                </a:lnTo>
                <a:lnTo>
                  <a:pt x="7496" y="38289"/>
                </a:lnTo>
                <a:lnTo>
                  <a:pt x="7091" y="38289"/>
                </a:lnTo>
                <a:lnTo>
                  <a:pt x="7091" y="38086"/>
                </a:lnTo>
                <a:lnTo>
                  <a:pt x="6888" y="38086"/>
                </a:lnTo>
                <a:lnTo>
                  <a:pt x="6888" y="37884"/>
                </a:lnTo>
                <a:lnTo>
                  <a:pt x="5672" y="36871"/>
                </a:lnTo>
                <a:lnTo>
                  <a:pt x="5672" y="36466"/>
                </a:lnTo>
                <a:lnTo>
                  <a:pt x="5065" y="36060"/>
                </a:lnTo>
                <a:lnTo>
                  <a:pt x="5065" y="35655"/>
                </a:lnTo>
                <a:lnTo>
                  <a:pt x="4862" y="35655"/>
                </a:lnTo>
                <a:lnTo>
                  <a:pt x="4862" y="35250"/>
                </a:lnTo>
                <a:lnTo>
                  <a:pt x="4457" y="35047"/>
                </a:lnTo>
                <a:lnTo>
                  <a:pt x="4254" y="34034"/>
                </a:lnTo>
                <a:lnTo>
                  <a:pt x="4052" y="34034"/>
                </a:lnTo>
                <a:lnTo>
                  <a:pt x="4052" y="33629"/>
                </a:lnTo>
                <a:lnTo>
                  <a:pt x="3849" y="33629"/>
                </a:lnTo>
                <a:lnTo>
                  <a:pt x="3849" y="33224"/>
                </a:lnTo>
                <a:lnTo>
                  <a:pt x="3647" y="33224"/>
                </a:lnTo>
                <a:lnTo>
                  <a:pt x="3647" y="32211"/>
                </a:lnTo>
                <a:lnTo>
                  <a:pt x="3444" y="32211"/>
                </a:lnTo>
                <a:lnTo>
                  <a:pt x="3444" y="27754"/>
                </a:lnTo>
                <a:lnTo>
                  <a:pt x="3647" y="27754"/>
                </a:lnTo>
                <a:lnTo>
                  <a:pt x="3647" y="27349"/>
                </a:lnTo>
                <a:lnTo>
                  <a:pt x="3444" y="27349"/>
                </a:lnTo>
                <a:lnTo>
                  <a:pt x="3444" y="26944"/>
                </a:lnTo>
                <a:lnTo>
                  <a:pt x="2634" y="26336"/>
                </a:lnTo>
                <a:lnTo>
                  <a:pt x="2634" y="25931"/>
                </a:lnTo>
                <a:lnTo>
                  <a:pt x="2026" y="25526"/>
                </a:lnTo>
                <a:lnTo>
                  <a:pt x="2026" y="25121"/>
                </a:lnTo>
                <a:lnTo>
                  <a:pt x="1621" y="24918"/>
                </a:lnTo>
                <a:lnTo>
                  <a:pt x="1621" y="24513"/>
                </a:lnTo>
                <a:lnTo>
                  <a:pt x="1216" y="24310"/>
                </a:lnTo>
                <a:lnTo>
                  <a:pt x="1013" y="23297"/>
                </a:lnTo>
                <a:lnTo>
                  <a:pt x="810" y="23297"/>
                </a:lnTo>
                <a:lnTo>
                  <a:pt x="810" y="22892"/>
                </a:lnTo>
                <a:lnTo>
                  <a:pt x="608" y="22892"/>
                </a:lnTo>
                <a:lnTo>
                  <a:pt x="608" y="22487"/>
                </a:lnTo>
                <a:lnTo>
                  <a:pt x="405" y="22487"/>
                </a:lnTo>
                <a:lnTo>
                  <a:pt x="405" y="21677"/>
                </a:lnTo>
                <a:lnTo>
                  <a:pt x="203" y="21677"/>
                </a:lnTo>
                <a:lnTo>
                  <a:pt x="203" y="20056"/>
                </a:lnTo>
                <a:lnTo>
                  <a:pt x="0" y="20056"/>
                </a:lnTo>
                <a:lnTo>
                  <a:pt x="203" y="16409"/>
                </a:lnTo>
                <a:lnTo>
                  <a:pt x="405" y="16409"/>
                </a:lnTo>
                <a:lnTo>
                  <a:pt x="405" y="15599"/>
                </a:lnTo>
                <a:lnTo>
                  <a:pt x="608" y="15599"/>
                </a:lnTo>
                <a:lnTo>
                  <a:pt x="608" y="15194"/>
                </a:lnTo>
                <a:lnTo>
                  <a:pt x="810" y="15194"/>
                </a:lnTo>
                <a:lnTo>
                  <a:pt x="810" y="14789"/>
                </a:lnTo>
                <a:lnTo>
                  <a:pt x="1013" y="14789"/>
                </a:lnTo>
                <a:lnTo>
                  <a:pt x="1216" y="13776"/>
                </a:lnTo>
                <a:lnTo>
                  <a:pt x="1621" y="13573"/>
                </a:lnTo>
                <a:lnTo>
                  <a:pt x="1621" y="13168"/>
                </a:lnTo>
                <a:lnTo>
                  <a:pt x="2026" y="12966"/>
                </a:lnTo>
                <a:lnTo>
                  <a:pt x="2026" y="12560"/>
                </a:lnTo>
                <a:lnTo>
                  <a:pt x="2634" y="12155"/>
                </a:lnTo>
                <a:lnTo>
                  <a:pt x="2634" y="11750"/>
                </a:lnTo>
                <a:lnTo>
                  <a:pt x="3241" y="11547"/>
                </a:lnTo>
                <a:lnTo>
                  <a:pt x="3647" y="10737"/>
                </a:lnTo>
                <a:lnTo>
                  <a:pt x="4052" y="10737"/>
                </a:lnTo>
                <a:lnTo>
                  <a:pt x="4457" y="10129"/>
                </a:lnTo>
                <a:lnTo>
                  <a:pt x="4862" y="10129"/>
                </a:lnTo>
                <a:lnTo>
                  <a:pt x="4862" y="9927"/>
                </a:lnTo>
                <a:lnTo>
                  <a:pt x="5470" y="9724"/>
                </a:lnTo>
                <a:lnTo>
                  <a:pt x="5672" y="9319"/>
                </a:lnTo>
                <a:lnTo>
                  <a:pt x="6078" y="9319"/>
                </a:lnTo>
                <a:lnTo>
                  <a:pt x="6078" y="9116"/>
                </a:lnTo>
                <a:lnTo>
                  <a:pt x="6888" y="9116"/>
                </a:lnTo>
                <a:lnTo>
                  <a:pt x="6888" y="8914"/>
                </a:lnTo>
                <a:lnTo>
                  <a:pt x="7293" y="8914"/>
                </a:lnTo>
                <a:lnTo>
                  <a:pt x="7698" y="8306"/>
                </a:lnTo>
                <a:lnTo>
                  <a:pt x="8103" y="8306"/>
                </a:lnTo>
                <a:lnTo>
                  <a:pt x="8103" y="7901"/>
                </a:lnTo>
                <a:lnTo>
                  <a:pt x="8306" y="7901"/>
                </a:lnTo>
                <a:lnTo>
                  <a:pt x="8306" y="7091"/>
                </a:lnTo>
                <a:lnTo>
                  <a:pt x="8509" y="7091"/>
                </a:lnTo>
                <a:lnTo>
                  <a:pt x="8711" y="6078"/>
                </a:lnTo>
                <a:lnTo>
                  <a:pt x="9116" y="5875"/>
                </a:lnTo>
                <a:lnTo>
                  <a:pt x="9116" y="5267"/>
                </a:lnTo>
                <a:lnTo>
                  <a:pt x="9522" y="5065"/>
                </a:lnTo>
                <a:lnTo>
                  <a:pt x="9522" y="4659"/>
                </a:lnTo>
                <a:lnTo>
                  <a:pt x="9927" y="4457"/>
                </a:lnTo>
                <a:lnTo>
                  <a:pt x="9927" y="4052"/>
                </a:lnTo>
                <a:lnTo>
                  <a:pt x="10129" y="4052"/>
                </a:lnTo>
                <a:lnTo>
                  <a:pt x="10129" y="3849"/>
                </a:lnTo>
                <a:lnTo>
                  <a:pt x="10332" y="3849"/>
                </a:lnTo>
                <a:lnTo>
                  <a:pt x="10332" y="3647"/>
                </a:lnTo>
                <a:lnTo>
                  <a:pt x="10534" y="3647"/>
                </a:lnTo>
                <a:lnTo>
                  <a:pt x="10534" y="3444"/>
                </a:lnTo>
                <a:lnTo>
                  <a:pt x="10737" y="3444"/>
                </a:lnTo>
                <a:lnTo>
                  <a:pt x="10737" y="3241"/>
                </a:lnTo>
                <a:lnTo>
                  <a:pt x="10940" y="3241"/>
                </a:lnTo>
                <a:lnTo>
                  <a:pt x="11953" y="2026"/>
                </a:lnTo>
                <a:lnTo>
                  <a:pt x="12763" y="1823"/>
                </a:lnTo>
                <a:lnTo>
                  <a:pt x="13168" y="1216"/>
                </a:lnTo>
                <a:lnTo>
                  <a:pt x="14181" y="1013"/>
                </a:lnTo>
                <a:lnTo>
                  <a:pt x="14181" y="810"/>
                </a:lnTo>
                <a:lnTo>
                  <a:pt x="14586" y="810"/>
                </a:lnTo>
                <a:lnTo>
                  <a:pt x="14586" y="608"/>
                </a:lnTo>
                <a:lnTo>
                  <a:pt x="14991" y="608"/>
                </a:lnTo>
                <a:lnTo>
                  <a:pt x="14991" y="405"/>
                </a:lnTo>
                <a:lnTo>
                  <a:pt x="15599" y="405"/>
                </a:lnTo>
                <a:lnTo>
                  <a:pt x="15599" y="203"/>
                </a:lnTo>
                <a:lnTo>
                  <a:pt x="17017" y="203"/>
                </a:lnTo>
                <a:lnTo>
                  <a:pt x="17017" y="0"/>
                </a:lnTo>
                <a:close/>
                <a:moveTo>
                  <a:pt x="18233" y="2431"/>
                </a:moveTo>
                <a:lnTo>
                  <a:pt x="18030" y="2431"/>
                </a:lnTo>
                <a:lnTo>
                  <a:pt x="18030" y="2634"/>
                </a:lnTo>
                <a:lnTo>
                  <a:pt x="16004" y="2634"/>
                </a:lnTo>
                <a:lnTo>
                  <a:pt x="16004" y="2836"/>
                </a:lnTo>
                <a:lnTo>
                  <a:pt x="15599" y="2836"/>
                </a:lnTo>
                <a:lnTo>
                  <a:pt x="15599" y="3039"/>
                </a:lnTo>
                <a:lnTo>
                  <a:pt x="15194" y="3039"/>
                </a:lnTo>
                <a:lnTo>
                  <a:pt x="15194" y="3241"/>
                </a:lnTo>
                <a:lnTo>
                  <a:pt x="14789" y="3241"/>
                </a:lnTo>
                <a:lnTo>
                  <a:pt x="14789" y="3444"/>
                </a:lnTo>
                <a:lnTo>
                  <a:pt x="13776" y="3647"/>
                </a:lnTo>
                <a:lnTo>
                  <a:pt x="13168" y="4457"/>
                </a:lnTo>
                <a:lnTo>
                  <a:pt x="12763" y="4457"/>
                </a:lnTo>
                <a:lnTo>
                  <a:pt x="12763" y="4659"/>
                </a:lnTo>
                <a:lnTo>
                  <a:pt x="12155" y="5065"/>
                </a:lnTo>
                <a:lnTo>
                  <a:pt x="12155" y="5470"/>
                </a:lnTo>
                <a:lnTo>
                  <a:pt x="11547" y="5875"/>
                </a:lnTo>
                <a:lnTo>
                  <a:pt x="11345" y="6685"/>
                </a:lnTo>
                <a:lnTo>
                  <a:pt x="10940" y="6888"/>
                </a:lnTo>
                <a:lnTo>
                  <a:pt x="10737" y="7901"/>
                </a:lnTo>
                <a:lnTo>
                  <a:pt x="10534" y="7901"/>
                </a:lnTo>
                <a:lnTo>
                  <a:pt x="10534" y="8711"/>
                </a:lnTo>
                <a:lnTo>
                  <a:pt x="10332" y="8711"/>
                </a:lnTo>
                <a:lnTo>
                  <a:pt x="10332" y="9319"/>
                </a:lnTo>
                <a:lnTo>
                  <a:pt x="10129" y="9319"/>
                </a:lnTo>
                <a:lnTo>
                  <a:pt x="10129" y="20461"/>
                </a:lnTo>
                <a:lnTo>
                  <a:pt x="10534" y="20664"/>
                </a:lnTo>
                <a:lnTo>
                  <a:pt x="10534" y="21069"/>
                </a:lnTo>
                <a:lnTo>
                  <a:pt x="10940" y="21069"/>
                </a:lnTo>
                <a:lnTo>
                  <a:pt x="11142" y="21474"/>
                </a:lnTo>
                <a:lnTo>
                  <a:pt x="11547" y="21474"/>
                </a:lnTo>
                <a:lnTo>
                  <a:pt x="11547" y="21677"/>
                </a:lnTo>
                <a:lnTo>
                  <a:pt x="11953" y="21677"/>
                </a:lnTo>
                <a:lnTo>
                  <a:pt x="12155" y="22082"/>
                </a:lnTo>
                <a:lnTo>
                  <a:pt x="12966" y="22284"/>
                </a:lnTo>
                <a:lnTo>
                  <a:pt x="13168" y="22690"/>
                </a:lnTo>
                <a:lnTo>
                  <a:pt x="13978" y="22690"/>
                </a:lnTo>
                <a:lnTo>
                  <a:pt x="13978" y="22487"/>
                </a:lnTo>
                <a:lnTo>
                  <a:pt x="14181" y="22487"/>
                </a:lnTo>
                <a:lnTo>
                  <a:pt x="14181" y="21879"/>
                </a:lnTo>
                <a:lnTo>
                  <a:pt x="14181" y="10129"/>
                </a:lnTo>
                <a:lnTo>
                  <a:pt x="14384" y="10129"/>
                </a:lnTo>
                <a:lnTo>
                  <a:pt x="14384" y="9724"/>
                </a:lnTo>
                <a:lnTo>
                  <a:pt x="14586" y="9724"/>
                </a:lnTo>
                <a:lnTo>
                  <a:pt x="14991" y="9116"/>
                </a:lnTo>
                <a:lnTo>
                  <a:pt x="15397" y="9116"/>
                </a:lnTo>
                <a:lnTo>
                  <a:pt x="15802" y="8509"/>
                </a:lnTo>
                <a:lnTo>
                  <a:pt x="16815" y="8306"/>
                </a:lnTo>
                <a:lnTo>
                  <a:pt x="17220" y="7698"/>
                </a:lnTo>
                <a:lnTo>
                  <a:pt x="18435" y="7293"/>
                </a:lnTo>
                <a:lnTo>
                  <a:pt x="18638" y="6888"/>
                </a:lnTo>
                <a:lnTo>
                  <a:pt x="19853" y="6483"/>
                </a:lnTo>
                <a:lnTo>
                  <a:pt x="20056" y="6078"/>
                </a:lnTo>
                <a:lnTo>
                  <a:pt x="21272" y="5672"/>
                </a:lnTo>
                <a:lnTo>
                  <a:pt x="21474" y="5267"/>
                </a:lnTo>
                <a:lnTo>
                  <a:pt x="21879" y="5267"/>
                </a:lnTo>
                <a:lnTo>
                  <a:pt x="21879" y="5065"/>
                </a:lnTo>
                <a:lnTo>
                  <a:pt x="22284" y="5065"/>
                </a:lnTo>
                <a:lnTo>
                  <a:pt x="22284" y="4862"/>
                </a:lnTo>
                <a:lnTo>
                  <a:pt x="22690" y="4862"/>
                </a:lnTo>
                <a:lnTo>
                  <a:pt x="22690" y="4659"/>
                </a:lnTo>
                <a:lnTo>
                  <a:pt x="23095" y="4457"/>
                </a:lnTo>
                <a:lnTo>
                  <a:pt x="23095" y="3647"/>
                </a:lnTo>
                <a:lnTo>
                  <a:pt x="22892" y="3647"/>
                </a:lnTo>
                <a:lnTo>
                  <a:pt x="22892" y="3444"/>
                </a:lnTo>
                <a:lnTo>
                  <a:pt x="22284" y="3444"/>
                </a:lnTo>
                <a:lnTo>
                  <a:pt x="22284" y="3241"/>
                </a:lnTo>
                <a:lnTo>
                  <a:pt x="21879" y="3241"/>
                </a:lnTo>
                <a:lnTo>
                  <a:pt x="21879" y="3039"/>
                </a:lnTo>
                <a:lnTo>
                  <a:pt x="21474" y="3039"/>
                </a:lnTo>
                <a:lnTo>
                  <a:pt x="21474" y="2836"/>
                </a:lnTo>
                <a:lnTo>
                  <a:pt x="21069" y="2836"/>
                </a:lnTo>
                <a:lnTo>
                  <a:pt x="21069" y="2634"/>
                </a:lnTo>
                <a:lnTo>
                  <a:pt x="18233" y="2431"/>
                </a:lnTo>
                <a:close/>
                <a:moveTo>
                  <a:pt x="27552" y="5065"/>
                </a:moveTo>
                <a:lnTo>
                  <a:pt x="27349" y="5065"/>
                </a:lnTo>
                <a:lnTo>
                  <a:pt x="27349" y="5267"/>
                </a:lnTo>
                <a:lnTo>
                  <a:pt x="26741" y="5267"/>
                </a:lnTo>
                <a:lnTo>
                  <a:pt x="26741" y="5470"/>
                </a:lnTo>
                <a:lnTo>
                  <a:pt x="26336" y="5470"/>
                </a:lnTo>
                <a:lnTo>
                  <a:pt x="26336" y="5672"/>
                </a:lnTo>
                <a:lnTo>
                  <a:pt x="25931" y="5672"/>
                </a:lnTo>
                <a:lnTo>
                  <a:pt x="25931" y="5875"/>
                </a:lnTo>
                <a:lnTo>
                  <a:pt x="25323" y="5875"/>
                </a:lnTo>
                <a:lnTo>
                  <a:pt x="25323" y="6078"/>
                </a:lnTo>
                <a:lnTo>
                  <a:pt x="24716" y="6280"/>
                </a:lnTo>
                <a:lnTo>
                  <a:pt x="24513" y="6685"/>
                </a:lnTo>
                <a:lnTo>
                  <a:pt x="23905" y="6685"/>
                </a:lnTo>
                <a:lnTo>
                  <a:pt x="23500" y="7293"/>
                </a:lnTo>
                <a:lnTo>
                  <a:pt x="22487" y="7496"/>
                </a:lnTo>
                <a:lnTo>
                  <a:pt x="22487" y="7698"/>
                </a:lnTo>
                <a:lnTo>
                  <a:pt x="21879" y="7901"/>
                </a:lnTo>
                <a:lnTo>
                  <a:pt x="21677" y="8306"/>
                </a:lnTo>
                <a:lnTo>
                  <a:pt x="21069" y="8306"/>
                </a:lnTo>
                <a:lnTo>
                  <a:pt x="21069" y="8509"/>
                </a:lnTo>
                <a:lnTo>
                  <a:pt x="20461" y="8711"/>
                </a:lnTo>
                <a:lnTo>
                  <a:pt x="20259" y="9116"/>
                </a:lnTo>
                <a:lnTo>
                  <a:pt x="19853" y="9116"/>
                </a:lnTo>
                <a:lnTo>
                  <a:pt x="19853" y="9319"/>
                </a:lnTo>
                <a:lnTo>
                  <a:pt x="19448" y="9319"/>
                </a:lnTo>
                <a:lnTo>
                  <a:pt x="19246" y="9724"/>
                </a:lnTo>
                <a:lnTo>
                  <a:pt x="18030" y="10129"/>
                </a:lnTo>
                <a:lnTo>
                  <a:pt x="17828" y="10534"/>
                </a:lnTo>
                <a:lnTo>
                  <a:pt x="17422" y="10534"/>
                </a:lnTo>
                <a:lnTo>
                  <a:pt x="17422" y="10737"/>
                </a:lnTo>
                <a:lnTo>
                  <a:pt x="16815" y="11142"/>
                </a:lnTo>
                <a:lnTo>
                  <a:pt x="16815" y="11750"/>
                </a:lnTo>
                <a:lnTo>
                  <a:pt x="16612" y="11750"/>
                </a:lnTo>
                <a:lnTo>
                  <a:pt x="16612" y="15194"/>
                </a:lnTo>
                <a:lnTo>
                  <a:pt x="16815" y="15194"/>
                </a:lnTo>
                <a:lnTo>
                  <a:pt x="16815" y="15397"/>
                </a:lnTo>
                <a:lnTo>
                  <a:pt x="17625" y="15397"/>
                </a:lnTo>
                <a:lnTo>
                  <a:pt x="17828" y="14991"/>
                </a:lnTo>
                <a:lnTo>
                  <a:pt x="18233" y="14991"/>
                </a:lnTo>
                <a:lnTo>
                  <a:pt x="18233" y="14789"/>
                </a:lnTo>
                <a:lnTo>
                  <a:pt x="19043" y="14586"/>
                </a:lnTo>
                <a:lnTo>
                  <a:pt x="19246" y="14181"/>
                </a:lnTo>
                <a:lnTo>
                  <a:pt x="20461" y="13776"/>
                </a:lnTo>
                <a:lnTo>
                  <a:pt x="20664" y="13371"/>
                </a:lnTo>
                <a:lnTo>
                  <a:pt x="21474" y="13168"/>
                </a:lnTo>
                <a:lnTo>
                  <a:pt x="21474" y="12966"/>
                </a:lnTo>
                <a:lnTo>
                  <a:pt x="22082" y="12763"/>
                </a:lnTo>
                <a:lnTo>
                  <a:pt x="22284" y="12358"/>
                </a:lnTo>
                <a:lnTo>
                  <a:pt x="22892" y="12358"/>
                </a:lnTo>
                <a:lnTo>
                  <a:pt x="23297" y="11750"/>
                </a:lnTo>
                <a:lnTo>
                  <a:pt x="24310" y="11547"/>
                </a:lnTo>
                <a:lnTo>
                  <a:pt x="24716" y="10940"/>
                </a:lnTo>
                <a:lnTo>
                  <a:pt x="25931" y="10534"/>
                </a:lnTo>
                <a:lnTo>
                  <a:pt x="25931" y="10332"/>
                </a:lnTo>
                <a:lnTo>
                  <a:pt x="26539" y="10129"/>
                </a:lnTo>
                <a:lnTo>
                  <a:pt x="26539" y="9927"/>
                </a:lnTo>
                <a:lnTo>
                  <a:pt x="27349" y="9724"/>
                </a:lnTo>
                <a:lnTo>
                  <a:pt x="27349" y="9522"/>
                </a:lnTo>
                <a:lnTo>
                  <a:pt x="27957" y="9319"/>
                </a:lnTo>
                <a:lnTo>
                  <a:pt x="27957" y="9116"/>
                </a:lnTo>
                <a:lnTo>
                  <a:pt x="28970" y="9116"/>
                </a:lnTo>
                <a:lnTo>
                  <a:pt x="28970" y="9319"/>
                </a:lnTo>
                <a:lnTo>
                  <a:pt x="29375" y="9319"/>
                </a:lnTo>
                <a:lnTo>
                  <a:pt x="29578" y="9724"/>
                </a:lnTo>
                <a:lnTo>
                  <a:pt x="29983" y="9724"/>
                </a:lnTo>
                <a:lnTo>
                  <a:pt x="29983" y="9927"/>
                </a:lnTo>
                <a:lnTo>
                  <a:pt x="30793" y="10129"/>
                </a:lnTo>
                <a:lnTo>
                  <a:pt x="30996" y="10534"/>
                </a:lnTo>
                <a:lnTo>
                  <a:pt x="32211" y="10940"/>
                </a:lnTo>
                <a:lnTo>
                  <a:pt x="32414" y="11345"/>
                </a:lnTo>
                <a:lnTo>
                  <a:pt x="33224" y="11547"/>
                </a:lnTo>
                <a:lnTo>
                  <a:pt x="33224" y="11750"/>
                </a:lnTo>
                <a:lnTo>
                  <a:pt x="33832" y="11953"/>
                </a:lnTo>
                <a:lnTo>
                  <a:pt x="34034" y="12358"/>
                </a:lnTo>
                <a:lnTo>
                  <a:pt x="34642" y="12358"/>
                </a:lnTo>
                <a:lnTo>
                  <a:pt x="34642" y="12560"/>
                </a:lnTo>
                <a:lnTo>
                  <a:pt x="35250" y="12763"/>
                </a:lnTo>
                <a:lnTo>
                  <a:pt x="35453" y="13168"/>
                </a:lnTo>
                <a:lnTo>
                  <a:pt x="36060" y="13168"/>
                </a:lnTo>
                <a:lnTo>
                  <a:pt x="36060" y="13371"/>
                </a:lnTo>
                <a:lnTo>
                  <a:pt x="36263" y="13371"/>
                </a:lnTo>
                <a:lnTo>
                  <a:pt x="36466" y="13776"/>
                </a:lnTo>
                <a:lnTo>
                  <a:pt x="36871" y="13776"/>
                </a:lnTo>
                <a:lnTo>
                  <a:pt x="36871" y="13978"/>
                </a:lnTo>
                <a:lnTo>
                  <a:pt x="37884" y="13978"/>
                </a:lnTo>
                <a:lnTo>
                  <a:pt x="37884" y="13573"/>
                </a:lnTo>
                <a:lnTo>
                  <a:pt x="38086" y="13573"/>
                </a:lnTo>
                <a:lnTo>
                  <a:pt x="38086" y="12763"/>
                </a:lnTo>
                <a:lnTo>
                  <a:pt x="37884" y="12763"/>
                </a:lnTo>
                <a:lnTo>
                  <a:pt x="37884" y="11953"/>
                </a:lnTo>
                <a:lnTo>
                  <a:pt x="37681" y="11953"/>
                </a:lnTo>
                <a:lnTo>
                  <a:pt x="37478" y="10129"/>
                </a:lnTo>
                <a:lnTo>
                  <a:pt x="37276" y="10129"/>
                </a:lnTo>
                <a:lnTo>
                  <a:pt x="37276" y="9724"/>
                </a:lnTo>
                <a:lnTo>
                  <a:pt x="36871" y="9522"/>
                </a:lnTo>
                <a:lnTo>
                  <a:pt x="36466" y="8306"/>
                </a:lnTo>
                <a:lnTo>
                  <a:pt x="36263" y="8306"/>
                </a:lnTo>
                <a:lnTo>
                  <a:pt x="36263" y="8103"/>
                </a:lnTo>
                <a:lnTo>
                  <a:pt x="36060" y="8103"/>
                </a:lnTo>
                <a:lnTo>
                  <a:pt x="36060" y="7901"/>
                </a:lnTo>
                <a:lnTo>
                  <a:pt x="35858" y="7901"/>
                </a:lnTo>
                <a:lnTo>
                  <a:pt x="34845" y="6685"/>
                </a:lnTo>
                <a:lnTo>
                  <a:pt x="34440" y="6685"/>
                </a:lnTo>
                <a:lnTo>
                  <a:pt x="34034" y="6078"/>
                </a:lnTo>
                <a:lnTo>
                  <a:pt x="33022" y="5875"/>
                </a:lnTo>
                <a:lnTo>
                  <a:pt x="33022" y="5672"/>
                </a:lnTo>
                <a:lnTo>
                  <a:pt x="32616" y="5672"/>
                </a:lnTo>
                <a:lnTo>
                  <a:pt x="32616" y="5470"/>
                </a:lnTo>
                <a:lnTo>
                  <a:pt x="32211" y="5470"/>
                </a:lnTo>
                <a:lnTo>
                  <a:pt x="32211" y="5267"/>
                </a:lnTo>
                <a:lnTo>
                  <a:pt x="31603" y="5267"/>
                </a:lnTo>
                <a:lnTo>
                  <a:pt x="31603" y="5065"/>
                </a:lnTo>
                <a:lnTo>
                  <a:pt x="27552" y="5065"/>
                </a:lnTo>
                <a:close/>
                <a:moveTo>
                  <a:pt x="7293" y="11547"/>
                </a:moveTo>
                <a:lnTo>
                  <a:pt x="6685" y="11750"/>
                </a:lnTo>
                <a:lnTo>
                  <a:pt x="6685" y="11953"/>
                </a:lnTo>
                <a:lnTo>
                  <a:pt x="6280" y="11953"/>
                </a:lnTo>
                <a:lnTo>
                  <a:pt x="6078" y="12358"/>
                </a:lnTo>
                <a:lnTo>
                  <a:pt x="5672" y="12358"/>
                </a:lnTo>
                <a:lnTo>
                  <a:pt x="5672" y="12560"/>
                </a:lnTo>
                <a:lnTo>
                  <a:pt x="5470" y="12560"/>
                </a:lnTo>
                <a:lnTo>
                  <a:pt x="5470" y="12763"/>
                </a:lnTo>
                <a:lnTo>
                  <a:pt x="4254" y="13776"/>
                </a:lnTo>
                <a:lnTo>
                  <a:pt x="4254" y="14181"/>
                </a:lnTo>
                <a:lnTo>
                  <a:pt x="3849" y="14384"/>
                </a:lnTo>
                <a:lnTo>
                  <a:pt x="3849" y="14789"/>
                </a:lnTo>
                <a:lnTo>
                  <a:pt x="3444" y="14991"/>
                </a:lnTo>
                <a:lnTo>
                  <a:pt x="3444" y="15397"/>
                </a:lnTo>
                <a:lnTo>
                  <a:pt x="3241" y="15397"/>
                </a:lnTo>
                <a:lnTo>
                  <a:pt x="3241" y="15802"/>
                </a:lnTo>
                <a:lnTo>
                  <a:pt x="3039" y="15802"/>
                </a:lnTo>
                <a:lnTo>
                  <a:pt x="3039" y="16207"/>
                </a:lnTo>
                <a:lnTo>
                  <a:pt x="2836" y="16207"/>
                </a:lnTo>
                <a:lnTo>
                  <a:pt x="2836" y="17017"/>
                </a:lnTo>
                <a:lnTo>
                  <a:pt x="2634" y="17017"/>
                </a:lnTo>
                <a:lnTo>
                  <a:pt x="2634" y="21069"/>
                </a:lnTo>
                <a:lnTo>
                  <a:pt x="2836" y="21069"/>
                </a:lnTo>
                <a:lnTo>
                  <a:pt x="2836" y="21879"/>
                </a:lnTo>
                <a:lnTo>
                  <a:pt x="3241" y="22082"/>
                </a:lnTo>
                <a:lnTo>
                  <a:pt x="3444" y="23095"/>
                </a:lnTo>
                <a:lnTo>
                  <a:pt x="3647" y="23095"/>
                </a:lnTo>
                <a:lnTo>
                  <a:pt x="3647" y="23500"/>
                </a:lnTo>
                <a:lnTo>
                  <a:pt x="4254" y="23905"/>
                </a:lnTo>
                <a:lnTo>
                  <a:pt x="4254" y="24310"/>
                </a:lnTo>
                <a:lnTo>
                  <a:pt x="4457" y="24310"/>
                </a:lnTo>
                <a:lnTo>
                  <a:pt x="4457" y="24513"/>
                </a:lnTo>
                <a:lnTo>
                  <a:pt x="4659" y="24513"/>
                </a:lnTo>
                <a:lnTo>
                  <a:pt x="4659" y="24716"/>
                </a:lnTo>
                <a:lnTo>
                  <a:pt x="4862" y="24716"/>
                </a:lnTo>
                <a:lnTo>
                  <a:pt x="4862" y="24918"/>
                </a:lnTo>
                <a:lnTo>
                  <a:pt x="5065" y="24918"/>
                </a:lnTo>
                <a:lnTo>
                  <a:pt x="6078" y="26134"/>
                </a:lnTo>
                <a:lnTo>
                  <a:pt x="6483" y="26134"/>
                </a:lnTo>
                <a:lnTo>
                  <a:pt x="6483" y="26336"/>
                </a:lnTo>
                <a:lnTo>
                  <a:pt x="6888" y="26336"/>
                </a:lnTo>
                <a:lnTo>
                  <a:pt x="7091" y="26741"/>
                </a:lnTo>
                <a:lnTo>
                  <a:pt x="8306" y="27147"/>
                </a:lnTo>
                <a:lnTo>
                  <a:pt x="8711" y="27754"/>
                </a:lnTo>
                <a:lnTo>
                  <a:pt x="9724" y="27957"/>
                </a:lnTo>
                <a:lnTo>
                  <a:pt x="10129" y="28565"/>
                </a:lnTo>
                <a:lnTo>
                  <a:pt x="11142" y="28767"/>
                </a:lnTo>
                <a:lnTo>
                  <a:pt x="11345" y="29172"/>
                </a:lnTo>
                <a:lnTo>
                  <a:pt x="12155" y="29375"/>
                </a:lnTo>
                <a:lnTo>
                  <a:pt x="12358" y="29780"/>
                </a:lnTo>
                <a:lnTo>
                  <a:pt x="12763" y="29780"/>
                </a:lnTo>
                <a:lnTo>
                  <a:pt x="12763" y="29983"/>
                </a:lnTo>
                <a:lnTo>
                  <a:pt x="13978" y="30388"/>
                </a:lnTo>
                <a:lnTo>
                  <a:pt x="14384" y="30996"/>
                </a:lnTo>
                <a:lnTo>
                  <a:pt x="14991" y="30996"/>
                </a:lnTo>
                <a:lnTo>
                  <a:pt x="14991" y="31198"/>
                </a:lnTo>
                <a:lnTo>
                  <a:pt x="16207" y="30996"/>
                </a:lnTo>
                <a:lnTo>
                  <a:pt x="16409" y="30591"/>
                </a:lnTo>
                <a:lnTo>
                  <a:pt x="16815" y="30591"/>
                </a:lnTo>
                <a:lnTo>
                  <a:pt x="16815" y="30388"/>
                </a:lnTo>
                <a:lnTo>
                  <a:pt x="17625" y="30185"/>
                </a:lnTo>
                <a:lnTo>
                  <a:pt x="17828" y="29780"/>
                </a:lnTo>
                <a:lnTo>
                  <a:pt x="18638" y="29578"/>
                </a:lnTo>
                <a:lnTo>
                  <a:pt x="18638" y="29375"/>
                </a:lnTo>
                <a:lnTo>
                  <a:pt x="18841" y="29375"/>
                </a:lnTo>
                <a:lnTo>
                  <a:pt x="18841" y="28565"/>
                </a:lnTo>
                <a:lnTo>
                  <a:pt x="18435" y="28565"/>
                </a:lnTo>
                <a:lnTo>
                  <a:pt x="18435" y="28362"/>
                </a:lnTo>
                <a:lnTo>
                  <a:pt x="18030" y="28362"/>
                </a:lnTo>
                <a:lnTo>
                  <a:pt x="17828" y="27957"/>
                </a:lnTo>
                <a:lnTo>
                  <a:pt x="16612" y="27552"/>
                </a:lnTo>
                <a:lnTo>
                  <a:pt x="16207" y="26944"/>
                </a:lnTo>
                <a:lnTo>
                  <a:pt x="15194" y="26741"/>
                </a:lnTo>
                <a:lnTo>
                  <a:pt x="14991" y="26336"/>
                </a:lnTo>
                <a:lnTo>
                  <a:pt x="14181" y="26134"/>
                </a:lnTo>
                <a:lnTo>
                  <a:pt x="13978" y="25728"/>
                </a:lnTo>
                <a:lnTo>
                  <a:pt x="12763" y="25323"/>
                </a:lnTo>
                <a:lnTo>
                  <a:pt x="12763" y="25121"/>
                </a:lnTo>
                <a:lnTo>
                  <a:pt x="12155" y="24918"/>
                </a:lnTo>
                <a:lnTo>
                  <a:pt x="11953" y="24513"/>
                </a:lnTo>
                <a:lnTo>
                  <a:pt x="11345" y="24513"/>
                </a:lnTo>
                <a:lnTo>
                  <a:pt x="11345" y="24310"/>
                </a:lnTo>
                <a:lnTo>
                  <a:pt x="10737" y="24108"/>
                </a:lnTo>
                <a:lnTo>
                  <a:pt x="10534" y="23703"/>
                </a:lnTo>
                <a:lnTo>
                  <a:pt x="10129" y="23703"/>
                </a:lnTo>
                <a:lnTo>
                  <a:pt x="10129" y="23500"/>
                </a:lnTo>
                <a:lnTo>
                  <a:pt x="9724" y="23500"/>
                </a:lnTo>
                <a:lnTo>
                  <a:pt x="9522" y="23095"/>
                </a:lnTo>
                <a:lnTo>
                  <a:pt x="8306" y="22690"/>
                </a:lnTo>
                <a:lnTo>
                  <a:pt x="8306" y="22284"/>
                </a:lnTo>
                <a:lnTo>
                  <a:pt x="7698" y="21879"/>
                </a:lnTo>
                <a:lnTo>
                  <a:pt x="7698" y="11953"/>
                </a:lnTo>
                <a:lnTo>
                  <a:pt x="7496" y="11953"/>
                </a:lnTo>
                <a:lnTo>
                  <a:pt x="7293" y="11547"/>
                </a:lnTo>
                <a:close/>
                <a:moveTo>
                  <a:pt x="27957" y="12155"/>
                </a:moveTo>
                <a:lnTo>
                  <a:pt x="27349" y="12358"/>
                </a:lnTo>
                <a:lnTo>
                  <a:pt x="27349" y="12560"/>
                </a:lnTo>
                <a:lnTo>
                  <a:pt x="26944" y="12560"/>
                </a:lnTo>
                <a:lnTo>
                  <a:pt x="26741" y="12966"/>
                </a:lnTo>
                <a:lnTo>
                  <a:pt x="25931" y="13168"/>
                </a:lnTo>
                <a:lnTo>
                  <a:pt x="25728" y="13573"/>
                </a:lnTo>
                <a:lnTo>
                  <a:pt x="25323" y="13573"/>
                </a:lnTo>
                <a:lnTo>
                  <a:pt x="25323" y="13776"/>
                </a:lnTo>
                <a:lnTo>
                  <a:pt x="24918" y="13978"/>
                </a:lnTo>
                <a:lnTo>
                  <a:pt x="24918" y="14586"/>
                </a:lnTo>
                <a:lnTo>
                  <a:pt x="25526" y="14789"/>
                </a:lnTo>
                <a:lnTo>
                  <a:pt x="25526" y="14991"/>
                </a:lnTo>
                <a:lnTo>
                  <a:pt x="25931" y="14991"/>
                </a:lnTo>
                <a:lnTo>
                  <a:pt x="26134" y="15397"/>
                </a:lnTo>
                <a:lnTo>
                  <a:pt x="27349" y="15802"/>
                </a:lnTo>
                <a:lnTo>
                  <a:pt x="27552" y="16207"/>
                </a:lnTo>
                <a:lnTo>
                  <a:pt x="28767" y="16612"/>
                </a:lnTo>
                <a:lnTo>
                  <a:pt x="28970" y="17017"/>
                </a:lnTo>
                <a:lnTo>
                  <a:pt x="30185" y="17422"/>
                </a:lnTo>
                <a:lnTo>
                  <a:pt x="30388" y="17828"/>
                </a:lnTo>
                <a:lnTo>
                  <a:pt x="31603" y="18233"/>
                </a:lnTo>
                <a:lnTo>
                  <a:pt x="32009" y="18841"/>
                </a:lnTo>
                <a:lnTo>
                  <a:pt x="32616" y="18841"/>
                </a:lnTo>
                <a:lnTo>
                  <a:pt x="32616" y="19043"/>
                </a:lnTo>
                <a:lnTo>
                  <a:pt x="33224" y="19246"/>
                </a:lnTo>
                <a:lnTo>
                  <a:pt x="33427" y="19651"/>
                </a:lnTo>
                <a:lnTo>
                  <a:pt x="34034" y="19651"/>
                </a:lnTo>
                <a:lnTo>
                  <a:pt x="34034" y="19853"/>
                </a:lnTo>
                <a:lnTo>
                  <a:pt x="34642" y="20056"/>
                </a:lnTo>
                <a:lnTo>
                  <a:pt x="34845" y="20461"/>
                </a:lnTo>
                <a:lnTo>
                  <a:pt x="35655" y="20664"/>
                </a:lnTo>
                <a:lnTo>
                  <a:pt x="35655" y="21069"/>
                </a:lnTo>
                <a:lnTo>
                  <a:pt x="35858" y="21069"/>
                </a:lnTo>
                <a:lnTo>
                  <a:pt x="35858" y="21474"/>
                </a:lnTo>
                <a:lnTo>
                  <a:pt x="36060" y="21474"/>
                </a:lnTo>
                <a:lnTo>
                  <a:pt x="36060" y="31401"/>
                </a:lnTo>
                <a:lnTo>
                  <a:pt x="36263" y="31401"/>
                </a:lnTo>
                <a:lnTo>
                  <a:pt x="36263" y="31603"/>
                </a:lnTo>
                <a:lnTo>
                  <a:pt x="36871" y="31603"/>
                </a:lnTo>
                <a:lnTo>
                  <a:pt x="36871" y="31401"/>
                </a:lnTo>
                <a:lnTo>
                  <a:pt x="37276" y="31401"/>
                </a:lnTo>
                <a:lnTo>
                  <a:pt x="37276" y="31198"/>
                </a:lnTo>
                <a:lnTo>
                  <a:pt x="37681" y="31198"/>
                </a:lnTo>
                <a:lnTo>
                  <a:pt x="37681" y="30996"/>
                </a:lnTo>
                <a:lnTo>
                  <a:pt x="37884" y="30996"/>
                </a:lnTo>
                <a:lnTo>
                  <a:pt x="38491" y="30185"/>
                </a:lnTo>
                <a:lnTo>
                  <a:pt x="38897" y="30185"/>
                </a:lnTo>
                <a:lnTo>
                  <a:pt x="39099" y="29578"/>
                </a:lnTo>
                <a:lnTo>
                  <a:pt x="39909" y="28970"/>
                </a:lnTo>
                <a:lnTo>
                  <a:pt x="40112" y="28159"/>
                </a:lnTo>
                <a:lnTo>
                  <a:pt x="40315" y="28159"/>
                </a:lnTo>
                <a:lnTo>
                  <a:pt x="40517" y="27552"/>
                </a:lnTo>
                <a:lnTo>
                  <a:pt x="40720" y="27552"/>
                </a:lnTo>
                <a:lnTo>
                  <a:pt x="40922" y="25931"/>
                </a:lnTo>
                <a:lnTo>
                  <a:pt x="41125" y="25931"/>
                </a:lnTo>
                <a:lnTo>
                  <a:pt x="41125" y="25323"/>
                </a:lnTo>
                <a:lnTo>
                  <a:pt x="41328" y="25323"/>
                </a:lnTo>
                <a:lnTo>
                  <a:pt x="41328" y="23095"/>
                </a:lnTo>
                <a:lnTo>
                  <a:pt x="41125" y="23095"/>
                </a:lnTo>
                <a:lnTo>
                  <a:pt x="40922" y="21677"/>
                </a:lnTo>
                <a:lnTo>
                  <a:pt x="40720" y="21677"/>
                </a:lnTo>
                <a:lnTo>
                  <a:pt x="40720" y="20866"/>
                </a:lnTo>
                <a:lnTo>
                  <a:pt x="40517" y="20866"/>
                </a:lnTo>
                <a:lnTo>
                  <a:pt x="40315" y="20056"/>
                </a:lnTo>
                <a:lnTo>
                  <a:pt x="39909" y="19853"/>
                </a:lnTo>
                <a:lnTo>
                  <a:pt x="39909" y="19448"/>
                </a:lnTo>
                <a:lnTo>
                  <a:pt x="39707" y="19448"/>
                </a:lnTo>
                <a:lnTo>
                  <a:pt x="39707" y="19043"/>
                </a:lnTo>
                <a:lnTo>
                  <a:pt x="39099" y="18638"/>
                </a:lnTo>
                <a:lnTo>
                  <a:pt x="39099" y="18233"/>
                </a:lnTo>
                <a:lnTo>
                  <a:pt x="38491" y="18030"/>
                </a:lnTo>
                <a:lnTo>
                  <a:pt x="37884" y="17220"/>
                </a:lnTo>
                <a:lnTo>
                  <a:pt x="37478" y="17220"/>
                </a:lnTo>
                <a:lnTo>
                  <a:pt x="37478" y="17017"/>
                </a:lnTo>
                <a:lnTo>
                  <a:pt x="36871" y="16815"/>
                </a:lnTo>
                <a:lnTo>
                  <a:pt x="36668" y="16409"/>
                </a:lnTo>
                <a:lnTo>
                  <a:pt x="35453" y="16004"/>
                </a:lnTo>
                <a:lnTo>
                  <a:pt x="35250" y="15599"/>
                </a:lnTo>
                <a:lnTo>
                  <a:pt x="34642" y="15599"/>
                </a:lnTo>
                <a:lnTo>
                  <a:pt x="34237" y="14991"/>
                </a:lnTo>
                <a:lnTo>
                  <a:pt x="33832" y="14991"/>
                </a:lnTo>
                <a:lnTo>
                  <a:pt x="33832" y="14789"/>
                </a:lnTo>
                <a:lnTo>
                  <a:pt x="32616" y="14384"/>
                </a:lnTo>
                <a:lnTo>
                  <a:pt x="32414" y="13978"/>
                </a:lnTo>
                <a:lnTo>
                  <a:pt x="31603" y="13776"/>
                </a:lnTo>
                <a:lnTo>
                  <a:pt x="31401" y="13371"/>
                </a:lnTo>
                <a:lnTo>
                  <a:pt x="30185" y="12966"/>
                </a:lnTo>
                <a:lnTo>
                  <a:pt x="30185" y="12763"/>
                </a:lnTo>
                <a:lnTo>
                  <a:pt x="29578" y="12560"/>
                </a:lnTo>
                <a:lnTo>
                  <a:pt x="29578" y="12358"/>
                </a:lnTo>
                <a:lnTo>
                  <a:pt x="27957" y="12155"/>
                </a:lnTo>
                <a:close/>
                <a:moveTo>
                  <a:pt x="21474" y="15802"/>
                </a:moveTo>
                <a:lnTo>
                  <a:pt x="21272" y="15802"/>
                </a:lnTo>
                <a:lnTo>
                  <a:pt x="20866" y="16409"/>
                </a:lnTo>
                <a:lnTo>
                  <a:pt x="19853" y="16612"/>
                </a:lnTo>
                <a:lnTo>
                  <a:pt x="19448" y="17220"/>
                </a:lnTo>
                <a:lnTo>
                  <a:pt x="18841" y="17220"/>
                </a:lnTo>
                <a:lnTo>
                  <a:pt x="18841" y="17422"/>
                </a:lnTo>
                <a:lnTo>
                  <a:pt x="18435" y="17422"/>
                </a:lnTo>
                <a:lnTo>
                  <a:pt x="18233" y="17828"/>
                </a:lnTo>
                <a:lnTo>
                  <a:pt x="17017" y="18233"/>
                </a:lnTo>
                <a:lnTo>
                  <a:pt x="17017" y="18638"/>
                </a:lnTo>
                <a:lnTo>
                  <a:pt x="16815" y="18638"/>
                </a:lnTo>
                <a:lnTo>
                  <a:pt x="16815" y="19043"/>
                </a:lnTo>
                <a:lnTo>
                  <a:pt x="16612" y="19043"/>
                </a:lnTo>
                <a:lnTo>
                  <a:pt x="16612" y="24108"/>
                </a:lnTo>
                <a:lnTo>
                  <a:pt x="16815" y="24108"/>
                </a:lnTo>
                <a:lnTo>
                  <a:pt x="16815" y="24513"/>
                </a:lnTo>
                <a:lnTo>
                  <a:pt x="17220" y="24716"/>
                </a:lnTo>
                <a:lnTo>
                  <a:pt x="17220" y="25121"/>
                </a:lnTo>
                <a:lnTo>
                  <a:pt x="18233" y="25323"/>
                </a:lnTo>
                <a:lnTo>
                  <a:pt x="18435" y="25728"/>
                </a:lnTo>
                <a:lnTo>
                  <a:pt x="18841" y="25728"/>
                </a:lnTo>
                <a:lnTo>
                  <a:pt x="19043" y="26134"/>
                </a:lnTo>
                <a:lnTo>
                  <a:pt x="20259" y="26539"/>
                </a:lnTo>
                <a:lnTo>
                  <a:pt x="20461" y="26944"/>
                </a:lnTo>
                <a:lnTo>
                  <a:pt x="21069" y="26944"/>
                </a:lnTo>
                <a:lnTo>
                  <a:pt x="21272" y="27349"/>
                </a:lnTo>
                <a:lnTo>
                  <a:pt x="22284" y="27349"/>
                </a:lnTo>
                <a:lnTo>
                  <a:pt x="22892" y="27147"/>
                </a:lnTo>
                <a:lnTo>
                  <a:pt x="22892" y="26944"/>
                </a:lnTo>
                <a:lnTo>
                  <a:pt x="23297" y="26944"/>
                </a:lnTo>
                <a:lnTo>
                  <a:pt x="23297" y="26741"/>
                </a:lnTo>
                <a:lnTo>
                  <a:pt x="23703" y="26741"/>
                </a:lnTo>
                <a:lnTo>
                  <a:pt x="23905" y="26336"/>
                </a:lnTo>
                <a:lnTo>
                  <a:pt x="25121" y="25931"/>
                </a:lnTo>
                <a:lnTo>
                  <a:pt x="25323" y="25526"/>
                </a:lnTo>
                <a:lnTo>
                  <a:pt x="26134" y="25323"/>
                </a:lnTo>
                <a:lnTo>
                  <a:pt x="26336" y="24918"/>
                </a:lnTo>
                <a:lnTo>
                  <a:pt x="26741" y="24918"/>
                </a:lnTo>
                <a:lnTo>
                  <a:pt x="26741" y="24513"/>
                </a:lnTo>
                <a:lnTo>
                  <a:pt x="26944" y="24513"/>
                </a:lnTo>
                <a:lnTo>
                  <a:pt x="26944" y="24108"/>
                </a:lnTo>
                <a:lnTo>
                  <a:pt x="27147" y="24108"/>
                </a:lnTo>
                <a:lnTo>
                  <a:pt x="27147" y="19043"/>
                </a:lnTo>
                <a:lnTo>
                  <a:pt x="26944" y="19043"/>
                </a:lnTo>
                <a:lnTo>
                  <a:pt x="26944" y="18435"/>
                </a:lnTo>
                <a:lnTo>
                  <a:pt x="26741" y="18435"/>
                </a:lnTo>
                <a:lnTo>
                  <a:pt x="26741" y="18233"/>
                </a:lnTo>
                <a:lnTo>
                  <a:pt x="25526" y="17828"/>
                </a:lnTo>
                <a:lnTo>
                  <a:pt x="25323" y="17422"/>
                </a:lnTo>
                <a:lnTo>
                  <a:pt x="24108" y="17017"/>
                </a:lnTo>
                <a:lnTo>
                  <a:pt x="23905" y="16612"/>
                </a:lnTo>
                <a:lnTo>
                  <a:pt x="22690" y="16207"/>
                </a:lnTo>
                <a:lnTo>
                  <a:pt x="22487" y="15802"/>
                </a:lnTo>
                <a:lnTo>
                  <a:pt x="21474" y="15802"/>
                </a:lnTo>
                <a:close/>
                <a:moveTo>
                  <a:pt x="29780" y="20461"/>
                </a:moveTo>
                <a:lnTo>
                  <a:pt x="29578" y="20461"/>
                </a:lnTo>
                <a:lnTo>
                  <a:pt x="29578" y="20866"/>
                </a:lnTo>
                <a:lnTo>
                  <a:pt x="29375" y="20866"/>
                </a:lnTo>
                <a:lnTo>
                  <a:pt x="29375" y="33427"/>
                </a:lnTo>
                <a:lnTo>
                  <a:pt x="29172" y="33427"/>
                </a:lnTo>
                <a:lnTo>
                  <a:pt x="28970" y="34034"/>
                </a:lnTo>
                <a:lnTo>
                  <a:pt x="28159" y="34237"/>
                </a:lnTo>
                <a:lnTo>
                  <a:pt x="28159" y="34440"/>
                </a:lnTo>
                <a:lnTo>
                  <a:pt x="27552" y="34642"/>
                </a:lnTo>
                <a:lnTo>
                  <a:pt x="27349" y="35047"/>
                </a:lnTo>
                <a:lnTo>
                  <a:pt x="26336" y="35250"/>
                </a:lnTo>
                <a:lnTo>
                  <a:pt x="25931" y="35858"/>
                </a:lnTo>
                <a:lnTo>
                  <a:pt x="25323" y="35858"/>
                </a:lnTo>
                <a:lnTo>
                  <a:pt x="25323" y="36060"/>
                </a:lnTo>
                <a:lnTo>
                  <a:pt x="24716" y="36263"/>
                </a:lnTo>
                <a:lnTo>
                  <a:pt x="24513" y="36668"/>
                </a:lnTo>
                <a:lnTo>
                  <a:pt x="23905" y="36668"/>
                </a:lnTo>
                <a:lnTo>
                  <a:pt x="23500" y="37276"/>
                </a:lnTo>
                <a:lnTo>
                  <a:pt x="22487" y="37478"/>
                </a:lnTo>
                <a:lnTo>
                  <a:pt x="22082" y="38086"/>
                </a:lnTo>
                <a:lnTo>
                  <a:pt x="21677" y="38086"/>
                </a:lnTo>
                <a:lnTo>
                  <a:pt x="21677" y="38289"/>
                </a:lnTo>
                <a:lnTo>
                  <a:pt x="21272" y="38289"/>
                </a:lnTo>
                <a:lnTo>
                  <a:pt x="21272" y="38491"/>
                </a:lnTo>
                <a:lnTo>
                  <a:pt x="20664" y="38694"/>
                </a:lnTo>
                <a:lnTo>
                  <a:pt x="20664" y="39302"/>
                </a:lnTo>
                <a:lnTo>
                  <a:pt x="20866" y="39302"/>
                </a:lnTo>
                <a:lnTo>
                  <a:pt x="21272" y="39909"/>
                </a:lnTo>
                <a:lnTo>
                  <a:pt x="21879" y="39909"/>
                </a:lnTo>
                <a:lnTo>
                  <a:pt x="21879" y="40112"/>
                </a:lnTo>
                <a:lnTo>
                  <a:pt x="22284" y="40112"/>
                </a:lnTo>
                <a:lnTo>
                  <a:pt x="22284" y="40315"/>
                </a:lnTo>
                <a:lnTo>
                  <a:pt x="22690" y="40315"/>
                </a:lnTo>
                <a:lnTo>
                  <a:pt x="22690" y="40517"/>
                </a:lnTo>
                <a:lnTo>
                  <a:pt x="23297" y="40517"/>
                </a:lnTo>
                <a:lnTo>
                  <a:pt x="23297" y="40720"/>
                </a:lnTo>
                <a:lnTo>
                  <a:pt x="24513" y="40720"/>
                </a:lnTo>
                <a:lnTo>
                  <a:pt x="27147" y="40720"/>
                </a:lnTo>
                <a:lnTo>
                  <a:pt x="27147" y="40517"/>
                </a:lnTo>
                <a:lnTo>
                  <a:pt x="27957" y="40517"/>
                </a:lnTo>
                <a:lnTo>
                  <a:pt x="27957" y="40315"/>
                </a:lnTo>
                <a:lnTo>
                  <a:pt x="28362" y="40315"/>
                </a:lnTo>
                <a:lnTo>
                  <a:pt x="28362" y="40112"/>
                </a:lnTo>
                <a:lnTo>
                  <a:pt x="28767" y="40112"/>
                </a:lnTo>
                <a:lnTo>
                  <a:pt x="28767" y="39909"/>
                </a:lnTo>
                <a:lnTo>
                  <a:pt x="29375" y="39909"/>
                </a:lnTo>
                <a:lnTo>
                  <a:pt x="29578" y="39504"/>
                </a:lnTo>
                <a:lnTo>
                  <a:pt x="29983" y="39504"/>
                </a:lnTo>
                <a:lnTo>
                  <a:pt x="30185" y="39099"/>
                </a:lnTo>
                <a:lnTo>
                  <a:pt x="30591" y="39099"/>
                </a:lnTo>
                <a:lnTo>
                  <a:pt x="30591" y="38897"/>
                </a:lnTo>
                <a:lnTo>
                  <a:pt x="30793" y="38897"/>
                </a:lnTo>
                <a:lnTo>
                  <a:pt x="30793" y="38694"/>
                </a:lnTo>
                <a:lnTo>
                  <a:pt x="32009" y="37681"/>
                </a:lnTo>
                <a:lnTo>
                  <a:pt x="32009" y="37276"/>
                </a:lnTo>
                <a:lnTo>
                  <a:pt x="32616" y="36871"/>
                </a:lnTo>
                <a:lnTo>
                  <a:pt x="32819" y="35858"/>
                </a:lnTo>
                <a:lnTo>
                  <a:pt x="33224" y="35655"/>
                </a:lnTo>
                <a:lnTo>
                  <a:pt x="33224" y="35047"/>
                </a:lnTo>
                <a:lnTo>
                  <a:pt x="33427" y="35047"/>
                </a:lnTo>
                <a:lnTo>
                  <a:pt x="33427" y="34034"/>
                </a:lnTo>
                <a:lnTo>
                  <a:pt x="33629" y="34034"/>
                </a:lnTo>
                <a:lnTo>
                  <a:pt x="33629" y="22892"/>
                </a:lnTo>
                <a:lnTo>
                  <a:pt x="33427" y="22892"/>
                </a:lnTo>
                <a:lnTo>
                  <a:pt x="33427" y="22284"/>
                </a:lnTo>
                <a:lnTo>
                  <a:pt x="33224" y="22284"/>
                </a:lnTo>
                <a:lnTo>
                  <a:pt x="33224" y="22082"/>
                </a:lnTo>
                <a:lnTo>
                  <a:pt x="32414" y="21879"/>
                </a:lnTo>
                <a:lnTo>
                  <a:pt x="32211" y="21474"/>
                </a:lnTo>
                <a:lnTo>
                  <a:pt x="30996" y="21069"/>
                </a:lnTo>
                <a:lnTo>
                  <a:pt x="30996" y="20866"/>
                </a:lnTo>
                <a:lnTo>
                  <a:pt x="30388" y="20664"/>
                </a:lnTo>
                <a:lnTo>
                  <a:pt x="30388" y="20461"/>
                </a:lnTo>
                <a:lnTo>
                  <a:pt x="29780" y="20461"/>
                </a:lnTo>
                <a:close/>
                <a:moveTo>
                  <a:pt x="26336" y="27754"/>
                </a:moveTo>
                <a:lnTo>
                  <a:pt x="26134" y="27754"/>
                </a:lnTo>
                <a:lnTo>
                  <a:pt x="25728" y="28362"/>
                </a:lnTo>
                <a:lnTo>
                  <a:pt x="24513" y="28767"/>
                </a:lnTo>
                <a:lnTo>
                  <a:pt x="24310" y="29172"/>
                </a:lnTo>
                <a:lnTo>
                  <a:pt x="23095" y="29578"/>
                </a:lnTo>
                <a:lnTo>
                  <a:pt x="22892" y="29983"/>
                </a:lnTo>
                <a:lnTo>
                  <a:pt x="21677" y="30388"/>
                </a:lnTo>
                <a:lnTo>
                  <a:pt x="21474" y="30793"/>
                </a:lnTo>
                <a:lnTo>
                  <a:pt x="21069" y="30793"/>
                </a:lnTo>
                <a:lnTo>
                  <a:pt x="21069" y="30996"/>
                </a:lnTo>
                <a:lnTo>
                  <a:pt x="20664" y="30996"/>
                </a:lnTo>
                <a:lnTo>
                  <a:pt x="20461" y="31401"/>
                </a:lnTo>
                <a:lnTo>
                  <a:pt x="20056" y="31401"/>
                </a:lnTo>
                <a:lnTo>
                  <a:pt x="20056" y="31603"/>
                </a:lnTo>
                <a:lnTo>
                  <a:pt x="18841" y="32009"/>
                </a:lnTo>
                <a:lnTo>
                  <a:pt x="18638" y="32414"/>
                </a:lnTo>
                <a:lnTo>
                  <a:pt x="17828" y="32616"/>
                </a:lnTo>
                <a:lnTo>
                  <a:pt x="17625" y="33022"/>
                </a:lnTo>
                <a:lnTo>
                  <a:pt x="17220" y="33022"/>
                </a:lnTo>
                <a:lnTo>
                  <a:pt x="17017" y="33427"/>
                </a:lnTo>
                <a:lnTo>
                  <a:pt x="16409" y="33427"/>
                </a:lnTo>
                <a:lnTo>
                  <a:pt x="16409" y="33629"/>
                </a:lnTo>
                <a:lnTo>
                  <a:pt x="15802" y="33832"/>
                </a:lnTo>
                <a:lnTo>
                  <a:pt x="15802" y="34034"/>
                </a:lnTo>
                <a:lnTo>
                  <a:pt x="14789" y="34034"/>
                </a:lnTo>
                <a:lnTo>
                  <a:pt x="14586" y="33629"/>
                </a:lnTo>
                <a:lnTo>
                  <a:pt x="13573" y="33427"/>
                </a:lnTo>
                <a:lnTo>
                  <a:pt x="13168" y="32819"/>
                </a:lnTo>
                <a:lnTo>
                  <a:pt x="11953" y="32414"/>
                </a:lnTo>
                <a:lnTo>
                  <a:pt x="11750" y="32009"/>
                </a:lnTo>
                <a:lnTo>
                  <a:pt x="10534" y="31603"/>
                </a:lnTo>
                <a:lnTo>
                  <a:pt x="10332" y="31198"/>
                </a:lnTo>
                <a:lnTo>
                  <a:pt x="9116" y="30793"/>
                </a:lnTo>
                <a:lnTo>
                  <a:pt x="8914" y="30388"/>
                </a:lnTo>
                <a:lnTo>
                  <a:pt x="7698" y="29983"/>
                </a:lnTo>
                <a:lnTo>
                  <a:pt x="7496" y="29578"/>
                </a:lnTo>
                <a:lnTo>
                  <a:pt x="7091" y="29578"/>
                </a:lnTo>
                <a:lnTo>
                  <a:pt x="7091" y="29375"/>
                </a:lnTo>
                <a:lnTo>
                  <a:pt x="6685" y="29375"/>
                </a:lnTo>
                <a:lnTo>
                  <a:pt x="6685" y="29172"/>
                </a:lnTo>
                <a:lnTo>
                  <a:pt x="6078" y="29172"/>
                </a:lnTo>
                <a:lnTo>
                  <a:pt x="6078" y="29375"/>
                </a:lnTo>
                <a:lnTo>
                  <a:pt x="5875" y="29375"/>
                </a:lnTo>
                <a:lnTo>
                  <a:pt x="5875" y="31603"/>
                </a:lnTo>
                <a:lnTo>
                  <a:pt x="6078" y="31603"/>
                </a:lnTo>
                <a:lnTo>
                  <a:pt x="6078" y="32414"/>
                </a:lnTo>
                <a:lnTo>
                  <a:pt x="6280" y="32414"/>
                </a:lnTo>
                <a:lnTo>
                  <a:pt x="6280" y="32819"/>
                </a:lnTo>
                <a:lnTo>
                  <a:pt x="6483" y="32819"/>
                </a:lnTo>
                <a:lnTo>
                  <a:pt x="6685" y="33427"/>
                </a:lnTo>
                <a:lnTo>
                  <a:pt x="6685" y="33832"/>
                </a:lnTo>
                <a:lnTo>
                  <a:pt x="6888" y="33832"/>
                </a:lnTo>
                <a:lnTo>
                  <a:pt x="6888" y="34237"/>
                </a:lnTo>
                <a:lnTo>
                  <a:pt x="7496" y="34642"/>
                </a:lnTo>
                <a:lnTo>
                  <a:pt x="7496" y="35047"/>
                </a:lnTo>
                <a:lnTo>
                  <a:pt x="7698" y="35047"/>
                </a:lnTo>
                <a:lnTo>
                  <a:pt x="7698" y="35250"/>
                </a:lnTo>
                <a:lnTo>
                  <a:pt x="7901" y="35250"/>
                </a:lnTo>
                <a:lnTo>
                  <a:pt x="7901" y="35453"/>
                </a:lnTo>
                <a:lnTo>
                  <a:pt x="8103" y="35453"/>
                </a:lnTo>
                <a:lnTo>
                  <a:pt x="9116" y="36668"/>
                </a:lnTo>
                <a:lnTo>
                  <a:pt x="9927" y="36871"/>
                </a:lnTo>
                <a:lnTo>
                  <a:pt x="10129" y="37276"/>
                </a:lnTo>
                <a:lnTo>
                  <a:pt x="11142" y="37478"/>
                </a:lnTo>
                <a:lnTo>
                  <a:pt x="11142" y="37681"/>
                </a:lnTo>
                <a:lnTo>
                  <a:pt x="11953" y="37681"/>
                </a:lnTo>
                <a:lnTo>
                  <a:pt x="11953" y="37884"/>
                </a:lnTo>
                <a:lnTo>
                  <a:pt x="12966" y="38086"/>
                </a:lnTo>
                <a:lnTo>
                  <a:pt x="12966" y="38289"/>
                </a:lnTo>
                <a:lnTo>
                  <a:pt x="15802" y="38289"/>
                </a:lnTo>
                <a:lnTo>
                  <a:pt x="15802" y="38086"/>
                </a:lnTo>
                <a:lnTo>
                  <a:pt x="16409" y="38086"/>
                </a:lnTo>
                <a:lnTo>
                  <a:pt x="16409" y="37884"/>
                </a:lnTo>
                <a:lnTo>
                  <a:pt x="17625" y="37681"/>
                </a:lnTo>
                <a:lnTo>
                  <a:pt x="17625" y="37478"/>
                </a:lnTo>
                <a:lnTo>
                  <a:pt x="18841" y="37073"/>
                </a:lnTo>
                <a:lnTo>
                  <a:pt x="19043" y="36668"/>
                </a:lnTo>
                <a:lnTo>
                  <a:pt x="19651" y="36668"/>
                </a:lnTo>
                <a:lnTo>
                  <a:pt x="20056" y="36060"/>
                </a:lnTo>
                <a:lnTo>
                  <a:pt x="21272" y="35655"/>
                </a:lnTo>
                <a:lnTo>
                  <a:pt x="21474" y="35250"/>
                </a:lnTo>
                <a:lnTo>
                  <a:pt x="22690" y="34845"/>
                </a:lnTo>
                <a:lnTo>
                  <a:pt x="22892" y="34440"/>
                </a:lnTo>
                <a:lnTo>
                  <a:pt x="23297" y="34440"/>
                </a:lnTo>
                <a:lnTo>
                  <a:pt x="23297" y="34237"/>
                </a:lnTo>
                <a:lnTo>
                  <a:pt x="24108" y="34034"/>
                </a:lnTo>
                <a:lnTo>
                  <a:pt x="24310" y="33629"/>
                </a:lnTo>
                <a:lnTo>
                  <a:pt x="25526" y="33224"/>
                </a:lnTo>
                <a:lnTo>
                  <a:pt x="25728" y="32819"/>
                </a:lnTo>
                <a:lnTo>
                  <a:pt x="26539" y="32616"/>
                </a:lnTo>
                <a:lnTo>
                  <a:pt x="26539" y="32414"/>
                </a:lnTo>
                <a:lnTo>
                  <a:pt x="26944" y="32211"/>
                </a:lnTo>
                <a:lnTo>
                  <a:pt x="26944" y="31603"/>
                </a:lnTo>
                <a:lnTo>
                  <a:pt x="27147" y="31603"/>
                </a:lnTo>
                <a:lnTo>
                  <a:pt x="27147" y="28362"/>
                </a:lnTo>
                <a:lnTo>
                  <a:pt x="26944" y="28362"/>
                </a:lnTo>
                <a:lnTo>
                  <a:pt x="26741" y="27754"/>
                </a:lnTo>
                <a:lnTo>
                  <a:pt x="26336" y="2775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134-final-meta-domain"/>
          <p:cNvSpPr/>
          <p:nvPr/>
        </p:nvSpPr>
        <p:spPr>
          <a:xfrm>
            <a:off x="14916150" y="3990975"/>
            <a:ext cx="1924050" cy="990600"/>
          </a:xfrm>
          <a:custGeom>
            <a:avLst/>
            <a:gdLst/>
            <a:ahLst/>
            <a:cxnLst/>
            <a:rect l="0" t="0" r="r" b="b"/>
            <a:pathLst>
              <a:path w="202000" h="104000" fill="norm" stroke="1">
                <a:moveTo>
                  <a:pt x="0" y="0"/>
                </a:moveTo>
                <a:lnTo>
                  <a:pt x="184000" y="0"/>
                </a:lnTo>
                <a:lnTo>
                  <a:pt x="202000" y="18000"/>
                </a:lnTo>
                <a:lnTo>
                  <a:pt x="202000" y="104000"/>
                </a:lnTo>
                <a:lnTo>
                  <a:pt x="0" y="104000"/>
                </a:lnTo>
                <a:close/>
              </a:path>
            </a:pathLst>
          </a:custGeom>
          <a:solidFill>
            <a:srgbClr val="F3FFFB"/>
          </a:solidFill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135-final-meta-domain-fold"/>
          <p:cNvSpPr/>
          <p:nvPr/>
        </p:nvSpPr>
        <p:spPr>
          <a:xfrm>
            <a:off x="16668750" y="3990975"/>
            <a:ext cx="171450" cy="171450"/>
          </a:xfrm>
          <a:custGeom>
            <a:avLst/>
            <a:gdLst/>
            <a:ahLst/>
            <a:cxnLst/>
            <a:rect l="0" t="0" r="r" b="b"/>
            <a:pathLst>
              <a:path w="18000" h="18000" fill="none" stroke="1">
                <a:moveTo>
                  <a:pt x="0" y="0"/>
                </a:moveTo>
                <a:lnTo>
                  <a:pt x="0" y="18000"/>
                </a:lnTo>
                <a:lnTo>
                  <a:pt x="18000" y="18000"/>
                </a:lnTo>
              </a:path>
            </a:pathLst>
          </a:custGeom>
          <a:noFill/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136-final-meta-domain-text"/>
          <p:cNvSpPr txBox="1"/>
          <p:nvPr/>
        </p:nvSpPr>
        <p:spPr>
          <a:xfrm>
            <a:off x="14963775" y="4114800"/>
            <a:ext cx="1828800" cy="7452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Meta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Domain</a:t>
            </a:r>
          </a:p>
        </p:txBody>
      </p:sp>
      <p:sp>
        <p:nvSpPr>
          <p:cNvPr id="138" name="137-atomic-domain-to-fusion"/>
          <p:cNvSpPr/>
          <p:nvPr/>
        </p:nvSpPr>
        <p:spPr>
          <a:xfrm>
            <a:off x="12553950" y="1666875"/>
            <a:ext cx="1047750" cy="2676525"/>
          </a:xfrm>
          <a:custGeom>
            <a:avLst/>
            <a:gdLst/>
            <a:ahLst/>
            <a:cxnLst/>
            <a:rect l="0" t="0" r="r" b="b"/>
            <a:pathLst>
              <a:path w="110000" h="281000" fill="none" stroke="1">
                <a:moveTo>
                  <a:pt x="0" y="281000"/>
                </a:moveTo>
                <a:lnTo>
                  <a:pt x="78000" y="281000"/>
                </a:lnTo>
                <a:lnTo>
                  <a:pt x="78000" y="0"/>
                </a:lnTo>
                <a:lnTo>
                  <a:pt x="110000" y="0"/>
                </a:lnTo>
              </a:path>
            </a:pathLst>
          </a:custGeom>
          <a:noFill/>
          <a:ln w="38100">
            <a:solidFill>
              <a:srgbClr val="336F3C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138-atomic-domain-to-fusion-arrowhead"/>
          <p:cNvSpPr/>
          <p:nvPr/>
        </p:nvSpPr>
        <p:spPr>
          <a:xfrm>
            <a:off x="13411200" y="1581150"/>
            <a:ext cx="190500" cy="171450"/>
          </a:xfrm>
          <a:custGeom>
            <a:avLst/>
            <a:gdLst/>
            <a:ahLst/>
            <a:cxnLst/>
            <a:rect l="0" t="0" r="r" b="b"/>
            <a:pathLst>
              <a:path w="20000" h="18000" fill="norm" stroke="0">
                <a:moveTo>
                  <a:pt x="20000" y="9000"/>
                </a:moveTo>
                <a:lnTo>
                  <a:pt x="0" y="18000"/>
                </a:lnTo>
                <a:lnTo>
                  <a:pt x="5200" y="9000"/>
                </a:lnTo>
                <a:lnTo>
                  <a:pt x="0" y="0"/>
                </a:lnTo>
                <a:close/>
              </a:path>
            </a:pathLst>
          </a:custGeom>
          <a:solidFill>
            <a:srgbClr val="336F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139-task-instruction"/>
          <p:cNvSpPr txBox="1"/>
          <p:nvPr/>
        </p:nvSpPr>
        <p:spPr>
          <a:xfrm>
            <a:off x="819150" y="5686425"/>
            <a:ext cx="3505200" cy="15650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017" b="0" i="1">
                <a:solidFill>
                  <a:srgbClr val="000000"/>
                </a:solidFill>
                <a:latin typeface="Arial"/>
              </a:rPr>
              <a:t>Move the corn from the pot</a:t>
            </a:r>
          </a:p>
          <a:p>
            <a:pPr algn="ctr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017" b="0" i="1">
                <a:solidFill>
                  <a:srgbClr val="000000"/>
                </a:solidFill>
                <a:latin typeface="Arial"/>
              </a:rPr>
              <a:t>into the orange bowl, wipe the</a:t>
            </a:r>
          </a:p>
          <a:p>
            <a:pPr algn="ctr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017" b="0" i="1">
                <a:solidFill>
                  <a:srgbClr val="000000"/>
                </a:solidFill>
                <a:latin typeface="Arial"/>
              </a:rPr>
              <a:t>table with the towel in the</a:t>
            </a:r>
          </a:p>
          <a:p>
            <a:pPr algn="ctr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017" b="0" i="1">
                <a:solidFill>
                  <a:srgbClr val="000000"/>
                </a:solidFill>
                <a:latin typeface="Arial"/>
              </a:rPr>
              <a:t>drawer and put it back to the</a:t>
            </a:r>
          </a:p>
          <a:p>
            <a:pPr algn="ctr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017" b="0" i="1">
                <a:solidFill>
                  <a:srgbClr val="000000"/>
                </a:solidFill>
                <a:latin typeface="Arial"/>
              </a:rPr>
              <a:t>closed drawer.</a:t>
            </a:r>
          </a:p>
        </p:txBody>
      </p:sp>
      <p:pic>
        <p:nvPicPr>
          <p:cNvPr id="141" name="140-planning-initial-scene" descr="140-planning-initial-sce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7486650"/>
            <a:ext cx="3267075" cy="2647950"/>
          </a:xfrm>
          <a:prstGeom prst="rect">
            <a:avLst/>
          </a:prstGeom>
        </p:spPr>
      </p:pic>
      <p:sp>
        <p:nvSpPr>
          <p:cNvPr id="142" name="141-heading-d"/>
          <p:cNvSpPr txBox="1"/>
          <p:nvPr/>
        </p:nvSpPr>
        <p:spPr>
          <a:xfrm>
            <a:off x="4943475" y="5781675"/>
            <a:ext cx="3486150" cy="3897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00000"/>
                </a:solidFill>
                <a:latin typeface="Arial"/>
              </a:rPr>
              <a:t>(d) Problem Generation</a:t>
            </a:r>
          </a:p>
        </p:txBody>
      </p:sp>
      <p:sp>
        <p:nvSpPr>
          <p:cNvPr id="143" name="142-planning-meta-domain"/>
          <p:cNvSpPr/>
          <p:nvPr/>
        </p:nvSpPr>
        <p:spPr>
          <a:xfrm>
            <a:off x="5000625" y="6524625"/>
            <a:ext cx="1390650" cy="904875"/>
          </a:xfrm>
          <a:custGeom>
            <a:avLst/>
            <a:gdLst/>
            <a:ahLst/>
            <a:cxnLst/>
            <a:rect l="0" t="0" r="r" b="b"/>
            <a:pathLst>
              <a:path w="146000" h="95000" fill="norm" stroke="1">
                <a:moveTo>
                  <a:pt x="0" y="0"/>
                </a:moveTo>
                <a:lnTo>
                  <a:pt x="128000" y="0"/>
                </a:lnTo>
                <a:lnTo>
                  <a:pt x="146000" y="18000"/>
                </a:lnTo>
                <a:lnTo>
                  <a:pt x="146000" y="95000"/>
                </a:lnTo>
                <a:lnTo>
                  <a:pt x="0" y="95000"/>
                </a:lnTo>
                <a:close/>
              </a:path>
            </a:pathLst>
          </a:custGeom>
          <a:solidFill>
            <a:srgbClr val="F3FFFB"/>
          </a:solidFill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143-planning-meta-domain-fold"/>
          <p:cNvSpPr/>
          <p:nvPr/>
        </p:nvSpPr>
        <p:spPr>
          <a:xfrm>
            <a:off x="6219825" y="6524625"/>
            <a:ext cx="171450" cy="171450"/>
          </a:xfrm>
          <a:custGeom>
            <a:avLst/>
            <a:gdLst/>
            <a:ahLst/>
            <a:cxnLst/>
            <a:rect l="0" t="0" r="r" b="b"/>
            <a:pathLst>
              <a:path w="18000" h="18000" fill="none" stroke="1">
                <a:moveTo>
                  <a:pt x="0" y="0"/>
                </a:moveTo>
                <a:lnTo>
                  <a:pt x="0" y="18000"/>
                </a:lnTo>
                <a:lnTo>
                  <a:pt x="18000" y="18000"/>
                </a:lnTo>
              </a:path>
            </a:pathLst>
          </a:custGeom>
          <a:noFill/>
          <a:ln w="26669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144-planning-meta-domain-text"/>
          <p:cNvSpPr txBox="1"/>
          <p:nvPr/>
        </p:nvSpPr>
        <p:spPr>
          <a:xfrm>
            <a:off x="5048250" y="6610350"/>
            <a:ext cx="1295400" cy="7075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Meta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Domain</a:t>
            </a:r>
          </a:p>
        </p:txBody>
      </p:sp>
      <p:sp>
        <p:nvSpPr>
          <p:cNvPr id="146" name="145-predicate-grouping-box"/>
          <p:cNvSpPr/>
          <p:nvPr/>
        </p:nvSpPr>
        <p:spPr>
          <a:xfrm>
            <a:off x="6734175" y="6524625"/>
            <a:ext cx="1685925" cy="904875"/>
          </a:xfrm>
          <a:custGeom>
            <a:avLst/>
            <a:gdLst/>
            <a:ahLst/>
            <a:cxnLst/>
            <a:rect l="0" t="0" r="r" b="b"/>
            <a:pathLst>
              <a:path w="177000" h="95000" fill="norm" stroke="0">
                <a:moveTo>
                  <a:pt x="16000" y="0"/>
                </a:moveTo>
                <a:lnTo>
                  <a:pt x="161000" y="0"/>
                </a:lnTo>
                <a:cubicBezTo>
                  <a:pt x="169837" y="0"/>
                  <a:pt x="177000" y="7163"/>
                  <a:pt x="177000" y="16000"/>
                </a:cubicBezTo>
                <a:lnTo>
                  <a:pt x="177000" y="79000"/>
                </a:lnTo>
                <a:cubicBezTo>
                  <a:pt x="177000" y="87837"/>
                  <a:pt x="169837" y="95000"/>
                  <a:pt x="161000" y="95000"/>
                </a:cubicBezTo>
                <a:lnTo>
                  <a:pt x="16000" y="95000"/>
                </a:lnTo>
                <a:cubicBezTo>
                  <a:pt x="7163" y="95000"/>
                  <a:pt x="0" y="87837"/>
                  <a:pt x="0" y="79000"/>
                </a:cubicBezTo>
                <a:lnTo>
                  <a:pt x="0" y="16000"/>
                </a:lnTo>
                <a:cubicBezTo>
                  <a:pt x="0" y="7163"/>
                  <a:pt x="7163" y="0"/>
                  <a:pt x="16000" y="0"/>
                </a:cubicBezTo>
                <a:close/>
              </a:path>
            </a:pathLst>
          </a:custGeom>
          <a:solidFill>
            <a:srgbClr val="DED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146-predicate-grouping-text"/>
          <p:cNvSpPr txBox="1"/>
          <p:nvPr/>
        </p:nvSpPr>
        <p:spPr>
          <a:xfrm>
            <a:off x="6791325" y="6610350"/>
            <a:ext cx="1571625" cy="7075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Predicate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Grouping</a:t>
            </a:r>
          </a:p>
        </p:txBody>
      </p:sp>
      <p:sp>
        <p:nvSpPr>
          <p:cNvPr id="148" name="147-meta-to-grouping"/>
          <p:cNvSpPr/>
          <p:nvPr/>
        </p:nvSpPr>
        <p:spPr>
          <a:xfrm>
            <a:off x="6400800" y="7058025"/>
            <a:ext cx="323850" cy="95"/>
          </a:xfrm>
          <a:custGeom>
            <a:avLst/>
            <a:gdLst/>
            <a:ahLst/>
            <a:cxnLst/>
            <a:rect l="0" t="0" r="r" b="b"/>
            <a:pathLst>
              <a:path w="34000" h="10" fill="none" stroke="1">
                <a:moveTo>
                  <a:pt x="0" y="0"/>
                </a:moveTo>
                <a:lnTo>
                  <a:pt x="34000" y="0"/>
                </a:lnTo>
              </a:path>
            </a:pathLst>
          </a:custGeom>
          <a:noFill/>
          <a:ln w="28575">
            <a:solidFill>
              <a:srgbClr val="50505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148-meta-to-grouping-arrowhead"/>
          <p:cNvSpPr/>
          <p:nvPr/>
        </p:nvSpPr>
        <p:spPr>
          <a:xfrm>
            <a:off x="6553200" y="6980872"/>
            <a:ext cx="171450" cy="154305"/>
          </a:xfrm>
          <a:custGeom>
            <a:avLst/>
            <a:gdLst/>
            <a:ahLst/>
            <a:cxnLst/>
            <a:rect l="0" t="0" r="r" b="b"/>
            <a:pathLst>
              <a:path w="18000" h="16200" fill="norm" stroke="0">
                <a:moveTo>
                  <a:pt x="18000" y="8100"/>
                </a:moveTo>
                <a:lnTo>
                  <a:pt x="0" y="16200"/>
                </a:lnTo>
                <a:lnTo>
                  <a:pt x="4680" y="8100"/>
                </a:lnTo>
                <a:lnTo>
                  <a:pt x="0" y="0"/>
                </a:lnTo>
                <a:close/>
              </a:path>
            </a:pathLst>
          </a:custGeom>
          <a:solidFill>
            <a:srgbClr val="5050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149-grouping-to-filtering"/>
          <p:cNvSpPr/>
          <p:nvPr/>
        </p:nvSpPr>
        <p:spPr>
          <a:xfrm>
            <a:off x="7572375" y="7429500"/>
            <a:ext cx="95" cy="285750"/>
          </a:xfrm>
          <a:custGeom>
            <a:avLst/>
            <a:gdLst/>
            <a:ahLst/>
            <a:cxnLst/>
            <a:rect l="0" t="0" r="r" b="b"/>
            <a:pathLst>
              <a:path w="10" h="30000" fill="none" stroke="1">
                <a:moveTo>
                  <a:pt x="0" y="0"/>
                </a:moveTo>
                <a:lnTo>
                  <a:pt x="0" y="30000"/>
                </a:lnTo>
              </a:path>
            </a:pathLst>
          </a:custGeom>
          <a:noFill/>
          <a:ln w="2476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150-grouping-to-filtering-arrowhead"/>
          <p:cNvSpPr/>
          <p:nvPr/>
        </p:nvSpPr>
        <p:spPr>
          <a:xfrm>
            <a:off x="7499509" y="7553325"/>
            <a:ext cx="145732" cy="161925"/>
          </a:xfrm>
          <a:custGeom>
            <a:avLst/>
            <a:gdLst/>
            <a:ahLst/>
            <a:cxnLst/>
            <a:rect l="0" t="0" r="r" b="b"/>
            <a:pathLst>
              <a:path w="15300" h="17000" fill="norm" stroke="0">
                <a:moveTo>
                  <a:pt x="7650" y="17000"/>
                </a:moveTo>
                <a:lnTo>
                  <a:pt x="0" y="0"/>
                </a:lnTo>
                <a:lnTo>
                  <a:pt x="7650" y="4420"/>
                </a:lnTo>
                <a:lnTo>
                  <a:pt x="153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151-predicate-filtering-box"/>
          <p:cNvSpPr/>
          <p:nvPr/>
        </p:nvSpPr>
        <p:spPr>
          <a:xfrm>
            <a:off x="4972050" y="7734300"/>
            <a:ext cx="3438525" cy="1000125"/>
          </a:xfrm>
          <a:custGeom>
            <a:avLst/>
            <a:gdLst/>
            <a:ahLst/>
            <a:cxnLst/>
            <a:rect l="0" t="0" r="r" b="b"/>
            <a:pathLst>
              <a:path w="361000" h="105000" fill="norm" stroke="0">
                <a:moveTo>
                  <a:pt x="16000" y="0"/>
                </a:moveTo>
                <a:lnTo>
                  <a:pt x="345000" y="0"/>
                </a:lnTo>
                <a:cubicBezTo>
                  <a:pt x="353837" y="0"/>
                  <a:pt x="361000" y="7163"/>
                  <a:pt x="361000" y="16000"/>
                </a:cubicBezTo>
                <a:lnTo>
                  <a:pt x="361000" y="89000"/>
                </a:lnTo>
                <a:cubicBezTo>
                  <a:pt x="361000" y="97837"/>
                  <a:pt x="353837" y="105000"/>
                  <a:pt x="345000" y="105000"/>
                </a:cubicBezTo>
                <a:lnTo>
                  <a:pt x="16000" y="105000"/>
                </a:lnTo>
                <a:cubicBezTo>
                  <a:pt x="7163" y="105000"/>
                  <a:pt x="0" y="97837"/>
                  <a:pt x="0" y="89000"/>
                </a:cubicBezTo>
                <a:lnTo>
                  <a:pt x="0" y="16000"/>
                </a:lnTo>
                <a:cubicBezTo>
                  <a:pt x="0" y="7163"/>
                  <a:pt x="7163" y="0"/>
                  <a:pt x="16000" y="0"/>
                </a:cubicBezTo>
                <a:close/>
              </a:path>
            </a:pathLst>
          </a:custGeom>
          <a:solidFill>
            <a:srgbClr val="DED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152-filtering-model-icon"/>
          <p:cNvSpPr/>
          <p:nvPr/>
        </p:nvSpPr>
        <p:spPr>
          <a:xfrm>
            <a:off x="5131594" y="7989094"/>
            <a:ext cx="516731" cy="507206"/>
          </a:xfrm>
          <a:custGeom>
            <a:avLst/>
            <a:gdLst/>
            <a:ahLst/>
            <a:cxnLst/>
            <a:rect l="0" t="0" r="r" b="b"/>
            <a:pathLst>
              <a:path w="54250" h="53250" fill="norm" stroke="0">
                <a:moveTo>
                  <a:pt x="21000" y="0"/>
                </a:moveTo>
                <a:lnTo>
                  <a:pt x="25000" y="0"/>
                </a:lnTo>
                <a:lnTo>
                  <a:pt x="25000" y="250"/>
                </a:lnTo>
                <a:lnTo>
                  <a:pt x="27500" y="500"/>
                </a:lnTo>
                <a:lnTo>
                  <a:pt x="27500" y="750"/>
                </a:lnTo>
                <a:lnTo>
                  <a:pt x="28000" y="750"/>
                </a:lnTo>
                <a:lnTo>
                  <a:pt x="28000" y="1000"/>
                </a:lnTo>
                <a:lnTo>
                  <a:pt x="28500" y="1000"/>
                </a:lnTo>
                <a:lnTo>
                  <a:pt x="28500" y="1250"/>
                </a:lnTo>
                <a:lnTo>
                  <a:pt x="30000" y="1750"/>
                </a:lnTo>
                <a:lnTo>
                  <a:pt x="30000" y="2000"/>
                </a:lnTo>
                <a:lnTo>
                  <a:pt x="30750" y="2250"/>
                </a:lnTo>
                <a:lnTo>
                  <a:pt x="31500" y="3250"/>
                </a:lnTo>
                <a:lnTo>
                  <a:pt x="32250" y="3250"/>
                </a:lnTo>
                <a:lnTo>
                  <a:pt x="32250" y="3500"/>
                </a:lnTo>
                <a:lnTo>
                  <a:pt x="33750" y="3500"/>
                </a:lnTo>
                <a:lnTo>
                  <a:pt x="33750" y="3250"/>
                </a:lnTo>
                <a:lnTo>
                  <a:pt x="39750" y="3250"/>
                </a:lnTo>
                <a:lnTo>
                  <a:pt x="39750" y="3500"/>
                </a:lnTo>
                <a:lnTo>
                  <a:pt x="40500" y="3500"/>
                </a:lnTo>
                <a:lnTo>
                  <a:pt x="40500" y="3750"/>
                </a:lnTo>
                <a:lnTo>
                  <a:pt x="41250" y="3750"/>
                </a:lnTo>
                <a:lnTo>
                  <a:pt x="41250" y="4000"/>
                </a:lnTo>
                <a:lnTo>
                  <a:pt x="41750" y="4000"/>
                </a:lnTo>
                <a:lnTo>
                  <a:pt x="41750" y="4250"/>
                </a:lnTo>
                <a:lnTo>
                  <a:pt x="43000" y="4500"/>
                </a:lnTo>
                <a:lnTo>
                  <a:pt x="43250" y="5000"/>
                </a:lnTo>
                <a:lnTo>
                  <a:pt x="44250" y="5250"/>
                </a:lnTo>
                <a:lnTo>
                  <a:pt x="45000" y="6250"/>
                </a:lnTo>
                <a:lnTo>
                  <a:pt x="45500" y="6250"/>
                </a:lnTo>
                <a:lnTo>
                  <a:pt x="45500" y="6500"/>
                </a:lnTo>
                <a:lnTo>
                  <a:pt x="47000" y="7750"/>
                </a:lnTo>
                <a:lnTo>
                  <a:pt x="47000" y="8250"/>
                </a:lnTo>
                <a:lnTo>
                  <a:pt x="47750" y="8750"/>
                </a:lnTo>
                <a:lnTo>
                  <a:pt x="47750" y="9250"/>
                </a:lnTo>
                <a:lnTo>
                  <a:pt x="48250" y="9500"/>
                </a:lnTo>
                <a:lnTo>
                  <a:pt x="48250" y="10000"/>
                </a:lnTo>
                <a:lnTo>
                  <a:pt x="48500" y="10000"/>
                </a:lnTo>
                <a:lnTo>
                  <a:pt x="48500" y="10500"/>
                </a:lnTo>
                <a:lnTo>
                  <a:pt x="48750" y="10500"/>
                </a:lnTo>
                <a:lnTo>
                  <a:pt x="48750" y="11000"/>
                </a:lnTo>
                <a:lnTo>
                  <a:pt x="49000" y="11000"/>
                </a:lnTo>
                <a:lnTo>
                  <a:pt x="49000" y="11500"/>
                </a:lnTo>
                <a:lnTo>
                  <a:pt x="49250" y="11500"/>
                </a:lnTo>
                <a:lnTo>
                  <a:pt x="49250" y="12750"/>
                </a:lnTo>
                <a:lnTo>
                  <a:pt x="49500" y="12750"/>
                </a:lnTo>
                <a:lnTo>
                  <a:pt x="49750" y="14750"/>
                </a:lnTo>
                <a:lnTo>
                  <a:pt x="50000" y="14750"/>
                </a:lnTo>
                <a:lnTo>
                  <a:pt x="50000" y="18000"/>
                </a:lnTo>
                <a:lnTo>
                  <a:pt x="49750" y="18000"/>
                </a:lnTo>
                <a:lnTo>
                  <a:pt x="49750" y="19000"/>
                </a:lnTo>
                <a:lnTo>
                  <a:pt x="49500" y="19000"/>
                </a:lnTo>
                <a:lnTo>
                  <a:pt x="49500" y="19500"/>
                </a:lnTo>
                <a:lnTo>
                  <a:pt x="49750" y="19500"/>
                </a:lnTo>
                <a:lnTo>
                  <a:pt x="49750" y="20000"/>
                </a:lnTo>
                <a:lnTo>
                  <a:pt x="50250" y="20250"/>
                </a:lnTo>
                <a:lnTo>
                  <a:pt x="50250" y="20750"/>
                </a:lnTo>
                <a:lnTo>
                  <a:pt x="51250" y="21500"/>
                </a:lnTo>
                <a:lnTo>
                  <a:pt x="51250" y="22000"/>
                </a:lnTo>
                <a:lnTo>
                  <a:pt x="52000" y="22500"/>
                </a:lnTo>
                <a:lnTo>
                  <a:pt x="52500" y="24000"/>
                </a:lnTo>
                <a:lnTo>
                  <a:pt x="53000" y="24250"/>
                </a:lnTo>
                <a:lnTo>
                  <a:pt x="53000" y="25000"/>
                </a:lnTo>
                <a:lnTo>
                  <a:pt x="53250" y="25000"/>
                </a:lnTo>
                <a:lnTo>
                  <a:pt x="53250" y="25750"/>
                </a:lnTo>
                <a:lnTo>
                  <a:pt x="53500" y="25750"/>
                </a:lnTo>
                <a:lnTo>
                  <a:pt x="53500" y="26750"/>
                </a:lnTo>
                <a:lnTo>
                  <a:pt x="53750" y="26750"/>
                </a:lnTo>
                <a:lnTo>
                  <a:pt x="53750" y="27500"/>
                </a:lnTo>
                <a:lnTo>
                  <a:pt x="54000" y="27500"/>
                </a:lnTo>
                <a:lnTo>
                  <a:pt x="54000" y="29250"/>
                </a:lnTo>
                <a:lnTo>
                  <a:pt x="54250" y="29250"/>
                </a:lnTo>
                <a:lnTo>
                  <a:pt x="54250" y="30250"/>
                </a:lnTo>
                <a:lnTo>
                  <a:pt x="54000" y="30250"/>
                </a:lnTo>
                <a:lnTo>
                  <a:pt x="54000" y="32250"/>
                </a:lnTo>
                <a:lnTo>
                  <a:pt x="53750" y="32250"/>
                </a:lnTo>
                <a:lnTo>
                  <a:pt x="53750" y="33000"/>
                </a:lnTo>
                <a:lnTo>
                  <a:pt x="53500" y="33000"/>
                </a:lnTo>
                <a:lnTo>
                  <a:pt x="53500" y="33750"/>
                </a:lnTo>
                <a:lnTo>
                  <a:pt x="53250" y="33750"/>
                </a:lnTo>
                <a:lnTo>
                  <a:pt x="53250" y="34750"/>
                </a:lnTo>
                <a:lnTo>
                  <a:pt x="53000" y="34750"/>
                </a:lnTo>
                <a:lnTo>
                  <a:pt x="53000" y="35250"/>
                </a:lnTo>
                <a:lnTo>
                  <a:pt x="52750" y="35250"/>
                </a:lnTo>
                <a:lnTo>
                  <a:pt x="52750" y="35750"/>
                </a:lnTo>
                <a:lnTo>
                  <a:pt x="52500" y="35750"/>
                </a:lnTo>
                <a:lnTo>
                  <a:pt x="52000" y="37250"/>
                </a:lnTo>
                <a:lnTo>
                  <a:pt x="51250" y="37750"/>
                </a:lnTo>
                <a:lnTo>
                  <a:pt x="51250" y="38250"/>
                </a:lnTo>
                <a:lnTo>
                  <a:pt x="51000" y="38250"/>
                </a:lnTo>
                <a:lnTo>
                  <a:pt x="51000" y="38500"/>
                </a:lnTo>
                <a:lnTo>
                  <a:pt x="50750" y="38500"/>
                </a:lnTo>
                <a:lnTo>
                  <a:pt x="50750" y="38750"/>
                </a:lnTo>
                <a:lnTo>
                  <a:pt x="50500" y="38750"/>
                </a:lnTo>
                <a:lnTo>
                  <a:pt x="49250" y="40250"/>
                </a:lnTo>
                <a:lnTo>
                  <a:pt x="48750" y="40250"/>
                </a:lnTo>
                <a:lnTo>
                  <a:pt x="48000" y="41250"/>
                </a:lnTo>
                <a:lnTo>
                  <a:pt x="47250" y="41250"/>
                </a:lnTo>
                <a:lnTo>
                  <a:pt x="47000" y="41750"/>
                </a:lnTo>
                <a:lnTo>
                  <a:pt x="46500" y="41750"/>
                </a:lnTo>
                <a:lnTo>
                  <a:pt x="46500" y="42000"/>
                </a:lnTo>
                <a:lnTo>
                  <a:pt x="46000" y="42000"/>
                </a:lnTo>
                <a:lnTo>
                  <a:pt x="46000" y="42250"/>
                </a:lnTo>
                <a:lnTo>
                  <a:pt x="44500" y="42500"/>
                </a:lnTo>
                <a:lnTo>
                  <a:pt x="44500" y="43000"/>
                </a:lnTo>
                <a:lnTo>
                  <a:pt x="44000" y="43250"/>
                </a:lnTo>
                <a:lnTo>
                  <a:pt x="44000" y="44000"/>
                </a:lnTo>
                <a:lnTo>
                  <a:pt x="43750" y="44000"/>
                </a:lnTo>
                <a:lnTo>
                  <a:pt x="43750" y="44500"/>
                </a:lnTo>
                <a:lnTo>
                  <a:pt x="43500" y="44500"/>
                </a:lnTo>
                <a:lnTo>
                  <a:pt x="43500" y="45250"/>
                </a:lnTo>
                <a:lnTo>
                  <a:pt x="43250" y="45250"/>
                </a:lnTo>
                <a:lnTo>
                  <a:pt x="43000" y="46500"/>
                </a:lnTo>
                <a:lnTo>
                  <a:pt x="42250" y="47000"/>
                </a:lnTo>
                <a:lnTo>
                  <a:pt x="42000" y="48000"/>
                </a:lnTo>
                <a:lnTo>
                  <a:pt x="41000" y="48750"/>
                </a:lnTo>
                <a:lnTo>
                  <a:pt x="41000" y="49250"/>
                </a:lnTo>
                <a:lnTo>
                  <a:pt x="40250" y="49500"/>
                </a:lnTo>
                <a:lnTo>
                  <a:pt x="40000" y="50250"/>
                </a:lnTo>
                <a:lnTo>
                  <a:pt x="39500" y="50250"/>
                </a:lnTo>
                <a:lnTo>
                  <a:pt x="39000" y="51000"/>
                </a:lnTo>
                <a:lnTo>
                  <a:pt x="38500" y="51000"/>
                </a:lnTo>
                <a:lnTo>
                  <a:pt x="38250" y="51500"/>
                </a:lnTo>
                <a:lnTo>
                  <a:pt x="37750" y="51500"/>
                </a:lnTo>
                <a:lnTo>
                  <a:pt x="37750" y="51750"/>
                </a:lnTo>
                <a:lnTo>
                  <a:pt x="37250" y="51750"/>
                </a:lnTo>
                <a:lnTo>
                  <a:pt x="37250" y="52000"/>
                </a:lnTo>
                <a:lnTo>
                  <a:pt x="36750" y="52000"/>
                </a:lnTo>
                <a:lnTo>
                  <a:pt x="36750" y="52250"/>
                </a:lnTo>
                <a:lnTo>
                  <a:pt x="36250" y="52250"/>
                </a:lnTo>
                <a:lnTo>
                  <a:pt x="36250" y="52500"/>
                </a:lnTo>
                <a:lnTo>
                  <a:pt x="35500" y="52500"/>
                </a:lnTo>
                <a:lnTo>
                  <a:pt x="35500" y="52750"/>
                </a:lnTo>
                <a:lnTo>
                  <a:pt x="34250" y="53000"/>
                </a:lnTo>
                <a:lnTo>
                  <a:pt x="34250" y="53250"/>
                </a:lnTo>
                <a:lnTo>
                  <a:pt x="33250" y="53250"/>
                </a:lnTo>
                <a:lnTo>
                  <a:pt x="28000" y="53250"/>
                </a:lnTo>
                <a:lnTo>
                  <a:pt x="28000" y="53000"/>
                </a:lnTo>
                <a:lnTo>
                  <a:pt x="27000" y="53000"/>
                </a:lnTo>
                <a:lnTo>
                  <a:pt x="27000" y="52750"/>
                </a:lnTo>
                <a:lnTo>
                  <a:pt x="26500" y="52750"/>
                </a:lnTo>
                <a:lnTo>
                  <a:pt x="26500" y="52500"/>
                </a:lnTo>
                <a:lnTo>
                  <a:pt x="26000" y="52500"/>
                </a:lnTo>
                <a:lnTo>
                  <a:pt x="26000" y="52250"/>
                </a:lnTo>
                <a:lnTo>
                  <a:pt x="25250" y="52250"/>
                </a:lnTo>
                <a:lnTo>
                  <a:pt x="25250" y="52000"/>
                </a:lnTo>
                <a:lnTo>
                  <a:pt x="24750" y="52000"/>
                </a:lnTo>
                <a:lnTo>
                  <a:pt x="24500" y="51500"/>
                </a:lnTo>
                <a:lnTo>
                  <a:pt x="23500" y="51250"/>
                </a:lnTo>
                <a:lnTo>
                  <a:pt x="23500" y="51000"/>
                </a:lnTo>
                <a:lnTo>
                  <a:pt x="23250" y="51000"/>
                </a:lnTo>
                <a:lnTo>
                  <a:pt x="22750" y="50250"/>
                </a:lnTo>
                <a:lnTo>
                  <a:pt x="22250" y="50250"/>
                </a:lnTo>
                <a:lnTo>
                  <a:pt x="22000" y="49750"/>
                </a:lnTo>
                <a:lnTo>
                  <a:pt x="19750" y="50000"/>
                </a:lnTo>
                <a:lnTo>
                  <a:pt x="19750" y="50250"/>
                </a:lnTo>
                <a:lnTo>
                  <a:pt x="15250" y="50250"/>
                </a:lnTo>
                <a:lnTo>
                  <a:pt x="15250" y="50000"/>
                </a:lnTo>
                <a:lnTo>
                  <a:pt x="14000" y="50000"/>
                </a:lnTo>
                <a:lnTo>
                  <a:pt x="14000" y="49750"/>
                </a:lnTo>
                <a:lnTo>
                  <a:pt x="13500" y="49750"/>
                </a:lnTo>
                <a:lnTo>
                  <a:pt x="13500" y="49500"/>
                </a:lnTo>
                <a:lnTo>
                  <a:pt x="12750" y="49500"/>
                </a:lnTo>
                <a:lnTo>
                  <a:pt x="12750" y="49250"/>
                </a:lnTo>
                <a:lnTo>
                  <a:pt x="12000" y="49250"/>
                </a:lnTo>
                <a:lnTo>
                  <a:pt x="12000" y="49000"/>
                </a:lnTo>
                <a:lnTo>
                  <a:pt x="11000" y="48750"/>
                </a:lnTo>
                <a:lnTo>
                  <a:pt x="10750" y="48250"/>
                </a:lnTo>
                <a:lnTo>
                  <a:pt x="10250" y="48250"/>
                </a:lnTo>
                <a:lnTo>
                  <a:pt x="10250" y="48000"/>
                </a:lnTo>
                <a:lnTo>
                  <a:pt x="9750" y="48000"/>
                </a:lnTo>
                <a:lnTo>
                  <a:pt x="9250" y="47250"/>
                </a:lnTo>
                <a:lnTo>
                  <a:pt x="8750" y="47250"/>
                </a:lnTo>
                <a:lnTo>
                  <a:pt x="8750" y="47000"/>
                </a:lnTo>
                <a:lnTo>
                  <a:pt x="8500" y="47000"/>
                </a:lnTo>
                <a:lnTo>
                  <a:pt x="8500" y="46750"/>
                </a:lnTo>
                <a:lnTo>
                  <a:pt x="7000" y="45500"/>
                </a:lnTo>
                <a:lnTo>
                  <a:pt x="7000" y="45000"/>
                </a:lnTo>
                <a:lnTo>
                  <a:pt x="6250" y="44500"/>
                </a:lnTo>
                <a:lnTo>
                  <a:pt x="6250" y="44000"/>
                </a:lnTo>
                <a:lnTo>
                  <a:pt x="6000" y="44000"/>
                </a:lnTo>
                <a:lnTo>
                  <a:pt x="6000" y="43500"/>
                </a:lnTo>
                <a:lnTo>
                  <a:pt x="5500" y="43250"/>
                </a:lnTo>
                <a:lnTo>
                  <a:pt x="5250" y="42000"/>
                </a:lnTo>
                <a:lnTo>
                  <a:pt x="5000" y="42000"/>
                </a:lnTo>
                <a:lnTo>
                  <a:pt x="5000" y="41500"/>
                </a:lnTo>
                <a:lnTo>
                  <a:pt x="4750" y="41500"/>
                </a:lnTo>
                <a:lnTo>
                  <a:pt x="4750" y="41000"/>
                </a:lnTo>
                <a:lnTo>
                  <a:pt x="4500" y="41000"/>
                </a:lnTo>
                <a:lnTo>
                  <a:pt x="4500" y="39750"/>
                </a:lnTo>
                <a:lnTo>
                  <a:pt x="4250" y="39750"/>
                </a:lnTo>
                <a:lnTo>
                  <a:pt x="4250" y="34250"/>
                </a:lnTo>
                <a:lnTo>
                  <a:pt x="4500" y="34250"/>
                </a:lnTo>
                <a:lnTo>
                  <a:pt x="4500" y="33750"/>
                </a:lnTo>
                <a:lnTo>
                  <a:pt x="4250" y="33750"/>
                </a:lnTo>
                <a:lnTo>
                  <a:pt x="4250" y="33250"/>
                </a:lnTo>
                <a:lnTo>
                  <a:pt x="3250" y="32500"/>
                </a:lnTo>
                <a:lnTo>
                  <a:pt x="3250" y="32000"/>
                </a:lnTo>
                <a:lnTo>
                  <a:pt x="2500" y="31500"/>
                </a:lnTo>
                <a:lnTo>
                  <a:pt x="2500" y="31000"/>
                </a:lnTo>
                <a:lnTo>
                  <a:pt x="2000" y="30750"/>
                </a:lnTo>
                <a:lnTo>
                  <a:pt x="2000" y="30250"/>
                </a:lnTo>
                <a:lnTo>
                  <a:pt x="1500" y="30000"/>
                </a:lnTo>
                <a:lnTo>
                  <a:pt x="1250" y="28750"/>
                </a:lnTo>
                <a:lnTo>
                  <a:pt x="1000" y="28750"/>
                </a:lnTo>
                <a:lnTo>
                  <a:pt x="1000" y="28250"/>
                </a:lnTo>
                <a:lnTo>
                  <a:pt x="750" y="28250"/>
                </a:lnTo>
                <a:lnTo>
                  <a:pt x="750" y="27750"/>
                </a:lnTo>
                <a:lnTo>
                  <a:pt x="500" y="27750"/>
                </a:lnTo>
                <a:lnTo>
                  <a:pt x="500" y="26750"/>
                </a:lnTo>
                <a:lnTo>
                  <a:pt x="250" y="26750"/>
                </a:lnTo>
                <a:lnTo>
                  <a:pt x="250" y="24750"/>
                </a:lnTo>
                <a:lnTo>
                  <a:pt x="0" y="24750"/>
                </a:lnTo>
                <a:lnTo>
                  <a:pt x="250" y="20250"/>
                </a:lnTo>
                <a:lnTo>
                  <a:pt x="500" y="20250"/>
                </a:lnTo>
                <a:lnTo>
                  <a:pt x="500" y="19250"/>
                </a:lnTo>
                <a:lnTo>
                  <a:pt x="750" y="19250"/>
                </a:lnTo>
                <a:lnTo>
                  <a:pt x="750" y="18750"/>
                </a:lnTo>
                <a:lnTo>
                  <a:pt x="1000" y="18750"/>
                </a:lnTo>
                <a:lnTo>
                  <a:pt x="1000" y="18250"/>
                </a:lnTo>
                <a:lnTo>
                  <a:pt x="1250" y="18250"/>
                </a:lnTo>
                <a:lnTo>
                  <a:pt x="1500" y="17000"/>
                </a:lnTo>
                <a:lnTo>
                  <a:pt x="2000" y="16750"/>
                </a:lnTo>
                <a:lnTo>
                  <a:pt x="2000" y="16250"/>
                </a:lnTo>
                <a:lnTo>
                  <a:pt x="2500" y="16000"/>
                </a:lnTo>
                <a:lnTo>
                  <a:pt x="2500" y="15500"/>
                </a:lnTo>
                <a:lnTo>
                  <a:pt x="3250" y="15000"/>
                </a:lnTo>
                <a:lnTo>
                  <a:pt x="3250" y="14500"/>
                </a:lnTo>
                <a:lnTo>
                  <a:pt x="4000" y="14250"/>
                </a:lnTo>
                <a:lnTo>
                  <a:pt x="4500" y="13250"/>
                </a:lnTo>
                <a:lnTo>
                  <a:pt x="5000" y="13250"/>
                </a:lnTo>
                <a:lnTo>
                  <a:pt x="5500" y="12500"/>
                </a:lnTo>
                <a:lnTo>
                  <a:pt x="6000" y="12500"/>
                </a:lnTo>
                <a:lnTo>
                  <a:pt x="6000" y="12250"/>
                </a:lnTo>
                <a:lnTo>
                  <a:pt x="6750" y="12000"/>
                </a:lnTo>
                <a:lnTo>
                  <a:pt x="7000" y="11500"/>
                </a:lnTo>
                <a:lnTo>
                  <a:pt x="7500" y="11500"/>
                </a:lnTo>
                <a:lnTo>
                  <a:pt x="7500" y="11250"/>
                </a:lnTo>
                <a:lnTo>
                  <a:pt x="8500" y="11250"/>
                </a:lnTo>
                <a:lnTo>
                  <a:pt x="8500" y="11000"/>
                </a:lnTo>
                <a:lnTo>
                  <a:pt x="9000" y="11000"/>
                </a:lnTo>
                <a:lnTo>
                  <a:pt x="9500" y="10250"/>
                </a:lnTo>
                <a:lnTo>
                  <a:pt x="10000" y="10250"/>
                </a:lnTo>
                <a:lnTo>
                  <a:pt x="10000" y="9750"/>
                </a:lnTo>
                <a:lnTo>
                  <a:pt x="10250" y="9750"/>
                </a:lnTo>
                <a:lnTo>
                  <a:pt x="10250" y="8750"/>
                </a:lnTo>
                <a:lnTo>
                  <a:pt x="10500" y="8750"/>
                </a:lnTo>
                <a:lnTo>
                  <a:pt x="10750" y="7500"/>
                </a:lnTo>
                <a:lnTo>
                  <a:pt x="11250" y="7250"/>
                </a:lnTo>
                <a:lnTo>
                  <a:pt x="11250" y="6500"/>
                </a:lnTo>
                <a:lnTo>
                  <a:pt x="11750" y="6250"/>
                </a:lnTo>
                <a:lnTo>
                  <a:pt x="11750" y="5750"/>
                </a:lnTo>
                <a:lnTo>
                  <a:pt x="12250" y="5500"/>
                </a:lnTo>
                <a:lnTo>
                  <a:pt x="12250" y="5000"/>
                </a:lnTo>
                <a:lnTo>
                  <a:pt x="12500" y="5000"/>
                </a:lnTo>
                <a:lnTo>
                  <a:pt x="12500" y="4750"/>
                </a:lnTo>
                <a:lnTo>
                  <a:pt x="12750" y="4750"/>
                </a:lnTo>
                <a:lnTo>
                  <a:pt x="12750" y="4500"/>
                </a:lnTo>
                <a:lnTo>
                  <a:pt x="13000" y="4500"/>
                </a:lnTo>
                <a:lnTo>
                  <a:pt x="13000" y="4250"/>
                </a:lnTo>
                <a:lnTo>
                  <a:pt x="13250" y="4250"/>
                </a:lnTo>
                <a:lnTo>
                  <a:pt x="13250" y="4000"/>
                </a:lnTo>
                <a:lnTo>
                  <a:pt x="13500" y="4000"/>
                </a:lnTo>
                <a:lnTo>
                  <a:pt x="14750" y="2500"/>
                </a:lnTo>
                <a:lnTo>
                  <a:pt x="15750" y="2250"/>
                </a:lnTo>
                <a:lnTo>
                  <a:pt x="16250" y="1500"/>
                </a:lnTo>
                <a:lnTo>
                  <a:pt x="17500" y="1250"/>
                </a:lnTo>
                <a:lnTo>
                  <a:pt x="17500" y="1000"/>
                </a:lnTo>
                <a:lnTo>
                  <a:pt x="18000" y="1000"/>
                </a:lnTo>
                <a:lnTo>
                  <a:pt x="18000" y="750"/>
                </a:lnTo>
                <a:lnTo>
                  <a:pt x="18500" y="750"/>
                </a:lnTo>
                <a:lnTo>
                  <a:pt x="18500" y="500"/>
                </a:lnTo>
                <a:lnTo>
                  <a:pt x="19250" y="500"/>
                </a:lnTo>
                <a:lnTo>
                  <a:pt x="19250" y="250"/>
                </a:lnTo>
                <a:lnTo>
                  <a:pt x="21000" y="250"/>
                </a:lnTo>
                <a:lnTo>
                  <a:pt x="21000" y="0"/>
                </a:lnTo>
                <a:close/>
                <a:moveTo>
                  <a:pt x="22500" y="3000"/>
                </a:moveTo>
                <a:lnTo>
                  <a:pt x="22250" y="3000"/>
                </a:lnTo>
                <a:lnTo>
                  <a:pt x="22250" y="3250"/>
                </a:lnTo>
                <a:lnTo>
                  <a:pt x="19750" y="3250"/>
                </a:lnTo>
                <a:lnTo>
                  <a:pt x="19750" y="3500"/>
                </a:lnTo>
                <a:lnTo>
                  <a:pt x="19250" y="3500"/>
                </a:lnTo>
                <a:lnTo>
                  <a:pt x="19250" y="3750"/>
                </a:lnTo>
                <a:lnTo>
                  <a:pt x="18750" y="3750"/>
                </a:lnTo>
                <a:lnTo>
                  <a:pt x="18750" y="4000"/>
                </a:lnTo>
                <a:lnTo>
                  <a:pt x="18250" y="4000"/>
                </a:lnTo>
                <a:lnTo>
                  <a:pt x="18250" y="4250"/>
                </a:lnTo>
                <a:lnTo>
                  <a:pt x="17000" y="4500"/>
                </a:lnTo>
                <a:lnTo>
                  <a:pt x="16250" y="5500"/>
                </a:lnTo>
                <a:lnTo>
                  <a:pt x="15750" y="5500"/>
                </a:lnTo>
                <a:lnTo>
                  <a:pt x="15750" y="5750"/>
                </a:lnTo>
                <a:lnTo>
                  <a:pt x="15000" y="6250"/>
                </a:lnTo>
                <a:lnTo>
                  <a:pt x="15000" y="6750"/>
                </a:lnTo>
                <a:lnTo>
                  <a:pt x="14250" y="7250"/>
                </a:lnTo>
                <a:lnTo>
                  <a:pt x="14000" y="8250"/>
                </a:lnTo>
                <a:lnTo>
                  <a:pt x="13500" y="8500"/>
                </a:lnTo>
                <a:lnTo>
                  <a:pt x="13250" y="9750"/>
                </a:lnTo>
                <a:lnTo>
                  <a:pt x="13000" y="9750"/>
                </a:lnTo>
                <a:lnTo>
                  <a:pt x="13000" y="10750"/>
                </a:lnTo>
                <a:lnTo>
                  <a:pt x="12750" y="10750"/>
                </a:lnTo>
                <a:lnTo>
                  <a:pt x="12750" y="11500"/>
                </a:lnTo>
                <a:lnTo>
                  <a:pt x="12500" y="11500"/>
                </a:lnTo>
                <a:lnTo>
                  <a:pt x="12500" y="25250"/>
                </a:lnTo>
                <a:lnTo>
                  <a:pt x="13000" y="25500"/>
                </a:lnTo>
                <a:lnTo>
                  <a:pt x="13000" y="26000"/>
                </a:lnTo>
                <a:lnTo>
                  <a:pt x="13500" y="26000"/>
                </a:lnTo>
                <a:lnTo>
                  <a:pt x="13750" y="26500"/>
                </a:lnTo>
                <a:lnTo>
                  <a:pt x="14250" y="26500"/>
                </a:lnTo>
                <a:lnTo>
                  <a:pt x="14250" y="26750"/>
                </a:lnTo>
                <a:lnTo>
                  <a:pt x="14750" y="26750"/>
                </a:lnTo>
                <a:lnTo>
                  <a:pt x="15000" y="27250"/>
                </a:lnTo>
                <a:lnTo>
                  <a:pt x="16000" y="27500"/>
                </a:lnTo>
                <a:lnTo>
                  <a:pt x="16250" y="28000"/>
                </a:lnTo>
                <a:lnTo>
                  <a:pt x="17250" y="28000"/>
                </a:lnTo>
                <a:lnTo>
                  <a:pt x="17250" y="27750"/>
                </a:lnTo>
                <a:lnTo>
                  <a:pt x="17500" y="27750"/>
                </a:lnTo>
                <a:lnTo>
                  <a:pt x="17500" y="27000"/>
                </a:lnTo>
                <a:lnTo>
                  <a:pt x="17500" y="12500"/>
                </a:lnTo>
                <a:lnTo>
                  <a:pt x="17750" y="12500"/>
                </a:lnTo>
                <a:lnTo>
                  <a:pt x="17750" y="12000"/>
                </a:lnTo>
                <a:lnTo>
                  <a:pt x="18000" y="12000"/>
                </a:lnTo>
                <a:lnTo>
                  <a:pt x="18500" y="11250"/>
                </a:lnTo>
                <a:lnTo>
                  <a:pt x="19000" y="11250"/>
                </a:lnTo>
                <a:lnTo>
                  <a:pt x="19500" y="10500"/>
                </a:lnTo>
                <a:lnTo>
                  <a:pt x="20750" y="10250"/>
                </a:lnTo>
                <a:lnTo>
                  <a:pt x="21250" y="9500"/>
                </a:lnTo>
                <a:lnTo>
                  <a:pt x="22750" y="9000"/>
                </a:lnTo>
                <a:lnTo>
                  <a:pt x="23000" y="8500"/>
                </a:lnTo>
                <a:lnTo>
                  <a:pt x="24500" y="8000"/>
                </a:lnTo>
                <a:lnTo>
                  <a:pt x="24750" y="7500"/>
                </a:lnTo>
                <a:lnTo>
                  <a:pt x="26250" y="7000"/>
                </a:lnTo>
                <a:lnTo>
                  <a:pt x="26500" y="6500"/>
                </a:lnTo>
                <a:lnTo>
                  <a:pt x="27000" y="6500"/>
                </a:lnTo>
                <a:lnTo>
                  <a:pt x="27000" y="6250"/>
                </a:lnTo>
                <a:lnTo>
                  <a:pt x="27500" y="6250"/>
                </a:lnTo>
                <a:lnTo>
                  <a:pt x="27500" y="6000"/>
                </a:lnTo>
                <a:lnTo>
                  <a:pt x="28000" y="6000"/>
                </a:lnTo>
                <a:lnTo>
                  <a:pt x="28000" y="5750"/>
                </a:lnTo>
                <a:lnTo>
                  <a:pt x="28500" y="5500"/>
                </a:lnTo>
                <a:lnTo>
                  <a:pt x="28500" y="4500"/>
                </a:lnTo>
                <a:lnTo>
                  <a:pt x="28250" y="4500"/>
                </a:lnTo>
                <a:lnTo>
                  <a:pt x="28250" y="4250"/>
                </a:lnTo>
                <a:lnTo>
                  <a:pt x="27500" y="4250"/>
                </a:lnTo>
                <a:lnTo>
                  <a:pt x="27500" y="4000"/>
                </a:lnTo>
                <a:lnTo>
                  <a:pt x="27000" y="4000"/>
                </a:lnTo>
                <a:lnTo>
                  <a:pt x="27000" y="3750"/>
                </a:lnTo>
                <a:lnTo>
                  <a:pt x="26500" y="3750"/>
                </a:lnTo>
                <a:lnTo>
                  <a:pt x="26500" y="3500"/>
                </a:lnTo>
                <a:lnTo>
                  <a:pt x="26000" y="3500"/>
                </a:lnTo>
                <a:lnTo>
                  <a:pt x="26000" y="3250"/>
                </a:lnTo>
                <a:lnTo>
                  <a:pt x="22500" y="3000"/>
                </a:lnTo>
                <a:close/>
                <a:moveTo>
                  <a:pt x="34000" y="6250"/>
                </a:moveTo>
                <a:lnTo>
                  <a:pt x="33750" y="6250"/>
                </a:lnTo>
                <a:lnTo>
                  <a:pt x="33750" y="6500"/>
                </a:lnTo>
                <a:lnTo>
                  <a:pt x="33000" y="6500"/>
                </a:lnTo>
                <a:lnTo>
                  <a:pt x="33000" y="6750"/>
                </a:lnTo>
                <a:lnTo>
                  <a:pt x="32500" y="6750"/>
                </a:lnTo>
                <a:lnTo>
                  <a:pt x="32500" y="7000"/>
                </a:lnTo>
                <a:lnTo>
                  <a:pt x="32000" y="7000"/>
                </a:lnTo>
                <a:lnTo>
                  <a:pt x="32000" y="7250"/>
                </a:lnTo>
                <a:lnTo>
                  <a:pt x="31250" y="7250"/>
                </a:lnTo>
                <a:lnTo>
                  <a:pt x="31250" y="7500"/>
                </a:lnTo>
                <a:lnTo>
                  <a:pt x="30500" y="7750"/>
                </a:lnTo>
                <a:lnTo>
                  <a:pt x="30250" y="8250"/>
                </a:lnTo>
                <a:lnTo>
                  <a:pt x="29500" y="8250"/>
                </a:lnTo>
                <a:lnTo>
                  <a:pt x="29000" y="9000"/>
                </a:lnTo>
                <a:lnTo>
                  <a:pt x="27750" y="9250"/>
                </a:lnTo>
                <a:lnTo>
                  <a:pt x="27750" y="9500"/>
                </a:lnTo>
                <a:lnTo>
                  <a:pt x="27000" y="9750"/>
                </a:lnTo>
                <a:lnTo>
                  <a:pt x="26750" y="10250"/>
                </a:lnTo>
                <a:lnTo>
                  <a:pt x="26000" y="10250"/>
                </a:lnTo>
                <a:lnTo>
                  <a:pt x="26000" y="10500"/>
                </a:lnTo>
                <a:lnTo>
                  <a:pt x="25250" y="10750"/>
                </a:lnTo>
                <a:lnTo>
                  <a:pt x="25000" y="11250"/>
                </a:lnTo>
                <a:lnTo>
                  <a:pt x="24500" y="11250"/>
                </a:lnTo>
                <a:lnTo>
                  <a:pt x="24500" y="11500"/>
                </a:lnTo>
                <a:lnTo>
                  <a:pt x="24000" y="11500"/>
                </a:lnTo>
                <a:lnTo>
                  <a:pt x="23750" y="12000"/>
                </a:lnTo>
                <a:lnTo>
                  <a:pt x="22250" y="12500"/>
                </a:lnTo>
                <a:lnTo>
                  <a:pt x="22000" y="13000"/>
                </a:lnTo>
                <a:lnTo>
                  <a:pt x="21500" y="13000"/>
                </a:lnTo>
                <a:lnTo>
                  <a:pt x="21500" y="13250"/>
                </a:lnTo>
                <a:lnTo>
                  <a:pt x="20750" y="13750"/>
                </a:lnTo>
                <a:lnTo>
                  <a:pt x="20750" y="14500"/>
                </a:lnTo>
                <a:lnTo>
                  <a:pt x="20500" y="14500"/>
                </a:lnTo>
                <a:lnTo>
                  <a:pt x="20500" y="18750"/>
                </a:lnTo>
                <a:lnTo>
                  <a:pt x="20750" y="18750"/>
                </a:lnTo>
                <a:lnTo>
                  <a:pt x="20750" y="19000"/>
                </a:lnTo>
                <a:lnTo>
                  <a:pt x="21750" y="19000"/>
                </a:lnTo>
                <a:lnTo>
                  <a:pt x="22000" y="18500"/>
                </a:lnTo>
                <a:lnTo>
                  <a:pt x="22500" y="18500"/>
                </a:lnTo>
                <a:lnTo>
                  <a:pt x="22500" y="18250"/>
                </a:lnTo>
                <a:lnTo>
                  <a:pt x="23500" y="18000"/>
                </a:lnTo>
                <a:lnTo>
                  <a:pt x="23750" y="17500"/>
                </a:lnTo>
                <a:lnTo>
                  <a:pt x="25250" y="17000"/>
                </a:lnTo>
                <a:lnTo>
                  <a:pt x="25500" y="16500"/>
                </a:lnTo>
                <a:lnTo>
                  <a:pt x="26500" y="16250"/>
                </a:lnTo>
                <a:lnTo>
                  <a:pt x="26500" y="16000"/>
                </a:lnTo>
                <a:lnTo>
                  <a:pt x="27250" y="15750"/>
                </a:lnTo>
                <a:lnTo>
                  <a:pt x="27500" y="15250"/>
                </a:lnTo>
                <a:lnTo>
                  <a:pt x="28250" y="15250"/>
                </a:lnTo>
                <a:lnTo>
                  <a:pt x="28750" y="14500"/>
                </a:lnTo>
                <a:lnTo>
                  <a:pt x="30000" y="14250"/>
                </a:lnTo>
                <a:lnTo>
                  <a:pt x="30500" y="13500"/>
                </a:lnTo>
                <a:lnTo>
                  <a:pt x="32000" y="13000"/>
                </a:lnTo>
                <a:lnTo>
                  <a:pt x="32000" y="12750"/>
                </a:lnTo>
                <a:lnTo>
                  <a:pt x="32750" y="12500"/>
                </a:lnTo>
                <a:lnTo>
                  <a:pt x="32750" y="12250"/>
                </a:lnTo>
                <a:lnTo>
                  <a:pt x="33750" y="12000"/>
                </a:lnTo>
                <a:lnTo>
                  <a:pt x="33750" y="11750"/>
                </a:lnTo>
                <a:lnTo>
                  <a:pt x="34500" y="11500"/>
                </a:lnTo>
                <a:lnTo>
                  <a:pt x="34500" y="11250"/>
                </a:lnTo>
                <a:lnTo>
                  <a:pt x="35750" y="11250"/>
                </a:lnTo>
                <a:lnTo>
                  <a:pt x="35750" y="11500"/>
                </a:lnTo>
                <a:lnTo>
                  <a:pt x="36250" y="11500"/>
                </a:lnTo>
                <a:lnTo>
                  <a:pt x="36500" y="12000"/>
                </a:lnTo>
                <a:lnTo>
                  <a:pt x="37000" y="12000"/>
                </a:lnTo>
                <a:lnTo>
                  <a:pt x="37000" y="12250"/>
                </a:lnTo>
                <a:lnTo>
                  <a:pt x="38000" y="12500"/>
                </a:lnTo>
                <a:lnTo>
                  <a:pt x="38250" y="13000"/>
                </a:lnTo>
                <a:lnTo>
                  <a:pt x="39750" y="13500"/>
                </a:lnTo>
                <a:lnTo>
                  <a:pt x="40000" y="14000"/>
                </a:lnTo>
                <a:lnTo>
                  <a:pt x="41000" y="14250"/>
                </a:lnTo>
                <a:lnTo>
                  <a:pt x="41000" y="14500"/>
                </a:lnTo>
                <a:lnTo>
                  <a:pt x="41750" y="14750"/>
                </a:lnTo>
                <a:lnTo>
                  <a:pt x="42000" y="15250"/>
                </a:lnTo>
                <a:lnTo>
                  <a:pt x="42750" y="15250"/>
                </a:lnTo>
                <a:lnTo>
                  <a:pt x="42750" y="15500"/>
                </a:lnTo>
                <a:lnTo>
                  <a:pt x="43500" y="15750"/>
                </a:lnTo>
                <a:lnTo>
                  <a:pt x="43750" y="16250"/>
                </a:lnTo>
                <a:lnTo>
                  <a:pt x="44500" y="16250"/>
                </a:lnTo>
                <a:lnTo>
                  <a:pt x="44500" y="16500"/>
                </a:lnTo>
                <a:lnTo>
                  <a:pt x="44750" y="16500"/>
                </a:lnTo>
                <a:lnTo>
                  <a:pt x="45000" y="17000"/>
                </a:lnTo>
                <a:lnTo>
                  <a:pt x="45500" y="17000"/>
                </a:lnTo>
                <a:lnTo>
                  <a:pt x="45500" y="17250"/>
                </a:lnTo>
                <a:lnTo>
                  <a:pt x="46750" y="17250"/>
                </a:lnTo>
                <a:lnTo>
                  <a:pt x="46750" y="16750"/>
                </a:lnTo>
                <a:lnTo>
                  <a:pt x="47000" y="16750"/>
                </a:lnTo>
                <a:lnTo>
                  <a:pt x="47000" y="15750"/>
                </a:lnTo>
                <a:lnTo>
                  <a:pt x="46750" y="15750"/>
                </a:lnTo>
                <a:lnTo>
                  <a:pt x="46750" y="14750"/>
                </a:lnTo>
                <a:lnTo>
                  <a:pt x="46500" y="14750"/>
                </a:lnTo>
                <a:lnTo>
                  <a:pt x="46250" y="12500"/>
                </a:lnTo>
                <a:lnTo>
                  <a:pt x="46000" y="12500"/>
                </a:lnTo>
                <a:lnTo>
                  <a:pt x="46000" y="12000"/>
                </a:lnTo>
                <a:lnTo>
                  <a:pt x="45500" y="11750"/>
                </a:lnTo>
                <a:lnTo>
                  <a:pt x="45000" y="10250"/>
                </a:lnTo>
                <a:lnTo>
                  <a:pt x="44750" y="10250"/>
                </a:lnTo>
                <a:lnTo>
                  <a:pt x="44750" y="10000"/>
                </a:lnTo>
                <a:lnTo>
                  <a:pt x="44500" y="10000"/>
                </a:lnTo>
                <a:lnTo>
                  <a:pt x="44500" y="9750"/>
                </a:lnTo>
                <a:lnTo>
                  <a:pt x="44250" y="9750"/>
                </a:lnTo>
                <a:lnTo>
                  <a:pt x="43000" y="8250"/>
                </a:lnTo>
                <a:lnTo>
                  <a:pt x="42500" y="8250"/>
                </a:lnTo>
                <a:lnTo>
                  <a:pt x="42000" y="7500"/>
                </a:lnTo>
                <a:lnTo>
                  <a:pt x="40750" y="7250"/>
                </a:lnTo>
                <a:lnTo>
                  <a:pt x="40750" y="7000"/>
                </a:lnTo>
                <a:lnTo>
                  <a:pt x="40250" y="7000"/>
                </a:lnTo>
                <a:lnTo>
                  <a:pt x="40250" y="6750"/>
                </a:lnTo>
                <a:lnTo>
                  <a:pt x="39750" y="6750"/>
                </a:lnTo>
                <a:lnTo>
                  <a:pt x="39750" y="6500"/>
                </a:lnTo>
                <a:lnTo>
                  <a:pt x="39000" y="6500"/>
                </a:lnTo>
                <a:lnTo>
                  <a:pt x="39000" y="6250"/>
                </a:lnTo>
                <a:lnTo>
                  <a:pt x="34000" y="6250"/>
                </a:lnTo>
                <a:close/>
                <a:moveTo>
                  <a:pt x="9000" y="14250"/>
                </a:moveTo>
                <a:lnTo>
                  <a:pt x="8250" y="14500"/>
                </a:lnTo>
                <a:lnTo>
                  <a:pt x="8250" y="14750"/>
                </a:lnTo>
                <a:lnTo>
                  <a:pt x="7750" y="14750"/>
                </a:lnTo>
                <a:lnTo>
                  <a:pt x="7500" y="15250"/>
                </a:lnTo>
                <a:lnTo>
                  <a:pt x="7000" y="15250"/>
                </a:lnTo>
                <a:lnTo>
                  <a:pt x="7000" y="15500"/>
                </a:lnTo>
                <a:lnTo>
                  <a:pt x="6750" y="15500"/>
                </a:lnTo>
                <a:lnTo>
                  <a:pt x="6750" y="15750"/>
                </a:lnTo>
                <a:lnTo>
                  <a:pt x="5250" y="17000"/>
                </a:lnTo>
                <a:lnTo>
                  <a:pt x="5250" y="17500"/>
                </a:lnTo>
                <a:lnTo>
                  <a:pt x="4750" y="17750"/>
                </a:lnTo>
                <a:lnTo>
                  <a:pt x="4750" y="18250"/>
                </a:lnTo>
                <a:lnTo>
                  <a:pt x="4250" y="18500"/>
                </a:lnTo>
                <a:lnTo>
                  <a:pt x="4250" y="19000"/>
                </a:lnTo>
                <a:lnTo>
                  <a:pt x="4000" y="19000"/>
                </a:lnTo>
                <a:lnTo>
                  <a:pt x="4000" y="19500"/>
                </a:lnTo>
                <a:lnTo>
                  <a:pt x="3750" y="19500"/>
                </a:lnTo>
                <a:lnTo>
                  <a:pt x="3750" y="20000"/>
                </a:lnTo>
                <a:lnTo>
                  <a:pt x="3500" y="20000"/>
                </a:lnTo>
                <a:lnTo>
                  <a:pt x="3500" y="21000"/>
                </a:lnTo>
                <a:lnTo>
                  <a:pt x="3250" y="21000"/>
                </a:lnTo>
                <a:lnTo>
                  <a:pt x="3250" y="26000"/>
                </a:lnTo>
                <a:lnTo>
                  <a:pt x="3500" y="26000"/>
                </a:lnTo>
                <a:lnTo>
                  <a:pt x="3500" y="27000"/>
                </a:lnTo>
                <a:lnTo>
                  <a:pt x="4000" y="27250"/>
                </a:lnTo>
                <a:lnTo>
                  <a:pt x="4250" y="28500"/>
                </a:lnTo>
                <a:lnTo>
                  <a:pt x="4500" y="28500"/>
                </a:lnTo>
                <a:lnTo>
                  <a:pt x="4500" y="29000"/>
                </a:lnTo>
                <a:lnTo>
                  <a:pt x="5250" y="29500"/>
                </a:lnTo>
                <a:lnTo>
                  <a:pt x="5250" y="30000"/>
                </a:lnTo>
                <a:lnTo>
                  <a:pt x="5500" y="30000"/>
                </a:lnTo>
                <a:lnTo>
                  <a:pt x="5500" y="30250"/>
                </a:lnTo>
                <a:lnTo>
                  <a:pt x="5750" y="30250"/>
                </a:lnTo>
                <a:lnTo>
                  <a:pt x="5750" y="30500"/>
                </a:lnTo>
                <a:lnTo>
                  <a:pt x="6000" y="30500"/>
                </a:lnTo>
                <a:lnTo>
                  <a:pt x="6000" y="30750"/>
                </a:lnTo>
                <a:lnTo>
                  <a:pt x="6250" y="30750"/>
                </a:lnTo>
                <a:lnTo>
                  <a:pt x="7500" y="32250"/>
                </a:lnTo>
                <a:lnTo>
                  <a:pt x="8000" y="32250"/>
                </a:lnTo>
                <a:lnTo>
                  <a:pt x="8000" y="32500"/>
                </a:lnTo>
                <a:lnTo>
                  <a:pt x="8500" y="32500"/>
                </a:lnTo>
                <a:lnTo>
                  <a:pt x="8750" y="33000"/>
                </a:lnTo>
                <a:lnTo>
                  <a:pt x="10250" y="33500"/>
                </a:lnTo>
                <a:lnTo>
                  <a:pt x="10750" y="34250"/>
                </a:lnTo>
                <a:lnTo>
                  <a:pt x="12000" y="34500"/>
                </a:lnTo>
                <a:lnTo>
                  <a:pt x="12500" y="35250"/>
                </a:lnTo>
                <a:lnTo>
                  <a:pt x="13750" y="35500"/>
                </a:lnTo>
                <a:lnTo>
                  <a:pt x="14000" y="36000"/>
                </a:lnTo>
                <a:lnTo>
                  <a:pt x="15000" y="36250"/>
                </a:lnTo>
                <a:lnTo>
                  <a:pt x="15250" y="36750"/>
                </a:lnTo>
                <a:lnTo>
                  <a:pt x="15750" y="36750"/>
                </a:lnTo>
                <a:lnTo>
                  <a:pt x="15750" y="37000"/>
                </a:lnTo>
                <a:lnTo>
                  <a:pt x="17250" y="37500"/>
                </a:lnTo>
                <a:lnTo>
                  <a:pt x="17750" y="38250"/>
                </a:lnTo>
                <a:lnTo>
                  <a:pt x="18500" y="38250"/>
                </a:lnTo>
                <a:lnTo>
                  <a:pt x="18500" y="38500"/>
                </a:lnTo>
                <a:lnTo>
                  <a:pt x="20000" y="38250"/>
                </a:lnTo>
                <a:lnTo>
                  <a:pt x="20250" y="37750"/>
                </a:lnTo>
                <a:lnTo>
                  <a:pt x="20750" y="37750"/>
                </a:lnTo>
                <a:lnTo>
                  <a:pt x="20750" y="37500"/>
                </a:lnTo>
                <a:lnTo>
                  <a:pt x="21750" y="37250"/>
                </a:lnTo>
                <a:lnTo>
                  <a:pt x="22000" y="36750"/>
                </a:lnTo>
                <a:lnTo>
                  <a:pt x="23000" y="36500"/>
                </a:lnTo>
                <a:lnTo>
                  <a:pt x="23000" y="36250"/>
                </a:lnTo>
                <a:lnTo>
                  <a:pt x="23250" y="36250"/>
                </a:lnTo>
                <a:lnTo>
                  <a:pt x="23250" y="35250"/>
                </a:lnTo>
                <a:lnTo>
                  <a:pt x="22750" y="35250"/>
                </a:lnTo>
                <a:lnTo>
                  <a:pt x="22750" y="35000"/>
                </a:lnTo>
                <a:lnTo>
                  <a:pt x="22250" y="35000"/>
                </a:lnTo>
                <a:lnTo>
                  <a:pt x="22000" y="34500"/>
                </a:lnTo>
                <a:lnTo>
                  <a:pt x="20500" y="34000"/>
                </a:lnTo>
                <a:lnTo>
                  <a:pt x="20000" y="33250"/>
                </a:lnTo>
                <a:lnTo>
                  <a:pt x="18750" y="33000"/>
                </a:lnTo>
                <a:lnTo>
                  <a:pt x="18500" y="32500"/>
                </a:lnTo>
                <a:lnTo>
                  <a:pt x="17500" y="32250"/>
                </a:lnTo>
                <a:lnTo>
                  <a:pt x="17250" y="31750"/>
                </a:lnTo>
                <a:lnTo>
                  <a:pt x="15750" y="31250"/>
                </a:lnTo>
                <a:lnTo>
                  <a:pt x="15750" y="31000"/>
                </a:lnTo>
                <a:lnTo>
                  <a:pt x="15000" y="30750"/>
                </a:lnTo>
                <a:lnTo>
                  <a:pt x="14750" y="30250"/>
                </a:lnTo>
                <a:lnTo>
                  <a:pt x="14000" y="30250"/>
                </a:lnTo>
                <a:lnTo>
                  <a:pt x="14000" y="30000"/>
                </a:lnTo>
                <a:lnTo>
                  <a:pt x="13250" y="29750"/>
                </a:lnTo>
                <a:lnTo>
                  <a:pt x="13000" y="29250"/>
                </a:lnTo>
                <a:lnTo>
                  <a:pt x="12500" y="29250"/>
                </a:lnTo>
                <a:lnTo>
                  <a:pt x="12500" y="29000"/>
                </a:lnTo>
                <a:lnTo>
                  <a:pt x="12000" y="29000"/>
                </a:lnTo>
                <a:lnTo>
                  <a:pt x="11750" y="28500"/>
                </a:lnTo>
                <a:lnTo>
                  <a:pt x="10250" y="28000"/>
                </a:lnTo>
                <a:lnTo>
                  <a:pt x="10250" y="27500"/>
                </a:lnTo>
                <a:lnTo>
                  <a:pt x="9500" y="27000"/>
                </a:lnTo>
                <a:lnTo>
                  <a:pt x="9500" y="14750"/>
                </a:lnTo>
                <a:lnTo>
                  <a:pt x="9250" y="14750"/>
                </a:lnTo>
                <a:lnTo>
                  <a:pt x="9000" y="14250"/>
                </a:lnTo>
                <a:close/>
                <a:moveTo>
                  <a:pt x="34500" y="15000"/>
                </a:moveTo>
                <a:lnTo>
                  <a:pt x="33750" y="15250"/>
                </a:lnTo>
                <a:lnTo>
                  <a:pt x="33750" y="15500"/>
                </a:lnTo>
                <a:lnTo>
                  <a:pt x="33250" y="15500"/>
                </a:lnTo>
                <a:lnTo>
                  <a:pt x="33000" y="16000"/>
                </a:lnTo>
                <a:lnTo>
                  <a:pt x="32000" y="16250"/>
                </a:lnTo>
                <a:lnTo>
                  <a:pt x="31750" y="16750"/>
                </a:lnTo>
                <a:lnTo>
                  <a:pt x="31250" y="16750"/>
                </a:lnTo>
                <a:lnTo>
                  <a:pt x="31250" y="17000"/>
                </a:lnTo>
                <a:lnTo>
                  <a:pt x="30750" y="17250"/>
                </a:lnTo>
                <a:lnTo>
                  <a:pt x="30750" y="18000"/>
                </a:lnTo>
                <a:lnTo>
                  <a:pt x="31500" y="18250"/>
                </a:lnTo>
                <a:lnTo>
                  <a:pt x="31500" y="18500"/>
                </a:lnTo>
                <a:lnTo>
                  <a:pt x="32000" y="18500"/>
                </a:lnTo>
                <a:lnTo>
                  <a:pt x="32250" y="19000"/>
                </a:lnTo>
                <a:lnTo>
                  <a:pt x="33750" y="19500"/>
                </a:lnTo>
                <a:lnTo>
                  <a:pt x="34000" y="20000"/>
                </a:lnTo>
                <a:lnTo>
                  <a:pt x="35500" y="20500"/>
                </a:lnTo>
                <a:lnTo>
                  <a:pt x="35750" y="21000"/>
                </a:lnTo>
                <a:lnTo>
                  <a:pt x="37250" y="21500"/>
                </a:lnTo>
                <a:lnTo>
                  <a:pt x="37500" y="22000"/>
                </a:lnTo>
                <a:lnTo>
                  <a:pt x="39000" y="22500"/>
                </a:lnTo>
                <a:lnTo>
                  <a:pt x="39500" y="23250"/>
                </a:lnTo>
                <a:lnTo>
                  <a:pt x="40250" y="23250"/>
                </a:lnTo>
                <a:lnTo>
                  <a:pt x="40250" y="23500"/>
                </a:lnTo>
                <a:lnTo>
                  <a:pt x="41000" y="23750"/>
                </a:lnTo>
                <a:lnTo>
                  <a:pt x="41250" y="24250"/>
                </a:lnTo>
                <a:lnTo>
                  <a:pt x="42000" y="24250"/>
                </a:lnTo>
                <a:lnTo>
                  <a:pt x="42000" y="24500"/>
                </a:lnTo>
                <a:lnTo>
                  <a:pt x="42750" y="24750"/>
                </a:lnTo>
                <a:lnTo>
                  <a:pt x="43000" y="25250"/>
                </a:lnTo>
                <a:lnTo>
                  <a:pt x="44000" y="25500"/>
                </a:lnTo>
                <a:lnTo>
                  <a:pt x="44000" y="26000"/>
                </a:lnTo>
                <a:lnTo>
                  <a:pt x="44250" y="26000"/>
                </a:lnTo>
                <a:lnTo>
                  <a:pt x="44250" y="26500"/>
                </a:lnTo>
                <a:lnTo>
                  <a:pt x="44500" y="26500"/>
                </a:lnTo>
                <a:lnTo>
                  <a:pt x="44500" y="38750"/>
                </a:lnTo>
                <a:lnTo>
                  <a:pt x="44750" y="38750"/>
                </a:lnTo>
                <a:lnTo>
                  <a:pt x="44750" y="39000"/>
                </a:lnTo>
                <a:lnTo>
                  <a:pt x="45500" y="39000"/>
                </a:lnTo>
                <a:lnTo>
                  <a:pt x="45500" y="38750"/>
                </a:lnTo>
                <a:lnTo>
                  <a:pt x="46000" y="38750"/>
                </a:lnTo>
                <a:lnTo>
                  <a:pt x="46000" y="38500"/>
                </a:lnTo>
                <a:lnTo>
                  <a:pt x="46500" y="38500"/>
                </a:lnTo>
                <a:lnTo>
                  <a:pt x="46500" y="38250"/>
                </a:lnTo>
                <a:lnTo>
                  <a:pt x="46750" y="38250"/>
                </a:lnTo>
                <a:lnTo>
                  <a:pt x="47500" y="37250"/>
                </a:lnTo>
                <a:lnTo>
                  <a:pt x="48000" y="37250"/>
                </a:lnTo>
                <a:lnTo>
                  <a:pt x="48250" y="36500"/>
                </a:lnTo>
                <a:lnTo>
                  <a:pt x="49250" y="35750"/>
                </a:lnTo>
                <a:lnTo>
                  <a:pt x="49500" y="34750"/>
                </a:lnTo>
                <a:lnTo>
                  <a:pt x="49750" y="34750"/>
                </a:lnTo>
                <a:lnTo>
                  <a:pt x="50000" y="34000"/>
                </a:lnTo>
                <a:lnTo>
                  <a:pt x="50250" y="34000"/>
                </a:lnTo>
                <a:lnTo>
                  <a:pt x="50500" y="32000"/>
                </a:lnTo>
                <a:lnTo>
                  <a:pt x="50750" y="32000"/>
                </a:lnTo>
                <a:lnTo>
                  <a:pt x="50750" y="31250"/>
                </a:lnTo>
                <a:lnTo>
                  <a:pt x="51000" y="31250"/>
                </a:lnTo>
                <a:lnTo>
                  <a:pt x="51000" y="28500"/>
                </a:lnTo>
                <a:lnTo>
                  <a:pt x="50750" y="28500"/>
                </a:lnTo>
                <a:lnTo>
                  <a:pt x="50500" y="26750"/>
                </a:lnTo>
                <a:lnTo>
                  <a:pt x="50250" y="26750"/>
                </a:lnTo>
                <a:lnTo>
                  <a:pt x="50250" y="25750"/>
                </a:lnTo>
                <a:lnTo>
                  <a:pt x="50000" y="25750"/>
                </a:lnTo>
                <a:lnTo>
                  <a:pt x="49750" y="24750"/>
                </a:lnTo>
                <a:lnTo>
                  <a:pt x="49250" y="24500"/>
                </a:lnTo>
                <a:lnTo>
                  <a:pt x="49250" y="24000"/>
                </a:lnTo>
                <a:lnTo>
                  <a:pt x="49000" y="24000"/>
                </a:lnTo>
                <a:lnTo>
                  <a:pt x="49000" y="23500"/>
                </a:lnTo>
                <a:lnTo>
                  <a:pt x="48250" y="23000"/>
                </a:lnTo>
                <a:lnTo>
                  <a:pt x="48250" y="22500"/>
                </a:lnTo>
                <a:lnTo>
                  <a:pt x="47500" y="22250"/>
                </a:lnTo>
                <a:lnTo>
                  <a:pt x="46750" y="21250"/>
                </a:lnTo>
                <a:lnTo>
                  <a:pt x="46250" y="21250"/>
                </a:lnTo>
                <a:lnTo>
                  <a:pt x="46250" y="21000"/>
                </a:lnTo>
                <a:lnTo>
                  <a:pt x="45500" y="20750"/>
                </a:lnTo>
                <a:lnTo>
                  <a:pt x="45250" y="20250"/>
                </a:lnTo>
                <a:lnTo>
                  <a:pt x="43750" y="19750"/>
                </a:lnTo>
                <a:lnTo>
                  <a:pt x="43500" y="19250"/>
                </a:lnTo>
                <a:lnTo>
                  <a:pt x="42750" y="19250"/>
                </a:lnTo>
                <a:lnTo>
                  <a:pt x="42250" y="18500"/>
                </a:lnTo>
                <a:lnTo>
                  <a:pt x="41750" y="18500"/>
                </a:lnTo>
                <a:lnTo>
                  <a:pt x="41750" y="18250"/>
                </a:lnTo>
                <a:lnTo>
                  <a:pt x="40250" y="17750"/>
                </a:lnTo>
                <a:lnTo>
                  <a:pt x="40000" y="17250"/>
                </a:lnTo>
                <a:lnTo>
                  <a:pt x="39000" y="17000"/>
                </a:lnTo>
                <a:lnTo>
                  <a:pt x="38750" y="16500"/>
                </a:lnTo>
                <a:lnTo>
                  <a:pt x="37250" y="16000"/>
                </a:lnTo>
                <a:lnTo>
                  <a:pt x="37250" y="15750"/>
                </a:lnTo>
                <a:lnTo>
                  <a:pt x="36500" y="15500"/>
                </a:lnTo>
                <a:lnTo>
                  <a:pt x="36500" y="15250"/>
                </a:lnTo>
                <a:lnTo>
                  <a:pt x="34500" y="15000"/>
                </a:lnTo>
                <a:close/>
                <a:moveTo>
                  <a:pt x="26500" y="19500"/>
                </a:moveTo>
                <a:lnTo>
                  <a:pt x="26250" y="19500"/>
                </a:lnTo>
                <a:lnTo>
                  <a:pt x="25750" y="20250"/>
                </a:lnTo>
                <a:lnTo>
                  <a:pt x="24500" y="20500"/>
                </a:lnTo>
                <a:lnTo>
                  <a:pt x="24000" y="21250"/>
                </a:lnTo>
                <a:lnTo>
                  <a:pt x="23250" y="21250"/>
                </a:lnTo>
                <a:lnTo>
                  <a:pt x="23250" y="21500"/>
                </a:lnTo>
                <a:lnTo>
                  <a:pt x="22750" y="21500"/>
                </a:lnTo>
                <a:lnTo>
                  <a:pt x="22500" y="22000"/>
                </a:lnTo>
                <a:lnTo>
                  <a:pt x="21000" y="22500"/>
                </a:lnTo>
                <a:lnTo>
                  <a:pt x="21000" y="23000"/>
                </a:lnTo>
                <a:lnTo>
                  <a:pt x="20750" y="23000"/>
                </a:lnTo>
                <a:lnTo>
                  <a:pt x="20750" y="23500"/>
                </a:lnTo>
                <a:lnTo>
                  <a:pt x="20500" y="23500"/>
                </a:lnTo>
                <a:lnTo>
                  <a:pt x="20500" y="29750"/>
                </a:lnTo>
                <a:lnTo>
                  <a:pt x="20750" y="29750"/>
                </a:lnTo>
                <a:lnTo>
                  <a:pt x="20750" y="30250"/>
                </a:lnTo>
                <a:lnTo>
                  <a:pt x="21250" y="30500"/>
                </a:lnTo>
                <a:lnTo>
                  <a:pt x="21250" y="31000"/>
                </a:lnTo>
                <a:lnTo>
                  <a:pt x="22500" y="31250"/>
                </a:lnTo>
                <a:lnTo>
                  <a:pt x="22750" y="31750"/>
                </a:lnTo>
                <a:lnTo>
                  <a:pt x="23250" y="31750"/>
                </a:lnTo>
                <a:lnTo>
                  <a:pt x="23500" y="32250"/>
                </a:lnTo>
                <a:lnTo>
                  <a:pt x="25000" y="32750"/>
                </a:lnTo>
                <a:lnTo>
                  <a:pt x="25250" y="33250"/>
                </a:lnTo>
                <a:lnTo>
                  <a:pt x="26000" y="33250"/>
                </a:lnTo>
                <a:lnTo>
                  <a:pt x="26250" y="33750"/>
                </a:lnTo>
                <a:lnTo>
                  <a:pt x="27500" y="33750"/>
                </a:lnTo>
                <a:lnTo>
                  <a:pt x="28250" y="33500"/>
                </a:lnTo>
                <a:lnTo>
                  <a:pt x="28250" y="33250"/>
                </a:lnTo>
                <a:lnTo>
                  <a:pt x="28750" y="33250"/>
                </a:lnTo>
                <a:lnTo>
                  <a:pt x="28750" y="33000"/>
                </a:lnTo>
                <a:lnTo>
                  <a:pt x="29250" y="33000"/>
                </a:lnTo>
                <a:lnTo>
                  <a:pt x="29500" y="32500"/>
                </a:lnTo>
                <a:lnTo>
                  <a:pt x="31000" y="32000"/>
                </a:lnTo>
                <a:lnTo>
                  <a:pt x="31250" y="31500"/>
                </a:lnTo>
                <a:lnTo>
                  <a:pt x="32250" y="31250"/>
                </a:lnTo>
                <a:lnTo>
                  <a:pt x="32500" y="30750"/>
                </a:lnTo>
                <a:lnTo>
                  <a:pt x="33000" y="30750"/>
                </a:lnTo>
                <a:lnTo>
                  <a:pt x="33000" y="30250"/>
                </a:lnTo>
                <a:lnTo>
                  <a:pt x="33250" y="30250"/>
                </a:lnTo>
                <a:lnTo>
                  <a:pt x="33250" y="29750"/>
                </a:lnTo>
                <a:lnTo>
                  <a:pt x="33500" y="29750"/>
                </a:lnTo>
                <a:lnTo>
                  <a:pt x="33500" y="23500"/>
                </a:lnTo>
                <a:lnTo>
                  <a:pt x="33250" y="23500"/>
                </a:lnTo>
                <a:lnTo>
                  <a:pt x="33250" y="22750"/>
                </a:lnTo>
                <a:lnTo>
                  <a:pt x="33000" y="22750"/>
                </a:lnTo>
                <a:lnTo>
                  <a:pt x="33000" y="22500"/>
                </a:lnTo>
                <a:lnTo>
                  <a:pt x="31500" y="22000"/>
                </a:lnTo>
                <a:lnTo>
                  <a:pt x="31250" y="21500"/>
                </a:lnTo>
                <a:lnTo>
                  <a:pt x="29750" y="21000"/>
                </a:lnTo>
                <a:lnTo>
                  <a:pt x="29500" y="20500"/>
                </a:lnTo>
                <a:lnTo>
                  <a:pt x="28000" y="20000"/>
                </a:lnTo>
                <a:lnTo>
                  <a:pt x="27750" y="19500"/>
                </a:lnTo>
                <a:lnTo>
                  <a:pt x="26500" y="19500"/>
                </a:lnTo>
                <a:close/>
                <a:moveTo>
                  <a:pt x="36750" y="25250"/>
                </a:moveTo>
                <a:lnTo>
                  <a:pt x="36500" y="25250"/>
                </a:lnTo>
                <a:lnTo>
                  <a:pt x="36500" y="25750"/>
                </a:lnTo>
                <a:lnTo>
                  <a:pt x="36250" y="25750"/>
                </a:lnTo>
                <a:lnTo>
                  <a:pt x="36250" y="41250"/>
                </a:lnTo>
                <a:lnTo>
                  <a:pt x="36000" y="41250"/>
                </a:lnTo>
                <a:lnTo>
                  <a:pt x="35750" y="42000"/>
                </a:lnTo>
                <a:lnTo>
                  <a:pt x="34750" y="42250"/>
                </a:lnTo>
                <a:lnTo>
                  <a:pt x="34750" y="42500"/>
                </a:lnTo>
                <a:lnTo>
                  <a:pt x="34000" y="42750"/>
                </a:lnTo>
                <a:lnTo>
                  <a:pt x="33750" y="43250"/>
                </a:lnTo>
                <a:lnTo>
                  <a:pt x="32500" y="43500"/>
                </a:lnTo>
                <a:lnTo>
                  <a:pt x="32000" y="44250"/>
                </a:lnTo>
                <a:lnTo>
                  <a:pt x="31250" y="44250"/>
                </a:lnTo>
                <a:lnTo>
                  <a:pt x="31250" y="44500"/>
                </a:lnTo>
                <a:lnTo>
                  <a:pt x="30500" y="44750"/>
                </a:lnTo>
                <a:lnTo>
                  <a:pt x="30250" y="45250"/>
                </a:lnTo>
                <a:lnTo>
                  <a:pt x="29500" y="45250"/>
                </a:lnTo>
                <a:lnTo>
                  <a:pt x="29000" y="46000"/>
                </a:lnTo>
                <a:lnTo>
                  <a:pt x="27750" y="46250"/>
                </a:lnTo>
                <a:lnTo>
                  <a:pt x="27250" y="47000"/>
                </a:lnTo>
                <a:lnTo>
                  <a:pt x="26750" y="47000"/>
                </a:lnTo>
                <a:lnTo>
                  <a:pt x="26750" y="47250"/>
                </a:lnTo>
                <a:lnTo>
                  <a:pt x="26250" y="47250"/>
                </a:lnTo>
                <a:lnTo>
                  <a:pt x="26250" y="47500"/>
                </a:lnTo>
                <a:lnTo>
                  <a:pt x="25500" y="47750"/>
                </a:lnTo>
                <a:lnTo>
                  <a:pt x="25500" y="48500"/>
                </a:lnTo>
                <a:lnTo>
                  <a:pt x="25750" y="48500"/>
                </a:lnTo>
                <a:lnTo>
                  <a:pt x="26250" y="49250"/>
                </a:lnTo>
                <a:lnTo>
                  <a:pt x="27000" y="49250"/>
                </a:lnTo>
                <a:lnTo>
                  <a:pt x="27000" y="49500"/>
                </a:lnTo>
                <a:lnTo>
                  <a:pt x="27500" y="49500"/>
                </a:lnTo>
                <a:lnTo>
                  <a:pt x="27500" y="49750"/>
                </a:lnTo>
                <a:lnTo>
                  <a:pt x="28000" y="49750"/>
                </a:lnTo>
                <a:lnTo>
                  <a:pt x="28000" y="50000"/>
                </a:lnTo>
                <a:lnTo>
                  <a:pt x="28750" y="50000"/>
                </a:lnTo>
                <a:lnTo>
                  <a:pt x="28750" y="50250"/>
                </a:lnTo>
                <a:lnTo>
                  <a:pt x="30250" y="50250"/>
                </a:lnTo>
                <a:lnTo>
                  <a:pt x="33500" y="50250"/>
                </a:lnTo>
                <a:lnTo>
                  <a:pt x="33500" y="50000"/>
                </a:lnTo>
                <a:lnTo>
                  <a:pt x="34500" y="50000"/>
                </a:lnTo>
                <a:lnTo>
                  <a:pt x="34500" y="49750"/>
                </a:lnTo>
                <a:lnTo>
                  <a:pt x="35000" y="49750"/>
                </a:lnTo>
                <a:lnTo>
                  <a:pt x="35000" y="49500"/>
                </a:lnTo>
                <a:lnTo>
                  <a:pt x="35500" y="49500"/>
                </a:lnTo>
                <a:lnTo>
                  <a:pt x="35500" y="49250"/>
                </a:lnTo>
                <a:lnTo>
                  <a:pt x="36250" y="49250"/>
                </a:lnTo>
                <a:lnTo>
                  <a:pt x="36500" y="48750"/>
                </a:lnTo>
                <a:lnTo>
                  <a:pt x="37000" y="48750"/>
                </a:lnTo>
                <a:lnTo>
                  <a:pt x="37250" y="48250"/>
                </a:lnTo>
                <a:lnTo>
                  <a:pt x="37750" y="48250"/>
                </a:lnTo>
                <a:lnTo>
                  <a:pt x="37750" y="48000"/>
                </a:lnTo>
                <a:lnTo>
                  <a:pt x="38000" y="48000"/>
                </a:lnTo>
                <a:lnTo>
                  <a:pt x="38000" y="47750"/>
                </a:lnTo>
                <a:lnTo>
                  <a:pt x="39500" y="46500"/>
                </a:lnTo>
                <a:lnTo>
                  <a:pt x="39500" y="46000"/>
                </a:lnTo>
                <a:lnTo>
                  <a:pt x="40250" y="45500"/>
                </a:lnTo>
                <a:lnTo>
                  <a:pt x="40500" y="44250"/>
                </a:lnTo>
                <a:lnTo>
                  <a:pt x="41000" y="44000"/>
                </a:lnTo>
                <a:lnTo>
                  <a:pt x="41000" y="43250"/>
                </a:lnTo>
                <a:lnTo>
                  <a:pt x="41250" y="43250"/>
                </a:lnTo>
                <a:lnTo>
                  <a:pt x="41250" y="42000"/>
                </a:lnTo>
                <a:lnTo>
                  <a:pt x="41500" y="42000"/>
                </a:lnTo>
                <a:lnTo>
                  <a:pt x="41500" y="28250"/>
                </a:lnTo>
                <a:lnTo>
                  <a:pt x="41250" y="28250"/>
                </a:lnTo>
                <a:lnTo>
                  <a:pt x="41250" y="27500"/>
                </a:lnTo>
                <a:lnTo>
                  <a:pt x="41000" y="27500"/>
                </a:lnTo>
                <a:lnTo>
                  <a:pt x="41000" y="27250"/>
                </a:lnTo>
                <a:lnTo>
                  <a:pt x="40000" y="27000"/>
                </a:lnTo>
                <a:lnTo>
                  <a:pt x="39750" y="26500"/>
                </a:lnTo>
                <a:lnTo>
                  <a:pt x="38250" y="26000"/>
                </a:lnTo>
                <a:lnTo>
                  <a:pt x="38250" y="25750"/>
                </a:lnTo>
                <a:lnTo>
                  <a:pt x="37500" y="25500"/>
                </a:lnTo>
                <a:lnTo>
                  <a:pt x="37500" y="25250"/>
                </a:lnTo>
                <a:lnTo>
                  <a:pt x="36750" y="25250"/>
                </a:lnTo>
                <a:close/>
                <a:moveTo>
                  <a:pt x="32500" y="34250"/>
                </a:moveTo>
                <a:lnTo>
                  <a:pt x="32250" y="34250"/>
                </a:lnTo>
                <a:lnTo>
                  <a:pt x="31750" y="35000"/>
                </a:lnTo>
                <a:lnTo>
                  <a:pt x="30250" y="35500"/>
                </a:lnTo>
                <a:lnTo>
                  <a:pt x="30000" y="36000"/>
                </a:lnTo>
                <a:lnTo>
                  <a:pt x="28500" y="36500"/>
                </a:lnTo>
                <a:lnTo>
                  <a:pt x="28250" y="37000"/>
                </a:lnTo>
                <a:lnTo>
                  <a:pt x="26750" y="37500"/>
                </a:lnTo>
                <a:lnTo>
                  <a:pt x="26500" y="38000"/>
                </a:lnTo>
                <a:lnTo>
                  <a:pt x="26000" y="38000"/>
                </a:lnTo>
                <a:lnTo>
                  <a:pt x="26000" y="38250"/>
                </a:lnTo>
                <a:lnTo>
                  <a:pt x="25500" y="38250"/>
                </a:lnTo>
                <a:lnTo>
                  <a:pt x="25250" y="38750"/>
                </a:lnTo>
                <a:lnTo>
                  <a:pt x="24750" y="38750"/>
                </a:lnTo>
                <a:lnTo>
                  <a:pt x="24750" y="39000"/>
                </a:lnTo>
                <a:lnTo>
                  <a:pt x="23250" y="39500"/>
                </a:lnTo>
                <a:lnTo>
                  <a:pt x="23000" y="40000"/>
                </a:lnTo>
                <a:lnTo>
                  <a:pt x="22000" y="40250"/>
                </a:lnTo>
                <a:lnTo>
                  <a:pt x="21750" y="40750"/>
                </a:lnTo>
                <a:lnTo>
                  <a:pt x="21250" y="40750"/>
                </a:lnTo>
                <a:lnTo>
                  <a:pt x="21000" y="41250"/>
                </a:lnTo>
                <a:lnTo>
                  <a:pt x="20250" y="41250"/>
                </a:lnTo>
                <a:lnTo>
                  <a:pt x="20250" y="41500"/>
                </a:lnTo>
                <a:lnTo>
                  <a:pt x="19500" y="41750"/>
                </a:lnTo>
                <a:lnTo>
                  <a:pt x="19500" y="42000"/>
                </a:lnTo>
                <a:lnTo>
                  <a:pt x="18250" y="42000"/>
                </a:lnTo>
                <a:lnTo>
                  <a:pt x="18000" y="41500"/>
                </a:lnTo>
                <a:lnTo>
                  <a:pt x="16750" y="41250"/>
                </a:lnTo>
                <a:lnTo>
                  <a:pt x="16250" y="40500"/>
                </a:lnTo>
                <a:lnTo>
                  <a:pt x="14750" y="40000"/>
                </a:lnTo>
                <a:lnTo>
                  <a:pt x="14500" y="39500"/>
                </a:lnTo>
                <a:lnTo>
                  <a:pt x="13000" y="39000"/>
                </a:lnTo>
                <a:lnTo>
                  <a:pt x="12750" y="38500"/>
                </a:lnTo>
                <a:lnTo>
                  <a:pt x="11250" y="38000"/>
                </a:lnTo>
                <a:lnTo>
                  <a:pt x="11000" y="37500"/>
                </a:lnTo>
                <a:lnTo>
                  <a:pt x="9500" y="37000"/>
                </a:lnTo>
                <a:lnTo>
                  <a:pt x="9250" y="36500"/>
                </a:lnTo>
                <a:lnTo>
                  <a:pt x="8750" y="36500"/>
                </a:lnTo>
                <a:lnTo>
                  <a:pt x="8750" y="36250"/>
                </a:lnTo>
                <a:lnTo>
                  <a:pt x="8250" y="36250"/>
                </a:lnTo>
                <a:lnTo>
                  <a:pt x="8250" y="36000"/>
                </a:lnTo>
                <a:lnTo>
                  <a:pt x="7500" y="36000"/>
                </a:lnTo>
                <a:lnTo>
                  <a:pt x="7500" y="36250"/>
                </a:lnTo>
                <a:lnTo>
                  <a:pt x="7250" y="36250"/>
                </a:lnTo>
                <a:lnTo>
                  <a:pt x="7250" y="39000"/>
                </a:lnTo>
                <a:lnTo>
                  <a:pt x="7500" y="39000"/>
                </a:lnTo>
                <a:lnTo>
                  <a:pt x="7500" y="40000"/>
                </a:lnTo>
                <a:lnTo>
                  <a:pt x="7750" y="40000"/>
                </a:lnTo>
                <a:lnTo>
                  <a:pt x="7750" y="40500"/>
                </a:lnTo>
                <a:lnTo>
                  <a:pt x="8000" y="40500"/>
                </a:lnTo>
                <a:lnTo>
                  <a:pt x="8250" y="41250"/>
                </a:lnTo>
                <a:lnTo>
                  <a:pt x="8250" y="41750"/>
                </a:lnTo>
                <a:lnTo>
                  <a:pt x="8500" y="41750"/>
                </a:lnTo>
                <a:lnTo>
                  <a:pt x="8500" y="42250"/>
                </a:lnTo>
                <a:lnTo>
                  <a:pt x="9250" y="42750"/>
                </a:lnTo>
                <a:lnTo>
                  <a:pt x="9250" y="43250"/>
                </a:lnTo>
                <a:lnTo>
                  <a:pt x="9500" y="43250"/>
                </a:lnTo>
                <a:lnTo>
                  <a:pt x="9500" y="43500"/>
                </a:lnTo>
                <a:lnTo>
                  <a:pt x="9750" y="43500"/>
                </a:lnTo>
                <a:lnTo>
                  <a:pt x="9750" y="43750"/>
                </a:lnTo>
                <a:lnTo>
                  <a:pt x="10000" y="43750"/>
                </a:lnTo>
                <a:lnTo>
                  <a:pt x="11250" y="45250"/>
                </a:lnTo>
                <a:lnTo>
                  <a:pt x="12250" y="45500"/>
                </a:lnTo>
                <a:lnTo>
                  <a:pt x="12500" y="46000"/>
                </a:lnTo>
                <a:lnTo>
                  <a:pt x="13750" y="46250"/>
                </a:lnTo>
                <a:lnTo>
                  <a:pt x="13750" y="46500"/>
                </a:lnTo>
                <a:lnTo>
                  <a:pt x="14750" y="46500"/>
                </a:lnTo>
                <a:lnTo>
                  <a:pt x="14750" y="46750"/>
                </a:lnTo>
                <a:lnTo>
                  <a:pt x="16000" y="47000"/>
                </a:lnTo>
                <a:lnTo>
                  <a:pt x="16000" y="47250"/>
                </a:lnTo>
                <a:lnTo>
                  <a:pt x="19500" y="47250"/>
                </a:lnTo>
                <a:lnTo>
                  <a:pt x="19500" y="47000"/>
                </a:lnTo>
                <a:lnTo>
                  <a:pt x="20250" y="47000"/>
                </a:lnTo>
                <a:lnTo>
                  <a:pt x="20250" y="46750"/>
                </a:lnTo>
                <a:lnTo>
                  <a:pt x="21750" y="46500"/>
                </a:lnTo>
                <a:lnTo>
                  <a:pt x="21750" y="46250"/>
                </a:lnTo>
                <a:lnTo>
                  <a:pt x="23250" y="45750"/>
                </a:lnTo>
                <a:lnTo>
                  <a:pt x="23500" y="45250"/>
                </a:lnTo>
                <a:lnTo>
                  <a:pt x="24250" y="45250"/>
                </a:lnTo>
                <a:lnTo>
                  <a:pt x="24750" y="44500"/>
                </a:lnTo>
                <a:lnTo>
                  <a:pt x="26250" y="44000"/>
                </a:lnTo>
                <a:lnTo>
                  <a:pt x="26500" y="43500"/>
                </a:lnTo>
                <a:lnTo>
                  <a:pt x="28000" y="43000"/>
                </a:lnTo>
                <a:lnTo>
                  <a:pt x="28250" y="42500"/>
                </a:lnTo>
                <a:lnTo>
                  <a:pt x="28750" y="42500"/>
                </a:lnTo>
                <a:lnTo>
                  <a:pt x="28750" y="42250"/>
                </a:lnTo>
                <a:lnTo>
                  <a:pt x="29750" y="42000"/>
                </a:lnTo>
                <a:lnTo>
                  <a:pt x="30000" y="41500"/>
                </a:lnTo>
                <a:lnTo>
                  <a:pt x="31500" y="41000"/>
                </a:lnTo>
                <a:lnTo>
                  <a:pt x="31750" y="40500"/>
                </a:lnTo>
                <a:lnTo>
                  <a:pt x="32750" y="40250"/>
                </a:lnTo>
                <a:lnTo>
                  <a:pt x="32750" y="40000"/>
                </a:lnTo>
                <a:lnTo>
                  <a:pt x="33250" y="39750"/>
                </a:lnTo>
                <a:lnTo>
                  <a:pt x="33250" y="39000"/>
                </a:lnTo>
                <a:lnTo>
                  <a:pt x="33500" y="39000"/>
                </a:lnTo>
                <a:lnTo>
                  <a:pt x="33500" y="35000"/>
                </a:lnTo>
                <a:lnTo>
                  <a:pt x="33250" y="35000"/>
                </a:lnTo>
                <a:lnTo>
                  <a:pt x="33000" y="34250"/>
                </a:lnTo>
                <a:lnTo>
                  <a:pt x="32500" y="34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153-predicate-filtering-text"/>
          <p:cNvSpPr txBox="1"/>
          <p:nvPr/>
        </p:nvSpPr>
        <p:spPr>
          <a:xfrm>
            <a:off x="5734050" y="7858125"/>
            <a:ext cx="2638425" cy="7075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Predicate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&amp; Operator Filtering</a:t>
            </a:r>
          </a:p>
        </p:txBody>
      </p:sp>
      <p:sp>
        <p:nvSpPr>
          <p:cNvPr id="155" name="154-filtering-to-problem"/>
          <p:cNvSpPr/>
          <p:nvPr/>
        </p:nvSpPr>
        <p:spPr>
          <a:xfrm>
            <a:off x="6696075" y="8734425"/>
            <a:ext cx="95" cy="247650"/>
          </a:xfrm>
          <a:custGeom>
            <a:avLst/>
            <a:gdLst/>
            <a:ahLst/>
            <a:cxnLst/>
            <a:rect l="0" t="0" r="r" b="b"/>
            <a:pathLst>
              <a:path w="10" h="26000" fill="none" stroke="1">
                <a:moveTo>
                  <a:pt x="0" y="0"/>
                </a:moveTo>
                <a:lnTo>
                  <a:pt x="0" y="26000"/>
                </a:lnTo>
              </a:path>
            </a:pathLst>
          </a:custGeom>
          <a:noFill/>
          <a:ln w="23812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155-filtering-to-problem-arrowhead"/>
          <p:cNvSpPr/>
          <p:nvPr/>
        </p:nvSpPr>
        <p:spPr>
          <a:xfrm>
            <a:off x="6627495" y="8829675"/>
            <a:ext cx="137160" cy="152400"/>
          </a:xfrm>
          <a:custGeom>
            <a:avLst/>
            <a:gdLst/>
            <a:ahLst/>
            <a:cxnLst/>
            <a:rect l="0" t="0" r="r" b="b"/>
            <a:pathLst>
              <a:path w="14400" h="16000" fill="norm" stroke="0">
                <a:moveTo>
                  <a:pt x="7200" y="16000"/>
                </a:moveTo>
                <a:lnTo>
                  <a:pt x="0" y="0"/>
                </a:lnTo>
                <a:lnTo>
                  <a:pt x="7200" y="4160"/>
                </a:lnTo>
                <a:lnTo>
                  <a:pt x="144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156-problem-generation-box"/>
          <p:cNvSpPr/>
          <p:nvPr/>
        </p:nvSpPr>
        <p:spPr>
          <a:xfrm>
            <a:off x="4972050" y="8982075"/>
            <a:ext cx="3438525" cy="904875"/>
          </a:xfrm>
          <a:custGeom>
            <a:avLst/>
            <a:gdLst/>
            <a:ahLst/>
            <a:cxnLst/>
            <a:rect l="0" t="0" r="r" b="b"/>
            <a:pathLst>
              <a:path w="361000" h="95000" fill="norm" stroke="0">
                <a:moveTo>
                  <a:pt x="17000" y="0"/>
                </a:moveTo>
                <a:lnTo>
                  <a:pt x="344000" y="0"/>
                </a:lnTo>
                <a:cubicBezTo>
                  <a:pt x="353389" y="0"/>
                  <a:pt x="361000" y="7611"/>
                  <a:pt x="361000" y="17000"/>
                </a:cubicBezTo>
                <a:lnTo>
                  <a:pt x="361000" y="78000"/>
                </a:lnTo>
                <a:cubicBezTo>
                  <a:pt x="361000" y="87389"/>
                  <a:pt x="353389" y="95000"/>
                  <a:pt x="344000" y="95000"/>
                </a:cubicBezTo>
                <a:lnTo>
                  <a:pt x="17000" y="95000"/>
                </a:lnTo>
                <a:cubicBezTo>
                  <a:pt x="7611" y="95000"/>
                  <a:pt x="0" y="87389"/>
                  <a:pt x="0" y="78000"/>
                </a:cubicBezTo>
                <a:lnTo>
                  <a:pt x="0" y="17000"/>
                </a:lnTo>
                <a:cubicBezTo>
                  <a:pt x="0" y="7611"/>
                  <a:pt x="7611" y="0"/>
                  <a:pt x="17000" y="0"/>
                </a:cubicBezTo>
                <a:close/>
              </a:path>
            </a:pathLst>
          </a:custGeom>
          <a:solidFill>
            <a:srgbClr val="DED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157-problem-model-icon"/>
          <p:cNvSpPr/>
          <p:nvPr/>
        </p:nvSpPr>
        <p:spPr>
          <a:xfrm>
            <a:off x="5131594" y="9179719"/>
            <a:ext cx="516731" cy="507206"/>
          </a:xfrm>
          <a:custGeom>
            <a:avLst/>
            <a:gdLst/>
            <a:ahLst/>
            <a:cxnLst/>
            <a:rect l="0" t="0" r="r" b="b"/>
            <a:pathLst>
              <a:path w="54250" h="53250" fill="norm" stroke="0">
                <a:moveTo>
                  <a:pt x="21000" y="0"/>
                </a:moveTo>
                <a:lnTo>
                  <a:pt x="25000" y="0"/>
                </a:lnTo>
                <a:lnTo>
                  <a:pt x="25000" y="250"/>
                </a:lnTo>
                <a:lnTo>
                  <a:pt x="27500" y="500"/>
                </a:lnTo>
                <a:lnTo>
                  <a:pt x="27500" y="750"/>
                </a:lnTo>
                <a:lnTo>
                  <a:pt x="28000" y="750"/>
                </a:lnTo>
                <a:lnTo>
                  <a:pt x="28000" y="1000"/>
                </a:lnTo>
                <a:lnTo>
                  <a:pt x="28500" y="1000"/>
                </a:lnTo>
                <a:lnTo>
                  <a:pt x="28500" y="1250"/>
                </a:lnTo>
                <a:lnTo>
                  <a:pt x="30000" y="1750"/>
                </a:lnTo>
                <a:lnTo>
                  <a:pt x="30000" y="2000"/>
                </a:lnTo>
                <a:lnTo>
                  <a:pt x="30750" y="2250"/>
                </a:lnTo>
                <a:lnTo>
                  <a:pt x="31500" y="3250"/>
                </a:lnTo>
                <a:lnTo>
                  <a:pt x="32250" y="3250"/>
                </a:lnTo>
                <a:lnTo>
                  <a:pt x="32250" y="3500"/>
                </a:lnTo>
                <a:lnTo>
                  <a:pt x="33750" y="3500"/>
                </a:lnTo>
                <a:lnTo>
                  <a:pt x="33750" y="3250"/>
                </a:lnTo>
                <a:lnTo>
                  <a:pt x="39750" y="3250"/>
                </a:lnTo>
                <a:lnTo>
                  <a:pt x="39750" y="3500"/>
                </a:lnTo>
                <a:lnTo>
                  <a:pt x="40500" y="3500"/>
                </a:lnTo>
                <a:lnTo>
                  <a:pt x="40500" y="3750"/>
                </a:lnTo>
                <a:lnTo>
                  <a:pt x="41250" y="3750"/>
                </a:lnTo>
                <a:lnTo>
                  <a:pt x="41250" y="4000"/>
                </a:lnTo>
                <a:lnTo>
                  <a:pt x="41750" y="4000"/>
                </a:lnTo>
                <a:lnTo>
                  <a:pt x="41750" y="4250"/>
                </a:lnTo>
                <a:lnTo>
                  <a:pt x="43000" y="4500"/>
                </a:lnTo>
                <a:lnTo>
                  <a:pt x="43250" y="5000"/>
                </a:lnTo>
                <a:lnTo>
                  <a:pt x="44250" y="5250"/>
                </a:lnTo>
                <a:lnTo>
                  <a:pt x="45000" y="6250"/>
                </a:lnTo>
                <a:lnTo>
                  <a:pt x="45500" y="6250"/>
                </a:lnTo>
                <a:lnTo>
                  <a:pt x="45500" y="6500"/>
                </a:lnTo>
                <a:lnTo>
                  <a:pt x="47000" y="7750"/>
                </a:lnTo>
                <a:lnTo>
                  <a:pt x="47000" y="8250"/>
                </a:lnTo>
                <a:lnTo>
                  <a:pt x="47750" y="8750"/>
                </a:lnTo>
                <a:lnTo>
                  <a:pt x="47750" y="9250"/>
                </a:lnTo>
                <a:lnTo>
                  <a:pt x="48250" y="9500"/>
                </a:lnTo>
                <a:lnTo>
                  <a:pt x="48250" y="10000"/>
                </a:lnTo>
                <a:lnTo>
                  <a:pt x="48500" y="10000"/>
                </a:lnTo>
                <a:lnTo>
                  <a:pt x="48500" y="10500"/>
                </a:lnTo>
                <a:lnTo>
                  <a:pt x="48750" y="10500"/>
                </a:lnTo>
                <a:lnTo>
                  <a:pt x="48750" y="11000"/>
                </a:lnTo>
                <a:lnTo>
                  <a:pt x="49000" y="11000"/>
                </a:lnTo>
                <a:lnTo>
                  <a:pt x="49000" y="11500"/>
                </a:lnTo>
                <a:lnTo>
                  <a:pt x="49250" y="11500"/>
                </a:lnTo>
                <a:lnTo>
                  <a:pt x="49250" y="12750"/>
                </a:lnTo>
                <a:lnTo>
                  <a:pt x="49500" y="12750"/>
                </a:lnTo>
                <a:lnTo>
                  <a:pt x="49750" y="14750"/>
                </a:lnTo>
                <a:lnTo>
                  <a:pt x="50000" y="14750"/>
                </a:lnTo>
                <a:lnTo>
                  <a:pt x="50000" y="18000"/>
                </a:lnTo>
                <a:lnTo>
                  <a:pt x="49750" y="18000"/>
                </a:lnTo>
                <a:lnTo>
                  <a:pt x="49750" y="19000"/>
                </a:lnTo>
                <a:lnTo>
                  <a:pt x="49500" y="19000"/>
                </a:lnTo>
                <a:lnTo>
                  <a:pt x="49500" y="19500"/>
                </a:lnTo>
                <a:lnTo>
                  <a:pt x="49750" y="19500"/>
                </a:lnTo>
                <a:lnTo>
                  <a:pt x="49750" y="20000"/>
                </a:lnTo>
                <a:lnTo>
                  <a:pt x="50250" y="20250"/>
                </a:lnTo>
                <a:lnTo>
                  <a:pt x="50250" y="20750"/>
                </a:lnTo>
                <a:lnTo>
                  <a:pt x="51250" y="21500"/>
                </a:lnTo>
                <a:lnTo>
                  <a:pt x="51250" y="22000"/>
                </a:lnTo>
                <a:lnTo>
                  <a:pt x="52000" y="22500"/>
                </a:lnTo>
                <a:lnTo>
                  <a:pt x="52500" y="24000"/>
                </a:lnTo>
                <a:lnTo>
                  <a:pt x="53000" y="24250"/>
                </a:lnTo>
                <a:lnTo>
                  <a:pt x="53000" y="25000"/>
                </a:lnTo>
                <a:lnTo>
                  <a:pt x="53250" y="25000"/>
                </a:lnTo>
                <a:lnTo>
                  <a:pt x="53250" y="25750"/>
                </a:lnTo>
                <a:lnTo>
                  <a:pt x="53500" y="25750"/>
                </a:lnTo>
                <a:lnTo>
                  <a:pt x="53500" y="26750"/>
                </a:lnTo>
                <a:lnTo>
                  <a:pt x="53750" y="26750"/>
                </a:lnTo>
                <a:lnTo>
                  <a:pt x="53750" y="27500"/>
                </a:lnTo>
                <a:lnTo>
                  <a:pt x="54000" y="27500"/>
                </a:lnTo>
                <a:lnTo>
                  <a:pt x="54000" y="29250"/>
                </a:lnTo>
                <a:lnTo>
                  <a:pt x="54250" y="29250"/>
                </a:lnTo>
                <a:lnTo>
                  <a:pt x="54250" y="30250"/>
                </a:lnTo>
                <a:lnTo>
                  <a:pt x="54000" y="30250"/>
                </a:lnTo>
                <a:lnTo>
                  <a:pt x="54000" y="32250"/>
                </a:lnTo>
                <a:lnTo>
                  <a:pt x="53750" y="32250"/>
                </a:lnTo>
                <a:lnTo>
                  <a:pt x="53750" y="33000"/>
                </a:lnTo>
                <a:lnTo>
                  <a:pt x="53500" y="33000"/>
                </a:lnTo>
                <a:lnTo>
                  <a:pt x="53500" y="33750"/>
                </a:lnTo>
                <a:lnTo>
                  <a:pt x="53250" y="33750"/>
                </a:lnTo>
                <a:lnTo>
                  <a:pt x="53250" y="34750"/>
                </a:lnTo>
                <a:lnTo>
                  <a:pt x="53000" y="34750"/>
                </a:lnTo>
                <a:lnTo>
                  <a:pt x="53000" y="35250"/>
                </a:lnTo>
                <a:lnTo>
                  <a:pt x="52750" y="35250"/>
                </a:lnTo>
                <a:lnTo>
                  <a:pt x="52750" y="35750"/>
                </a:lnTo>
                <a:lnTo>
                  <a:pt x="52500" y="35750"/>
                </a:lnTo>
                <a:lnTo>
                  <a:pt x="52000" y="37250"/>
                </a:lnTo>
                <a:lnTo>
                  <a:pt x="51250" y="37750"/>
                </a:lnTo>
                <a:lnTo>
                  <a:pt x="51250" y="38250"/>
                </a:lnTo>
                <a:lnTo>
                  <a:pt x="51000" y="38250"/>
                </a:lnTo>
                <a:lnTo>
                  <a:pt x="51000" y="38500"/>
                </a:lnTo>
                <a:lnTo>
                  <a:pt x="50750" y="38500"/>
                </a:lnTo>
                <a:lnTo>
                  <a:pt x="50750" y="38750"/>
                </a:lnTo>
                <a:lnTo>
                  <a:pt x="50500" y="38750"/>
                </a:lnTo>
                <a:lnTo>
                  <a:pt x="49250" y="40250"/>
                </a:lnTo>
                <a:lnTo>
                  <a:pt x="48750" y="40250"/>
                </a:lnTo>
                <a:lnTo>
                  <a:pt x="48000" y="41250"/>
                </a:lnTo>
                <a:lnTo>
                  <a:pt x="47250" y="41250"/>
                </a:lnTo>
                <a:lnTo>
                  <a:pt x="47000" y="41750"/>
                </a:lnTo>
                <a:lnTo>
                  <a:pt x="46500" y="41750"/>
                </a:lnTo>
                <a:lnTo>
                  <a:pt x="46500" y="42000"/>
                </a:lnTo>
                <a:lnTo>
                  <a:pt x="46000" y="42000"/>
                </a:lnTo>
                <a:lnTo>
                  <a:pt x="46000" y="42250"/>
                </a:lnTo>
                <a:lnTo>
                  <a:pt x="44500" y="42500"/>
                </a:lnTo>
                <a:lnTo>
                  <a:pt x="44500" y="43000"/>
                </a:lnTo>
                <a:lnTo>
                  <a:pt x="44000" y="43250"/>
                </a:lnTo>
                <a:lnTo>
                  <a:pt x="44000" y="44000"/>
                </a:lnTo>
                <a:lnTo>
                  <a:pt x="43750" y="44000"/>
                </a:lnTo>
                <a:lnTo>
                  <a:pt x="43750" y="44500"/>
                </a:lnTo>
                <a:lnTo>
                  <a:pt x="43500" y="44500"/>
                </a:lnTo>
                <a:lnTo>
                  <a:pt x="43500" y="45250"/>
                </a:lnTo>
                <a:lnTo>
                  <a:pt x="43250" y="45250"/>
                </a:lnTo>
                <a:lnTo>
                  <a:pt x="43000" y="46500"/>
                </a:lnTo>
                <a:lnTo>
                  <a:pt x="42250" y="47000"/>
                </a:lnTo>
                <a:lnTo>
                  <a:pt x="42000" y="48000"/>
                </a:lnTo>
                <a:lnTo>
                  <a:pt x="41000" y="48750"/>
                </a:lnTo>
                <a:lnTo>
                  <a:pt x="41000" y="49250"/>
                </a:lnTo>
                <a:lnTo>
                  <a:pt x="40250" y="49500"/>
                </a:lnTo>
                <a:lnTo>
                  <a:pt x="40000" y="50250"/>
                </a:lnTo>
                <a:lnTo>
                  <a:pt x="39500" y="50250"/>
                </a:lnTo>
                <a:lnTo>
                  <a:pt x="39000" y="51000"/>
                </a:lnTo>
                <a:lnTo>
                  <a:pt x="38500" y="51000"/>
                </a:lnTo>
                <a:lnTo>
                  <a:pt x="38250" y="51500"/>
                </a:lnTo>
                <a:lnTo>
                  <a:pt x="37750" y="51500"/>
                </a:lnTo>
                <a:lnTo>
                  <a:pt x="37750" y="51750"/>
                </a:lnTo>
                <a:lnTo>
                  <a:pt x="37250" y="51750"/>
                </a:lnTo>
                <a:lnTo>
                  <a:pt x="37250" y="52000"/>
                </a:lnTo>
                <a:lnTo>
                  <a:pt x="36750" y="52000"/>
                </a:lnTo>
                <a:lnTo>
                  <a:pt x="36750" y="52250"/>
                </a:lnTo>
                <a:lnTo>
                  <a:pt x="36250" y="52250"/>
                </a:lnTo>
                <a:lnTo>
                  <a:pt x="36250" y="52500"/>
                </a:lnTo>
                <a:lnTo>
                  <a:pt x="35500" y="52500"/>
                </a:lnTo>
                <a:lnTo>
                  <a:pt x="35500" y="52750"/>
                </a:lnTo>
                <a:lnTo>
                  <a:pt x="34250" y="53000"/>
                </a:lnTo>
                <a:lnTo>
                  <a:pt x="34250" y="53250"/>
                </a:lnTo>
                <a:lnTo>
                  <a:pt x="33250" y="53250"/>
                </a:lnTo>
                <a:lnTo>
                  <a:pt x="28000" y="53250"/>
                </a:lnTo>
                <a:lnTo>
                  <a:pt x="28000" y="53000"/>
                </a:lnTo>
                <a:lnTo>
                  <a:pt x="27000" y="53000"/>
                </a:lnTo>
                <a:lnTo>
                  <a:pt x="27000" y="52750"/>
                </a:lnTo>
                <a:lnTo>
                  <a:pt x="26500" y="52750"/>
                </a:lnTo>
                <a:lnTo>
                  <a:pt x="26500" y="52500"/>
                </a:lnTo>
                <a:lnTo>
                  <a:pt x="26000" y="52500"/>
                </a:lnTo>
                <a:lnTo>
                  <a:pt x="26000" y="52250"/>
                </a:lnTo>
                <a:lnTo>
                  <a:pt x="25250" y="52250"/>
                </a:lnTo>
                <a:lnTo>
                  <a:pt x="25250" y="52000"/>
                </a:lnTo>
                <a:lnTo>
                  <a:pt x="24750" y="52000"/>
                </a:lnTo>
                <a:lnTo>
                  <a:pt x="24500" y="51500"/>
                </a:lnTo>
                <a:lnTo>
                  <a:pt x="23500" y="51250"/>
                </a:lnTo>
                <a:lnTo>
                  <a:pt x="23500" y="51000"/>
                </a:lnTo>
                <a:lnTo>
                  <a:pt x="23250" y="51000"/>
                </a:lnTo>
                <a:lnTo>
                  <a:pt x="22750" y="50250"/>
                </a:lnTo>
                <a:lnTo>
                  <a:pt x="22250" y="50250"/>
                </a:lnTo>
                <a:lnTo>
                  <a:pt x="22000" y="49750"/>
                </a:lnTo>
                <a:lnTo>
                  <a:pt x="19750" y="50000"/>
                </a:lnTo>
                <a:lnTo>
                  <a:pt x="19750" y="50250"/>
                </a:lnTo>
                <a:lnTo>
                  <a:pt x="15250" y="50250"/>
                </a:lnTo>
                <a:lnTo>
                  <a:pt x="15250" y="50000"/>
                </a:lnTo>
                <a:lnTo>
                  <a:pt x="14000" y="50000"/>
                </a:lnTo>
                <a:lnTo>
                  <a:pt x="14000" y="49750"/>
                </a:lnTo>
                <a:lnTo>
                  <a:pt x="13500" y="49750"/>
                </a:lnTo>
                <a:lnTo>
                  <a:pt x="13500" y="49500"/>
                </a:lnTo>
                <a:lnTo>
                  <a:pt x="12750" y="49500"/>
                </a:lnTo>
                <a:lnTo>
                  <a:pt x="12750" y="49250"/>
                </a:lnTo>
                <a:lnTo>
                  <a:pt x="12000" y="49250"/>
                </a:lnTo>
                <a:lnTo>
                  <a:pt x="12000" y="49000"/>
                </a:lnTo>
                <a:lnTo>
                  <a:pt x="11000" y="48750"/>
                </a:lnTo>
                <a:lnTo>
                  <a:pt x="10750" y="48250"/>
                </a:lnTo>
                <a:lnTo>
                  <a:pt x="10250" y="48250"/>
                </a:lnTo>
                <a:lnTo>
                  <a:pt x="10250" y="48000"/>
                </a:lnTo>
                <a:lnTo>
                  <a:pt x="9750" y="48000"/>
                </a:lnTo>
                <a:lnTo>
                  <a:pt x="9250" y="47250"/>
                </a:lnTo>
                <a:lnTo>
                  <a:pt x="8750" y="47250"/>
                </a:lnTo>
                <a:lnTo>
                  <a:pt x="8750" y="47000"/>
                </a:lnTo>
                <a:lnTo>
                  <a:pt x="8500" y="47000"/>
                </a:lnTo>
                <a:lnTo>
                  <a:pt x="8500" y="46750"/>
                </a:lnTo>
                <a:lnTo>
                  <a:pt x="7000" y="45500"/>
                </a:lnTo>
                <a:lnTo>
                  <a:pt x="7000" y="45000"/>
                </a:lnTo>
                <a:lnTo>
                  <a:pt x="6250" y="44500"/>
                </a:lnTo>
                <a:lnTo>
                  <a:pt x="6250" y="44000"/>
                </a:lnTo>
                <a:lnTo>
                  <a:pt x="6000" y="44000"/>
                </a:lnTo>
                <a:lnTo>
                  <a:pt x="6000" y="43500"/>
                </a:lnTo>
                <a:lnTo>
                  <a:pt x="5500" y="43250"/>
                </a:lnTo>
                <a:lnTo>
                  <a:pt x="5250" y="42000"/>
                </a:lnTo>
                <a:lnTo>
                  <a:pt x="5000" y="42000"/>
                </a:lnTo>
                <a:lnTo>
                  <a:pt x="5000" y="41500"/>
                </a:lnTo>
                <a:lnTo>
                  <a:pt x="4750" y="41500"/>
                </a:lnTo>
                <a:lnTo>
                  <a:pt x="4750" y="41000"/>
                </a:lnTo>
                <a:lnTo>
                  <a:pt x="4500" y="41000"/>
                </a:lnTo>
                <a:lnTo>
                  <a:pt x="4500" y="39750"/>
                </a:lnTo>
                <a:lnTo>
                  <a:pt x="4250" y="39750"/>
                </a:lnTo>
                <a:lnTo>
                  <a:pt x="4250" y="34250"/>
                </a:lnTo>
                <a:lnTo>
                  <a:pt x="4500" y="34250"/>
                </a:lnTo>
                <a:lnTo>
                  <a:pt x="4500" y="33750"/>
                </a:lnTo>
                <a:lnTo>
                  <a:pt x="4250" y="33750"/>
                </a:lnTo>
                <a:lnTo>
                  <a:pt x="4250" y="33250"/>
                </a:lnTo>
                <a:lnTo>
                  <a:pt x="3250" y="32500"/>
                </a:lnTo>
                <a:lnTo>
                  <a:pt x="3250" y="32000"/>
                </a:lnTo>
                <a:lnTo>
                  <a:pt x="2500" y="31500"/>
                </a:lnTo>
                <a:lnTo>
                  <a:pt x="2500" y="31000"/>
                </a:lnTo>
                <a:lnTo>
                  <a:pt x="2000" y="30750"/>
                </a:lnTo>
                <a:lnTo>
                  <a:pt x="2000" y="30250"/>
                </a:lnTo>
                <a:lnTo>
                  <a:pt x="1500" y="30000"/>
                </a:lnTo>
                <a:lnTo>
                  <a:pt x="1250" y="28750"/>
                </a:lnTo>
                <a:lnTo>
                  <a:pt x="1000" y="28750"/>
                </a:lnTo>
                <a:lnTo>
                  <a:pt x="1000" y="28250"/>
                </a:lnTo>
                <a:lnTo>
                  <a:pt x="750" y="28250"/>
                </a:lnTo>
                <a:lnTo>
                  <a:pt x="750" y="27750"/>
                </a:lnTo>
                <a:lnTo>
                  <a:pt x="500" y="27750"/>
                </a:lnTo>
                <a:lnTo>
                  <a:pt x="500" y="26750"/>
                </a:lnTo>
                <a:lnTo>
                  <a:pt x="250" y="26750"/>
                </a:lnTo>
                <a:lnTo>
                  <a:pt x="250" y="24750"/>
                </a:lnTo>
                <a:lnTo>
                  <a:pt x="0" y="24750"/>
                </a:lnTo>
                <a:lnTo>
                  <a:pt x="250" y="20250"/>
                </a:lnTo>
                <a:lnTo>
                  <a:pt x="500" y="20250"/>
                </a:lnTo>
                <a:lnTo>
                  <a:pt x="500" y="19250"/>
                </a:lnTo>
                <a:lnTo>
                  <a:pt x="750" y="19250"/>
                </a:lnTo>
                <a:lnTo>
                  <a:pt x="750" y="18750"/>
                </a:lnTo>
                <a:lnTo>
                  <a:pt x="1000" y="18750"/>
                </a:lnTo>
                <a:lnTo>
                  <a:pt x="1000" y="18250"/>
                </a:lnTo>
                <a:lnTo>
                  <a:pt x="1250" y="18250"/>
                </a:lnTo>
                <a:lnTo>
                  <a:pt x="1500" y="17000"/>
                </a:lnTo>
                <a:lnTo>
                  <a:pt x="2000" y="16750"/>
                </a:lnTo>
                <a:lnTo>
                  <a:pt x="2000" y="16250"/>
                </a:lnTo>
                <a:lnTo>
                  <a:pt x="2500" y="16000"/>
                </a:lnTo>
                <a:lnTo>
                  <a:pt x="2500" y="15500"/>
                </a:lnTo>
                <a:lnTo>
                  <a:pt x="3250" y="15000"/>
                </a:lnTo>
                <a:lnTo>
                  <a:pt x="3250" y="14500"/>
                </a:lnTo>
                <a:lnTo>
                  <a:pt x="4000" y="14250"/>
                </a:lnTo>
                <a:lnTo>
                  <a:pt x="4500" y="13250"/>
                </a:lnTo>
                <a:lnTo>
                  <a:pt x="5000" y="13250"/>
                </a:lnTo>
                <a:lnTo>
                  <a:pt x="5500" y="12500"/>
                </a:lnTo>
                <a:lnTo>
                  <a:pt x="6000" y="12500"/>
                </a:lnTo>
                <a:lnTo>
                  <a:pt x="6000" y="12250"/>
                </a:lnTo>
                <a:lnTo>
                  <a:pt x="6750" y="12000"/>
                </a:lnTo>
                <a:lnTo>
                  <a:pt x="7000" y="11500"/>
                </a:lnTo>
                <a:lnTo>
                  <a:pt x="7500" y="11500"/>
                </a:lnTo>
                <a:lnTo>
                  <a:pt x="7500" y="11250"/>
                </a:lnTo>
                <a:lnTo>
                  <a:pt x="8500" y="11250"/>
                </a:lnTo>
                <a:lnTo>
                  <a:pt x="8500" y="11000"/>
                </a:lnTo>
                <a:lnTo>
                  <a:pt x="9000" y="11000"/>
                </a:lnTo>
                <a:lnTo>
                  <a:pt x="9500" y="10250"/>
                </a:lnTo>
                <a:lnTo>
                  <a:pt x="10000" y="10250"/>
                </a:lnTo>
                <a:lnTo>
                  <a:pt x="10000" y="9750"/>
                </a:lnTo>
                <a:lnTo>
                  <a:pt x="10250" y="9750"/>
                </a:lnTo>
                <a:lnTo>
                  <a:pt x="10250" y="8750"/>
                </a:lnTo>
                <a:lnTo>
                  <a:pt x="10500" y="8750"/>
                </a:lnTo>
                <a:lnTo>
                  <a:pt x="10750" y="7500"/>
                </a:lnTo>
                <a:lnTo>
                  <a:pt x="11250" y="7250"/>
                </a:lnTo>
                <a:lnTo>
                  <a:pt x="11250" y="6500"/>
                </a:lnTo>
                <a:lnTo>
                  <a:pt x="11750" y="6250"/>
                </a:lnTo>
                <a:lnTo>
                  <a:pt x="11750" y="5750"/>
                </a:lnTo>
                <a:lnTo>
                  <a:pt x="12250" y="5500"/>
                </a:lnTo>
                <a:lnTo>
                  <a:pt x="12250" y="5000"/>
                </a:lnTo>
                <a:lnTo>
                  <a:pt x="12500" y="5000"/>
                </a:lnTo>
                <a:lnTo>
                  <a:pt x="12500" y="4750"/>
                </a:lnTo>
                <a:lnTo>
                  <a:pt x="12750" y="4750"/>
                </a:lnTo>
                <a:lnTo>
                  <a:pt x="12750" y="4500"/>
                </a:lnTo>
                <a:lnTo>
                  <a:pt x="13000" y="4500"/>
                </a:lnTo>
                <a:lnTo>
                  <a:pt x="13000" y="4250"/>
                </a:lnTo>
                <a:lnTo>
                  <a:pt x="13250" y="4250"/>
                </a:lnTo>
                <a:lnTo>
                  <a:pt x="13250" y="4000"/>
                </a:lnTo>
                <a:lnTo>
                  <a:pt x="13500" y="4000"/>
                </a:lnTo>
                <a:lnTo>
                  <a:pt x="14750" y="2500"/>
                </a:lnTo>
                <a:lnTo>
                  <a:pt x="15750" y="2250"/>
                </a:lnTo>
                <a:lnTo>
                  <a:pt x="16250" y="1500"/>
                </a:lnTo>
                <a:lnTo>
                  <a:pt x="17500" y="1250"/>
                </a:lnTo>
                <a:lnTo>
                  <a:pt x="17500" y="1000"/>
                </a:lnTo>
                <a:lnTo>
                  <a:pt x="18000" y="1000"/>
                </a:lnTo>
                <a:lnTo>
                  <a:pt x="18000" y="750"/>
                </a:lnTo>
                <a:lnTo>
                  <a:pt x="18500" y="750"/>
                </a:lnTo>
                <a:lnTo>
                  <a:pt x="18500" y="500"/>
                </a:lnTo>
                <a:lnTo>
                  <a:pt x="19250" y="500"/>
                </a:lnTo>
                <a:lnTo>
                  <a:pt x="19250" y="250"/>
                </a:lnTo>
                <a:lnTo>
                  <a:pt x="21000" y="250"/>
                </a:lnTo>
                <a:lnTo>
                  <a:pt x="21000" y="0"/>
                </a:lnTo>
                <a:close/>
                <a:moveTo>
                  <a:pt x="22500" y="3000"/>
                </a:moveTo>
                <a:lnTo>
                  <a:pt x="22250" y="3000"/>
                </a:lnTo>
                <a:lnTo>
                  <a:pt x="22250" y="3250"/>
                </a:lnTo>
                <a:lnTo>
                  <a:pt x="19750" y="3250"/>
                </a:lnTo>
                <a:lnTo>
                  <a:pt x="19750" y="3500"/>
                </a:lnTo>
                <a:lnTo>
                  <a:pt x="19250" y="3500"/>
                </a:lnTo>
                <a:lnTo>
                  <a:pt x="19250" y="3750"/>
                </a:lnTo>
                <a:lnTo>
                  <a:pt x="18750" y="3750"/>
                </a:lnTo>
                <a:lnTo>
                  <a:pt x="18750" y="4000"/>
                </a:lnTo>
                <a:lnTo>
                  <a:pt x="18250" y="4000"/>
                </a:lnTo>
                <a:lnTo>
                  <a:pt x="18250" y="4250"/>
                </a:lnTo>
                <a:lnTo>
                  <a:pt x="17000" y="4500"/>
                </a:lnTo>
                <a:lnTo>
                  <a:pt x="16250" y="5500"/>
                </a:lnTo>
                <a:lnTo>
                  <a:pt x="15750" y="5500"/>
                </a:lnTo>
                <a:lnTo>
                  <a:pt x="15750" y="5750"/>
                </a:lnTo>
                <a:lnTo>
                  <a:pt x="15000" y="6250"/>
                </a:lnTo>
                <a:lnTo>
                  <a:pt x="15000" y="6750"/>
                </a:lnTo>
                <a:lnTo>
                  <a:pt x="14250" y="7250"/>
                </a:lnTo>
                <a:lnTo>
                  <a:pt x="14000" y="8250"/>
                </a:lnTo>
                <a:lnTo>
                  <a:pt x="13500" y="8500"/>
                </a:lnTo>
                <a:lnTo>
                  <a:pt x="13250" y="9750"/>
                </a:lnTo>
                <a:lnTo>
                  <a:pt x="13000" y="9750"/>
                </a:lnTo>
                <a:lnTo>
                  <a:pt x="13000" y="10750"/>
                </a:lnTo>
                <a:lnTo>
                  <a:pt x="12750" y="10750"/>
                </a:lnTo>
                <a:lnTo>
                  <a:pt x="12750" y="11500"/>
                </a:lnTo>
                <a:lnTo>
                  <a:pt x="12500" y="11500"/>
                </a:lnTo>
                <a:lnTo>
                  <a:pt x="12500" y="25250"/>
                </a:lnTo>
                <a:lnTo>
                  <a:pt x="13000" y="25500"/>
                </a:lnTo>
                <a:lnTo>
                  <a:pt x="13000" y="26000"/>
                </a:lnTo>
                <a:lnTo>
                  <a:pt x="13500" y="26000"/>
                </a:lnTo>
                <a:lnTo>
                  <a:pt x="13750" y="26500"/>
                </a:lnTo>
                <a:lnTo>
                  <a:pt x="14250" y="26500"/>
                </a:lnTo>
                <a:lnTo>
                  <a:pt x="14250" y="26750"/>
                </a:lnTo>
                <a:lnTo>
                  <a:pt x="14750" y="26750"/>
                </a:lnTo>
                <a:lnTo>
                  <a:pt x="15000" y="27250"/>
                </a:lnTo>
                <a:lnTo>
                  <a:pt x="16000" y="27500"/>
                </a:lnTo>
                <a:lnTo>
                  <a:pt x="16250" y="28000"/>
                </a:lnTo>
                <a:lnTo>
                  <a:pt x="17250" y="28000"/>
                </a:lnTo>
                <a:lnTo>
                  <a:pt x="17250" y="27750"/>
                </a:lnTo>
                <a:lnTo>
                  <a:pt x="17500" y="27750"/>
                </a:lnTo>
                <a:lnTo>
                  <a:pt x="17500" y="27000"/>
                </a:lnTo>
                <a:lnTo>
                  <a:pt x="17500" y="12500"/>
                </a:lnTo>
                <a:lnTo>
                  <a:pt x="17750" y="12500"/>
                </a:lnTo>
                <a:lnTo>
                  <a:pt x="17750" y="12000"/>
                </a:lnTo>
                <a:lnTo>
                  <a:pt x="18000" y="12000"/>
                </a:lnTo>
                <a:lnTo>
                  <a:pt x="18500" y="11250"/>
                </a:lnTo>
                <a:lnTo>
                  <a:pt x="19000" y="11250"/>
                </a:lnTo>
                <a:lnTo>
                  <a:pt x="19500" y="10500"/>
                </a:lnTo>
                <a:lnTo>
                  <a:pt x="20750" y="10250"/>
                </a:lnTo>
                <a:lnTo>
                  <a:pt x="21250" y="9500"/>
                </a:lnTo>
                <a:lnTo>
                  <a:pt x="22750" y="9000"/>
                </a:lnTo>
                <a:lnTo>
                  <a:pt x="23000" y="8500"/>
                </a:lnTo>
                <a:lnTo>
                  <a:pt x="24500" y="8000"/>
                </a:lnTo>
                <a:lnTo>
                  <a:pt x="24750" y="7500"/>
                </a:lnTo>
                <a:lnTo>
                  <a:pt x="26250" y="7000"/>
                </a:lnTo>
                <a:lnTo>
                  <a:pt x="26500" y="6500"/>
                </a:lnTo>
                <a:lnTo>
                  <a:pt x="27000" y="6500"/>
                </a:lnTo>
                <a:lnTo>
                  <a:pt x="27000" y="6250"/>
                </a:lnTo>
                <a:lnTo>
                  <a:pt x="27500" y="6250"/>
                </a:lnTo>
                <a:lnTo>
                  <a:pt x="27500" y="6000"/>
                </a:lnTo>
                <a:lnTo>
                  <a:pt x="28000" y="6000"/>
                </a:lnTo>
                <a:lnTo>
                  <a:pt x="28000" y="5750"/>
                </a:lnTo>
                <a:lnTo>
                  <a:pt x="28500" y="5500"/>
                </a:lnTo>
                <a:lnTo>
                  <a:pt x="28500" y="4500"/>
                </a:lnTo>
                <a:lnTo>
                  <a:pt x="28250" y="4500"/>
                </a:lnTo>
                <a:lnTo>
                  <a:pt x="28250" y="4250"/>
                </a:lnTo>
                <a:lnTo>
                  <a:pt x="27500" y="4250"/>
                </a:lnTo>
                <a:lnTo>
                  <a:pt x="27500" y="4000"/>
                </a:lnTo>
                <a:lnTo>
                  <a:pt x="27000" y="4000"/>
                </a:lnTo>
                <a:lnTo>
                  <a:pt x="27000" y="3750"/>
                </a:lnTo>
                <a:lnTo>
                  <a:pt x="26500" y="3750"/>
                </a:lnTo>
                <a:lnTo>
                  <a:pt x="26500" y="3500"/>
                </a:lnTo>
                <a:lnTo>
                  <a:pt x="26000" y="3500"/>
                </a:lnTo>
                <a:lnTo>
                  <a:pt x="26000" y="3250"/>
                </a:lnTo>
                <a:lnTo>
                  <a:pt x="22500" y="3000"/>
                </a:lnTo>
                <a:close/>
                <a:moveTo>
                  <a:pt x="34000" y="6250"/>
                </a:moveTo>
                <a:lnTo>
                  <a:pt x="33750" y="6250"/>
                </a:lnTo>
                <a:lnTo>
                  <a:pt x="33750" y="6500"/>
                </a:lnTo>
                <a:lnTo>
                  <a:pt x="33000" y="6500"/>
                </a:lnTo>
                <a:lnTo>
                  <a:pt x="33000" y="6750"/>
                </a:lnTo>
                <a:lnTo>
                  <a:pt x="32500" y="6750"/>
                </a:lnTo>
                <a:lnTo>
                  <a:pt x="32500" y="7000"/>
                </a:lnTo>
                <a:lnTo>
                  <a:pt x="32000" y="7000"/>
                </a:lnTo>
                <a:lnTo>
                  <a:pt x="32000" y="7250"/>
                </a:lnTo>
                <a:lnTo>
                  <a:pt x="31250" y="7250"/>
                </a:lnTo>
                <a:lnTo>
                  <a:pt x="31250" y="7500"/>
                </a:lnTo>
                <a:lnTo>
                  <a:pt x="30500" y="7750"/>
                </a:lnTo>
                <a:lnTo>
                  <a:pt x="30250" y="8250"/>
                </a:lnTo>
                <a:lnTo>
                  <a:pt x="29500" y="8250"/>
                </a:lnTo>
                <a:lnTo>
                  <a:pt x="29000" y="9000"/>
                </a:lnTo>
                <a:lnTo>
                  <a:pt x="27750" y="9250"/>
                </a:lnTo>
                <a:lnTo>
                  <a:pt x="27750" y="9500"/>
                </a:lnTo>
                <a:lnTo>
                  <a:pt x="27000" y="9750"/>
                </a:lnTo>
                <a:lnTo>
                  <a:pt x="26750" y="10250"/>
                </a:lnTo>
                <a:lnTo>
                  <a:pt x="26000" y="10250"/>
                </a:lnTo>
                <a:lnTo>
                  <a:pt x="26000" y="10500"/>
                </a:lnTo>
                <a:lnTo>
                  <a:pt x="25250" y="10750"/>
                </a:lnTo>
                <a:lnTo>
                  <a:pt x="25000" y="11250"/>
                </a:lnTo>
                <a:lnTo>
                  <a:pt x="24500" y="11250"/>
                </a:lnTo>
                <a:lnTo>
                  <a:pt x="24500" y="11500"/>
                </a:lnTo>
                <a:lnTo>
                  <a:pt x="24000" y="11500"/>
                </a:lnTo>
                <a:lnTo>
                  <a:pt x="23750" y="12000"/>
                </a:lnTo>
                <a:lnTo>
                  <a:pt x="22250" y="12500"/>
                </a:lnTo>
                <a:lnTo>
                  <a:pt x="22000" y="13000"/>
                </a:lnTo>
                <a:lnTo>
                  <a:pt x="21500" y="13000"/>
                </a:lnTo>
                <a:lnTo>
                  <a:pt x="21500" y="13250"/>
                </a:lnTo>
                <a:lnTo>
                  <a:pt x="20750" y="13750"/>
                </a:lnTo>
                <a:lnTo>
                  <a:pt x="20750" y="14500"/>
                </a:lnTo>
                <a:lnTo>
                  <a:pt x="20500" y="14500"/>
                </a:lnTo>
                <a:lnTo>
                  <a:pt x="20500" y="18750"/>
                </a:lnTo>
                <a:lnTo>
                  <a:pt x="20750" y="18750"/>
                </a:lnTo>
                <a:lnTo>
                  <a:pt x="20750" y="19000"/>
                </a:lnTo>
                <a:lnTo>
                  <a:pt x="21750" y="19000"/>
                </a:lnTo>
                <a:lnTo>
                  <a:pt x="22000" y="18500"/>
                </a:lnTo>
                <a:lnTo>
                  <a:pt x="22500" y="18500"/>
                </a:lnTo>
                <a:lnTo>
                  <a:pt x="22500" y="18250"/>
                </a:lnTo>
                <a:lnTo>
                  <a:pt x="23500" y="18000"/>
                </a:lnTo>
                <a:lnTo>
                  <a:pt x="23750" y="17500"/>
                </a:lnTo>
                <a:lnTo>
                  <a:pt x="25250" y="17000"/>
                </a:lnTo>
                <a:lnTo>
                  <a:pt x="25500" y="16500"/>
                </a:lnTo>
                <a:lnTo>
                  <a:pt x="26500" y="16250"/>
                </a:lnTo>
                <a:lnTo>
                  <a:pt x="26500" y="16000"/>
                </a:lnTo>
                <a:lnTo>
                  <a:pt x="27250" y="15750"/>
                </a:lnTo>
                <a:lnTo>
                  <a:pt x="27500" y="15250"/>
                </a:lnTo>
                <a:lnTo>
                  <a:pt x="28250" y="15250"/>
                </a:lnTo>
                <a:lnTo>
                  <a:pt x="28750" y="14500"/>
                </a:lnTo>
                <a:lnTo>
                  <a:pt x="30000" y="14250"/>
                </a:lnTo>
                <a:lnTo>
                  <a:pt x="30500" y="13500"/>
                </a:lnTo>
                <a:lnTo>
                  <a:pt x="32000" y="13000"/>
                </a:lnTo>
                <a:lnTo>
                  <a:pt x="32000" y="12750"/>
                </a:lnTo>
                <a:lnTo>
                  <a:pt x="32750" y="12500"/>
                </a:lnTo>
                <a:lnTo>
                  <a:pt x="32750" y="12250"/>
                </a:lnTo>
                <a:lnTo>
                  <a:pt x="33750" y="12000"/>
                </a:lnTo>
                <a:lnTo>
                  <a:pt x="33750" y="11750"/>
                </a:lnTo>
                <a:lnTo>
                  <a:pt x="34500" y="11500"/>
                </a:lnTo>
                <a:lnTo>
                  <a:pt x="34500" y="11250"/>
                </a:lnTo>
                <a:lnTo>
                  <a:pt x="35750" y="11250"/>
                </a:lnTo>
                <a:lnTo>
                  <a:pt x="35750" y="11500"/>
                </a:lnTo>
                <a:lnTo>
                  <a:pt x="36250" y="11500"/>
                </a:lnTo>
                <a:lnTo>
                  <a:pt x="36500" y="12000"/>
                </a:lnTo>
                <a:lnTo>
                  <a:pt x="37000" y="12000"/>
                </a:lnTo>
                <a:lnTo>
                  <a:pt x="37000" y="12250"/>
                </a:lnTo>
                <a:lnTo>
                  <a:pt x="38000" y="12500"/>
                </a:lnTo>
                <a:lnTo>
                  <a:pt x="38250" y="13000"/>
                </a:lnTo>
                <a:lnTo>
                  <a:pt x="39750" y="13500"/>
                </a:lnTo>
                <a:lnTo>
                  <a:pt x="40000" y="14000"/>
                </a:lnTo>
                <a:lnTo>
                  <a:pt x="41000" y="14250"/>
                </a:lnTo>
                <a:lnTo>
                  <a:pt x="41000" y="14500"/>
                </a:lnTo>
                <a:lnTo>
                  <a:pt x="41750" y="14750"/>
                </a:lnTo>
                <a:lnTo>
                  <a:pt x="42000" y="15250"/>
                </a:lnTo>
                <a:lnTo>
                  <a:pt x="42750" y="15250"/>
                </a:lnTo>
                <a:lnTo>
                  <a:pt x="42750" y="15500"/>
                </a:lnTo>
                <a:lnTo>
                  <a:pt x="43500" y="15750"/>
                </a:lnTo>
                <a:lnTo>
                  <a:pt x="43750" y="16250"/>
                </a:lnTo>
                <a:lnTo>
                  <a:pt x="44500" y="16250"/>
                </a:lnTo>
                <a:lnTo>
                  <a:pt x="44500" y="16500"/>
                </a:lnTo>
                <a:lnTo>
                  <a:pt x="44750" y="16500"/>
                </a:lnTo>
                <a:lnTo>
                  <a:pt x="45000" y="17000"/>
                </a:lnTo>
                <a:lnTo>
                  <a:pt x="45500" y="17000"/>
                </a:lnTo>
                <a:lnTo>
                  <a:pt x="45500" y="17250"/>
                </a:lnTo>
                <a:lnTo>
                  <a:pt x="46750" y="17250"/>
                </a:lnTo>
                <a:lnTo>
                  <a:pt x="46750" y="16750"/>
                </a:lnTo>
                <a:lnTo>
                  <a:pt x="47000" y="16750"/>
                </a:lnTo>
                <a:lnTo>
                  <a:pt x="47000" y="15750"/>
                </a:lnTo>
                <a:lnTo>
                  <a:pt x="46750" y="15750"/>
                </a:lnTo>
                <a:lnTo>
                  <a:pt x="46750" y="14750"/>
                </a:lnTo>
                <a:lnTo>
                  <a:pt x="46500" y="14750"/>
                </a:lnTo>
                <a:lnTo>
                  <a:pt x="46250" y="12500"/>
                </a:lnTo>
                <a:lnTo>
                  <a:pt x="46000" y="12500"/>
                </a:lnTo>
                <a:lnTo>
                  <a:pt x="46000" y="12000"/>
                </a:lnTo>
                <a:lnTo>
                  <a:pt x="45500" y="11750"/>
                </a:lnTo>
                <a:lnTo>
                  <a:pt x="45000" y="10250"/>
                </a:lnTo>
                <a:lnTo>
                  <a:pt x="44750" y="10250"/>
                </a:lnTo>
                <a:lnTo>
                  <a:pt x="44750" y="10000"/>
                </a:lnTo>
                <a:lnTo>
                  <a:pt x="44500" y="10000"/>
                </a:lnTo>
                <a:lnTo>
                  <a:pt x="44500" y="9750"/>
                </a:lnTo>
                <a:lnTo>
                  <a:pt x="44250" y="9750"/>
                </a:lnTo>
                <a:lnTo>
                  <a:pt x="43000" y="8250"/>
                </a:lnTo>
                <a:lnTo>
                  <a:pt x="42500" y="8250"/>
                </a:lnTo>
                <a:lnTo>
                  <a:pt x="42000" y="7500"/>
                </a:lnTo>
                <a:lnTo>
                  <a:pt x="40750" y="7250"/>
                </a:lnTo>
                <a:lnTo>
                  <a:pt x="40750" y="7000"/>
                </a:lnTo>
                <a:lnTo>
                  <a:pt x="40250" y="7000"/>
                </a:lnTo>
                <a:lnTo>
                  <a:pt x="40250" y="6750"/>
                </a:lnTo>
                <a:lnTo>
                  <a:pt x="39750" y="6750"/>
                </a:lnTo>
                <a:lnTo>
                  <a:pt x="39750" y="6500"/>
                </a:lnTo>
                <a:lnTo>
                  <a:pt x="39000" y="6500"/>
                </a:lnTo>
                <a:lnTo>
                  <a:pt x="39000" y="6250"/>
                </a:lnTo>
                <a:lnTo>
                  <a:pt x="34000" y="6250"/>
                </a:lnTo>
                <a:close/>
                <a:moveTo>
                  <a:pt x="9000" y="14250"/>
                </a:moveTo>
                <a:lnTo>
                  <a:pt x="8250" y="14500"/>
                </a:lnTo>
                <a:lnTo>
                  <a:pt x="8250" y="14750"/>
                </a:lnTo>
                <a:lnTo>
                  <a:pt x="7750" y="14750"/>
                </a:lnTo>
                <a:lnTo>
                  <a:pt x="7500" y="15250"/>
                </a:lnTo>
                <a:lnTo>
                  <a:pt x="7000" y="15250"/>
                </a:lnTo>
                <a:lnTo>
                  <a:pt x="7000" y="15500"/>
                </a:lnTo>
                <a:lnTo>
                  <a:pt x="6750" y="15500"/>
                </a:lnTo>
                <a:lnTo>
                  <a:pt x="6750" y="15750"/>
                </a:lnTo>
                <a:lnTo>
                  <a:pt x="5250" y="17000"/>
                </a:lnTo>
                <a:lnTo>
                  <a:pt x="5250" y="17500"/>
                </a:lnTo>
                <a:lnTo>
                  <a:pt x="4750" y="17750"/>
                </a:lnTo>
                <a:lnTo>
                  <a:pt x="4750" y="18250"/>
                </a:lnTo>
                <a:lnTo>
                  <a:pt x="4250" y="18500"/>
                </a:lnTo>
                <a:lnTo>
                  <a:pt x="4250" y="19000"/>
                </a:lnTo>
                <a:lnTo>
                  <a:pt x="4000" y="19000"/>
                </a:lnTo>
                <a:lnTo>
                  <a:pt x="4000" y="19500"/>
                </a:lnTo>
                <a:lnTo>
                  <a:pt x="3750" y="19500"/>
                </a:lnTo>
                <a:lnTo>
                  <a:pt x="3750" y="20000"/>
                </a:lnTo>
                <a:lnTo>
                  <a:pt x="3500" y="20000"/>
                </a:lnTo>
                <a:lnTo>
                  <a:pt x="3500" y="21000"/>
                </a:lnTo>
                <a:lnTo>
                  <a:pt x="3250" y="21000"/>
                </a:lnTo>
                <a:lnTo>
                  <a:pt x="3250" y="26000"/>
                </a:lnTo>
                <a:lnTo>
                  <a:pt x="3500" y="26000"/>
                </a:lnTo>
                <a:lnTo>
                  <a:pt x="3500" y="27000"/>
                </a:lnTo>
                <a:lnTo>
                  <a:pt x="4000" y="27250"/>
                </a:lnTo>
                <a:lnTo>
                  <a:pt x="4250" y="28500"/>
                </a:lnTo>
                <a:lnTo>
                  <a:pt x="4500" y="28500"/>
                </a:lnTo>
                <a:lnTo>
                  <a:pt x="4500" y="29000"/>
                </a:lnTo>
                <a:lnTo>
                  <a:pt x="5250" y="29500"/>
                </a:lnTo>
                <a:lnTo>
                  <a:pt x="5250" y="30000"/>
                </a:lnTo>
                <a:lnTo>
                  <a:pt x="5500" y="30000"/>
                </a:lnTo>
                <a:lnTo>
                  <a:pt x="5500" y="30250"/>
                </a:lnTo>
                <a:lnTo>
                  <a:pt x="5750" y="30250"/>
                </a:lnTo>
                <a:lnTo>
                  <a:pt x="5750" y="30500"/>
                </a:lnTo>
                <a:lnTo>
                  <a:pt x="6000" y="30500"/>
                </a:lnTo>
                <a:lnTo>
                  <a:pt x="6000" y="30750"/>
                </a:lnTo>
                <a:lnTo>
                  <a:pt x="6250" y="30750"/>
                </a:lnTo>
                <a:lnTo>
                  <a:pt x="7500" y="32250"/>
                </a:lnTo>
                <a:lnTo>
                  <a:pt x="8000" y="32250"/>
                </a:lnTo>
                <a:lnTo>
                  <a:pt x="8000" y="32500"/>
                </a:lnTo>
                <a:lnTo>
                  <a:pt x="8500" y="32500"/>
                </a:lnTo>
                <a:lnTo>
                  <a:pt x="8750" y="33000"/>
                </a:lnTo>
                <a:lnTo>
                  <a:pt x="10250" y="33500"/>
                </a:lnTo>
                <a:lnTo>
                  <a:pt x="10750" y="34250"/>
                </a:lnTo>
                <a:lnTo>
                  <a:pt x="12000" y="34500"/>
                </a:lnTo>
                <a:lnTo>
                  <a:pt x="12500" y="35250"/>
                </a:lnTo>
                <a:lnTo>
                  <a:pt x="13750" y="35500"/>
                </a:lnTo>
                <a:lnTo>
                  <a:pt x="14000" y="36000"/>
                </a:lnTo>
                <a:lnTo>
                  <a:pt x="15000" y="36250"/>
                </a:lnTo>
                <a:lnTo>
                  <a:pt x="15250" y="36750"/>
                </a:lnTo>
                <a:lnTo>
                  <a:pt x="15750" y="36750"/>
                </a:lnTo>
                <a:lnTo>
                  <a:pt x="15750" y="37000"/>
                </a:lnTo>
                <a:lnTo>
                  <a:pt x="17250" y="37500"/>
                </a:lnTo>
                <a:lnTo>
                  <a:pt x="17750" y="38250"/>
                </a:lnTo>
                <a:lnTo>
                  <a:pt x="18500" y="38250"/>
                </a:lnTo>
                <a:lnTo>
                  <a:pt x="18500" y="38500"/>
                </a:lnTo>
                <a:lnTo>
                  <a:pt x="20000" y="38250"/>
                </a:lnTo>
                <a:lnTo>
                  <a:pt x="20250" y="37750"/>
                </a:lnTo>
                <a:lnTo>
                  <a:pt x="20750" y="37750"/>
                </a:lnTo>
                <a:lnTo>
                  <a:pt x="20750" y="37500"/>
                </a:lnTo>
                <a:lnTo>
                  <a:pt x="21750" y="37250"/>
                </a:lnTo>
                <a:lnTo>
                  <a:pt x="22000" y="36750"/>
                </a:lnTo>
                <a:lnTo>
                  <a:pt x="23000" y="36500"/>
                </a:lnTo>
                <a:lnTo>
                  <a:pt x="23000" y="36250"/>
                </a:lnTo>
                <a:lnTo>
                  <a:pt x="23250" y="36250"/>
                </a:lnTo>
                <a:lnTo>
                  <a:pt x="23250" y="35250"/>
                </a:lnTo>
                <a:lnTo>
                  <a:pt x="22750" y="35250"/>
                </a:lnTo>
                <a:lnTo>
                  <a:pt x="22750" y="35000"/>
                </a:lnTo>
                <a:lnTo>
                  <a:pt x="22250" y="35000"/>
                </a:lnTo>
                <a:lnTo>
                  <a:pt x="22000" y="34500"/>
                </a:lnTo>
                <a:lnTo>
                  <a:pt x="20500" y="34000"/>
                </a:lnTo>
                <a:lnTo>
                  <a:pt x="20000" y="33250"/>
                </a:lnTo>
                <a:lnTo>
                  <a:pt x="18750" y="33000"/>
                </a:lnTo>
                <a:lnTo>
                  <a:pt x="18500" y="32500"/>
                </a:lnTo>
                <a:lnTo>
                  <a:pt x="17500" y="32250"/>
                </a:lnTo>
                <a:lnTo>
                  <a:pt x="17250" y="31750"/>
                </a:lnTo>
                <a:lnTo>
                  <a:pt x="15750" y="31250"/>
                </a:lnTo>
                <a:lnTo>
                  <a:pt x="15750" y="31000"/>
                </a:lnTo>
                <a:lnTo>
                  <a:pt x="15000" y="30750"/>
                </a:lnTo>
                <a:lnTo>
                  <a:pt x="14750" y="30250"/>
                </a:lnTo>
                <a:lnTo>
                  <a:pt x="14000" y="30250"/>
                </a:lnTo>
                <a:lnTo>
                  <a:pt x="14000" y="30000"/>
                </a:lnTo>
                <a:lnTo>
                  <a:pt x="13250" y="29750"/>
                </a:lnTo>
                <a:lnTo>
                  <a:pt x="13000" y="29250"/>
                </a:lnTo>
                <a:lnTo>
                  <a:pt x="12500" y="29250"/>
                </a:lnTo>
                <a:lnTo>
                  <a:pt x="12500" y="29000"/>
                </a:lnTo>
                <a:lnTo>
                  <a:pt x="12000" y="29000"/>
                </a:lnTo>
                <a:lnTo>
                  <a:pt x="11750" y="28500"/>
                </a:lnTo>
                <a:lnTo>
                  <a:pt x="10250" y="28000"/>
                </a:lnTo>
                <a:lnTo>
                  <a:pt x="10250" y="27500"/>
                </a:lnTo>
                <a:lnTo>
                  <a:pt x="9500" y="27000"/>
                </a:lnTo>
                <a:lnTo>
                  <a:pt x="9500" y="14750"/>
                </a:lnTo>
                <a:lnTo>
                  <a:pt x="9250" y="14750"/>
                </a:lnTo>
                <a:lnTo>
                  <a:pt x="9000" y="14250"/>
                </a:lnTo>
                <a:close/>
                <a:moveTo>
                  <a:pt x="34500" y="15000"/>
                </a:moveTo>
                <a:lnTo>
                  <a:pt x="33750" y="15250"/>
                </a:lnTo>
                <a:lnTo>
                  <a:pt x="33750" y="15500"/>
                </a:lnTo>
                <a:lnTo>
                  <a:pt x="33250" y="15500"/>
                </a:lnTo>
                <a:lnTo>
                  <a:pt x="33000" y="16000"/>
                </a:lnTo>
                <a:lnTo>
                  <a:pt x="32000" y="16250"/>
                </a:lnTo>
                <a:lnTo>
                  <a:pt x="31750" y="16750"/>
                </a:lnTo>
                <a:lnTo>
                  <a:pt x="31250" y="16750"/>
                </a:lnTo>
                <a:lnTo>
                  <a:pt x="31250" y="17000"/>
                </a:lnTo>
                <a:lnTo>
                  <a:pt x="30750" y="17250"/>
                </a:lnTo>
                <a:lnTo>
                  <a:pt x="30750" y="18000"/>
                </a:lnTo>
                <a:lnTo>
                  <a:pt x="31500" y="18250"/>
                </a:lnTo>
                <a:lnTo>
                  <a:pt x="31500" y="18500"/>
                </a:lnTo>
                <a:lnTo>
                  <a:pt x="32000" y="18500"/>
                </a:lnTo>
                <a:lnTo>
                  <a:pt x="32250" y="19000"/>
                </a:lnTo>
                <a:lnTo>
                  <a:pt x="33750" y="19500"/>
                </a:lnTo>
                <a:lnTo>
                  <a:pt x="34000" y="20000"/>
                </a:lnTo>
                <a:lnTo>
                  <a:pt x="35500" y="20500"/>
                </a:lnTo>
                <a:lnTo>
                  <a:pt x="35750" y="21000"/>
                </a:lnTo>
                <a:lnTo>
                  <a:pt x="37250" y="21500"/>
                </a:lnTo>
                <a:lnTo>
                  <a:pt x="37500" y="22000"/>
                </a:lnTo>
                <a:lnTo>
                  <a:pt x="39000" y="22500"/>
                </a:lnTo>
                <a:lnTo>
                  <a:pt x="39500" y="23250"/>
                </a:lnTo>
                <a:lnTo>
                  <a:pt x="40250" y="23250"/>
                </a:lnTo>
                <a:lnTo>
                  <a:pt x="40250" y="23500"/>
                </a:lnTo>
                <a:lnTo>
                  <a:pt x="41000" y="23750"/>
                </a:lnTo>
                <a:lnTo>
                  <a:pt x="41250" y="24250"/>
                </a:lnTo>
                <a:lnTo>
                  <a:pt x="42000" y="24250"/>
                </a:lnTo>
                <a:lnTo>
                  <a:pt x="42000" y="24500"/>
                </a:lnTo>
                <a:lnTo>
                  <a:pt x="42750" y="24750"/>
                </a:lnTo>
                <a:lnTo>
                  <a:pt x="43000" y="25250"/>
                </a:lnTo>
                <a:lnTo>
                  <a:pt x="44000" y="25500"/>
                </a:lnTo>
                <a:lnTo>
                  <a:pt x="44000" y="26000"/>
                </a:lnTo>
                <a:lnTo>
                  <a:pt x="44250" y="26000"/>
                </a:lnTo>
                <a:lnTo>
                  <a:pt x="44250" y="26500"/>
                </a:lnTo>
                <a:lnTo>
                  <a:pt x="44500" y="26500"/>
                </a:lnTo>
                <a:lnTo>
                  <a:pt x="44500" y="38750"/>
                </a:lnTo>
                <a:lnTo>
                  <a:pt x="44750" y="38750"/>
                </a:lnTo>
                <a:lnTo>
                  <a:pt x="44750" y="39000"/>
                </a:lnTo>
                <a:lnTo>
                  <a:pt x="45500" y="39000"/>
                </a:lnTo>
                <a:lnTo>
                  <a:pt x="45500" y="38750"/>
                </a:lnTo>
                <a:lnTo>
                  <a:pt x="46000" y="38750"/>
                </a:lnTo>
                <a:lnTo>
                  <a:pt x="46000" y="38500"/>
                </a:lnTo>
                <a:lnTo>
                  <a:pt x="46500" y="38500"/>
                </a:lnTo>
                <a:lnTo>
                  <a:pt x="46500" y="38250"/>
                </a:lnTo>
                <a:lnTo>
                  <a:pt x="46750" y="38250"/>
                </a:lnTo>
                <a:lnTo>
                  <a:pt x="47500" y="37250"/>
                </a:lnTo>
                <a:lnTo>
                  <a:pt x="48000" y="37250"/>
                </a:lnTo>
                <a:lnTo>
                  <a:pt x="48250" y="36500"/>
                </a:lnTo>
                <a:lnTo>
                  <a:pt x="49250" y="35750"/>
                </a:lnTo>
                <a:lnTo>
                  <a:pt x="49500" y="34750"/>
                </a:lnTo>
                <a:lnTo>
                  <a:pt x="49750" y="34750"/>
                </a:lnTo>
                <a:lnTo>
                  <a:pt x="50000" y="34000"/>
                </a:lnTo>
                <a:lnTo>
                  <a:pt x="50250" y="34000"/>
                </a:lnTo>
                <a:lnTo>
                  <a:pt x="50500" y="32000"/>
                </a:lnTo>
                <a:lnTo>
                  <a:pt x="50750" y="32000"/>
                </a:lnTo>
                <a:lnTo>
                  <a:pt x="50750" y="31250"/>
                </a:lnTo>
                <a:lnTo>
                  <a:pt x="51000" y="31250"/>
                </a:lnTo>
                <a:lnTo>
                  <a:pt x="51000" y="28500"/>
                </a:lnTo>
                <a:lnTo>
                  <a:pt x="50750" y="28500"/>
                </a:lnTo>
                <a:lnTo>
                  <a:pt x="50500" y="26750"/>
                </a:lnTo>
                <a:lnTo>
                  <a:pt x="50250" y="26750"/>
                </a:lnTo>
                <a:lnTo>
                  <a:pt x="50250" y="25750"/>
                </a:lnTo>
                <a:lnTo>
                  <a:pt x="50000" y="25750"/>
                </a:lnTo>
                <a:lnTo>
                  <a:pt x="49750" y="24750"/>
                </a:lnTo>
                <a:lnTo>
                  <a:pt x="49250" y="24500"/>
                </a:lnTo>
                <a:lnTo>
                  <a:pt x="49250" y="24000"/>
                </a:lnTo>
                <a:lnTo>
                  <a:pt x="49000" y="24000"/>
                </a:lnTo>
                <a:lnTo>
                  <a:pt x="49000" y="23500"/>
                </a:lnTo>
                <a:lnTo>
                  <a:pt x="48250" y="23000"/>
                </a:lnTo>
                <a:lnTo>
                  <a:pt x="48250" y="22500"/>
                </a:lnTo>
                <a:lnTo>
                  <a:pt x="47500" y="22250"/>
                </a:lnTo>
                <a:lnTo>
                  <a:pt x="46750" y="21250"/>
                </a:lnTo>
                <a:lnTo>
                  <a:pt x="46250" y="21250"/>
                </a:lnTo>
                <a:lnTo>
                  <a:pt x="46250" y="21000"/>
                </a:lnTo>
                <a:lnTo>
                  <a:pt x="45500" y="20750"/>
                </a:lnTo>
                <a:lnTo>
                  <a:pt x="45250" y="20250"/>
                </a:lnTo>
                <a:lnTo>
                  <a:pt x="43750" y="19750"/>
                </a:lnTo>
                <a:lnTo>
                  <a:pt x="43500" y="19250"/>
                </a:lnTo>
                <a:lnTo>
                  <a:pt x="42750" y="19250"/>
                </a:lnTo>
                <a:lnTo>
                  <a:pt x="42250" y="18500"/>
                </a:lnTo>
                <a:lnTo>
                  <a:pt x="41750" y="18500"/>
                </a:lnTo>
                <a:lnTo>
                  <a:pt x="41750" y="18250"/>
                </a:lnTo>
                <a:lnTo>
                  <a:pt x="40250" y="17750"/>
                </a:lnTo>
                <a:lnTo>
                  <a:pt x="40000" y="17250"/>
                </a:lnTo>
                <a:lnTo>
                  <a:pt x="39000" y="17000"/>
                </a:lnTo>
                <a:lnTo>
                  <a:pt x="38750" y="16500"/>
                </a:lnTo>
                <a:lnTo>
                  <a:pt x="37250" y="16000"/>
                </a:lnTo>
                <a:lnTo>
                  <a:pt x="37250" y="15750"/>
                </a:lnTo>
                <a:lnTo>
                  <a:pt x="36500" y="15500"/>
                </a:lnTo>
                <a:lnTo>
                  <a:pt x="36500" y="15250"/>
                </a:lnTo>
                <a:lnTo>
                  <a:pt x="34500" y="15000"/>
                </a:lnTo>
                <a:close/>
                <a:moveTo>
                  <a:pt x="26500" y="19500"/>
                </a:moveTo>
                <a:lnTo>
                  <a:pt x="26250" y="19500"/>
                </a:lnTo>
                <a:lnTo>
                  <a:pt x="25750" y="20250"/>
                </a:lnTo>
                <a:lnTo>
                  <a:pt x="24500" y="20500"/>
                </a:lnTo>
                <a:lnTo>
                  <a:pt x="24000" y="21250"/>
                </a:lnTo>
                <a:lnTo>
                  <a:pt x="23250" y="21250"/>
                </a:lnTo>
                <a:lnTo>
                  <a:pt x="23250" y="21500"/>
                </a:lnTo>
                <a:lnTo>
                  <a:pt x="22750" y="21500"/>
                </a:lnTo>
                <a:lnTo>
                  <a:pt x="22500" y="22000"/>
                </a:lnTo>
                <a:lnTo>
                  <a:pt x="21000" y="22500"/>
                </a:lnTo>
                <a:lnTo>
                  <a:pt x="21000" y="23000"/>
                </a:lnTo>
                <a:lnTo>
                  <a:pt x="20750" y="23000"/>
                </a:lnTo>
                <a:lnTo>
                  <a:pt x="20750" y="23500"/>
                </a:lnTo>
                <a:lnTo>
                  <a:pt x="20500" y="23500"/>
                </a:lnTo>
                <a:lnTo>
                  <a:pt x="20500" y="29750"/>
                </a:lnTo>
                <a:lnTo>
                  <a:pt x="20750" y="29750"/>
                </a:lnTo>
                <a:lnTo>
                  <a:pt x="20750" y="30250"/>
                </a:lnTo>
                <a:lnTo>
                  <a:pt x="21250" y="30500"/>
                </a:lnTo>
                <a:lnTo>
                  <a:pt x="21250" y="31000"/>
                </a:lnTo>
                <a:lnTo>
                  <a:pt x="22500" y="31250"/>
                </a:lnTo>
                <a:lnTo>
                  <a:pt x="22750" y="31750"/>
                </a:lnTo>
                <a:lnTo>
                  <a:pt x="23250" y="31750"/>
                </a:lnTo>
                <a:lnTo>
                  <a:pt x="23500" y="32250"/>
                </a:lnTo>
                <a:lnTo>
                  <a:pt x="25000" y="32750"/>
                </a:lnTo>
                <a:lnTo>
                  <a:pt x="25250" y="33250"/>
                </a:lnTo>
                <a:lnTo>
                  <a:pt x="26000" y="33250"/>
                </a:lnTo>
                <a:lnTo>
                  <a:pt x="26250" y="33750"/>
                </a:lnTo>
                <a:lnTo>
                  <a:pt x="27500" y="33750"/>
                </a:lnTo>
                <a:lnTo>
                  <a:pt x="28250" y="33500"/>
                </a:lnTo>
                <a:lnTo>
                  <a:pt x="28250" y="33250"/>
                </a:lnTo>
                <a:lnTo>
                  <a:pt x="28750" y="33250"/>
                </a:lnTo>
                <a:lnTo>
                  <a:pt x="28750" y="33000"/>
                </a:lnTo>
                <a:lnTo>
                  <a:pt x="29250" y="33000"/>
                </a:lnTo>
                <a:lnTo>
                  <a:pt x="29500" y="32500"/>
                </a:lnTo>
                <a:lnTo>
                  <a:pt x="31000" y="32000"/>
                </a:lnTo>
                <a:lnTo>
                  <a:pt x="31250" y="31500"/>
                </a:lnTo>
                <a:lnTo>
                  <a:pt x="32250" y="31250"/>
                </a:lnTo>
                <a:lnTo>
                  <a:pt x="32500" y="30750"/>
                </a:lnTo>
                <a:lnTo>
                  <a:pt x="33000" y="30750"/>
                </a:lnTo>
                <a:lnTo>
                  <a:pt x="33000" y="30250"/>
                </a:lnTo>
                <a:lnTo>
                  <a:pt x="33250" y="30250"/>
                </a:lnTo>
                <a:lnTo>
                  <a:pt x="33250" y="29750"/>
                </a:lnTo>
                <a:lnTo>
                  <a:pt x="33500" y="29750"/>
                </a:lnTo>
                <a:lnTo>
                  <a:pt x="33500" y="23500"/>
                </a:lnTo>
                <a:lnTo>
                  <a:pt x="33250" y="23500"/>
                </a:lnTo>
                <a:lnTo>
                  <a:pt x="33250" y="22750"/>
                </a:lnTo>
                <a:lnTo>
                  <a:pt x="33000" y="22750"/>
                </a:lnTo>
                <a:lnTo>
                  <a:pt x="33000" y="22500"/>
                </a:lnTo>
                <a:lnTo>
                  <a:pt x="31500" y="22000"/>
                </a:lnTo>
                <a:lnTo>
                  <a:pt x="31250" y="21500"/>
                </a:lnTo>
                <a:lnTo>
                  <a:pt x="29750" y="21000"/>
                </a:lnTo>
                <a:lnTo>
                  <a:pt x="29500" y="20500"/>
                </a:lnTo>
                <a:lnTo>
                  <a:pt x="28000" y="20000"/>
                </a:lnTo>
                <a:lnTo>
                  <a:pt x="27750" y="19500"/>
                </a:lnTo>
                <a:lnTo>
                  <a:pt x="26500" y="19500"/>
                </a:lnTo>
                <a:close/>
                <a:moveTo>
                  <a:pt x="36750" y="25250"/>
                </a:moveTo>
                <a:lnTo>
                  <a:pt x="36500" y="25250"/>
                </a:lnTo>
                <a:lnTo>
                  <a:pt x="36500" y="25750"/>
                </a:lnTo>
                <a:lnTo>
                  <a:pt x="36250" y="25750"/>
                </a:lnTo>
                <a:lnTo>
                  <a:pt x="36250" y="41250"/>
                </a:lnTo>
                <a:lnTo>
                  <a:pt x="36000" y="41250"/>
                </a:lnTo>
                <a:lnTo>
                  <a:pt x="35750" y="42000"/>
                </a:lnTo>
                <a:lnTo>
                  <a:pt x="34750" y="42250"/>
                </a:lnTo>
                <a:lnTo>
                  <a:pt x="34750" y="42500"/>
                </a:lnTo>
                <a:lnTo>
                  <a:pt x="34000" y="42750"/>
                </a:lnTo>
                <a:lnTo>
                  <a:pt x="33750" y="43250"/>
                </a:lnTo>
                <a:lnTo>
                  <a:pt x="32500" y="43500"/>
                </a:lnTo>
                <a:lnTo>
                  <a:pt x="32000" y="44250"/>
                </a:lnTo>
                <a:lnTo>
                  <a:pt x="31250" y="44250"/>
                </a:lnTo>
                <a:lnTo>
                  <a:pt x="31250" y="44500"/>
                </a:lnTo>
                <a:lnTo>
                  <a:pt x="30500" y="44750"/>
                </a:lnTo>
                <a:lnTo>
                  <a:pt x="30250" y="45250"/>
                </a:lnTo>
                <a:lnTo>
                  <a:pt x="29500" y="45250"/>
                </a:lnTo>
                <a:lnTo>
                  <a:pt x="29000" y="46000"/>
                </a:lnTo>
                <a:lnTo>
                  <a:pt x="27750" y="46250"/>
                </a:lnTo>
                <a:lnTo>
                  <a:pt x="27250" y="47000"/>
                </a:lnTo>
                <a:lnTo>
                  <a:pt x="26750" y="47000"/>
                </a:lnTo>
                <a:lnTo>
                  <a:pt x="26750" y="47250"/>
                </a:lnTo>
                <a:lnTo>
                  <a:pt x="26250" y="47250"/>
                </a:lnTo>
                <a:lnTo>
                  <a:pt x="26250" y="47500"/>
                </a:lnTo>
                <a:lnTo>
                  <a:pt x="25500" y="47750"/>
                </a:lnTo>
                <a:lnTo>
                  <a:pt x="25500" y="48500"/>
                </a:lnTo>
                <a:lnTo>
                  <a:pt x="25750" y="48500"/>
                </a:lnTo>
                <a:lnTo>
                  <a:pt x="26250" y="49250"/>
                </a:lnTo>
                <a:lnTo>
                  <a:pt x="27000" y="49250"/>
                </a:lnTo>
                <a:lnTo>
                  <a:pt x="27000" y="49500"/>
                </a:lnTo>
                <a:lnTo>
                  <a:pt x="27500" y="49500"/>
                </a:lnTo>
                <a:lnTo>
                  <a:pt x="27500" y="49750"/>
                </a:lnTo>
                <a:lnTo>
                  <a:pt x="28000" y="49750"/>
                </a:lnTo>
                <a:lnTo>
                  <a:pt x="28000" y="50000"/>
                </a:lnTo>
                <a:lnTo>
                  <a:pt x="28750" y="50000"/>
                </a:lnTo>
                <a:lnTo>
                  <a:pt x="28750" y="50250"/>
                </a:lnTo>
                <a:lnTo>
                  <a:pt x="30250" y="50250"/>
                </a:lnTo>
                <a:lnTo>
                  <a:pt x="33500" y="50250"/>
                </a:lnTo>
                <a:lnTo>
                  <a:pt x="33500" y="50000"/>
                </a:lnTo>
                <a:lnTo>
                  <a:pt x="34500" y="50000"/>
                </a:lnTo>
                <a:lnTo>
                  <a:pt x="34500" y="49750"/>
                </a:lnTo>
                <a:lnTo>
                  <a:pt x="35000" y="49750"/>
                </a:lnTo>
                <a:lnTo>
                  <a:pt x="35000" y="49500"/>
                </a:lnTo>
                <a:lnTo>
                  <a:pt x="35500" y="49500"/>
                </a:lnTo>
                <a:lnTo>
                  <a:pt x="35500" y="49250"/>
                </a:lnTo>
                <a:lnTo>
                  <a:pt x="36250" y="49250"/>
                </a:lnTo>
                <a:lnTo>
                  <a:pt x="36500" y="48750"/>
                </a:lnTo>
                <a:lnTo>
                  <a:pt x="37000" y="48750"/>
                </a:lnTo>
                <a:lnTo>
                  <a:pt x="37250" y="48250"/>
                </a:lnTo>
                <a:lnTo>
                  <a:pt x="37750" y="48250"/>
                </a:lnTo>
                <a:lnTo>
                  <a:pt x="37750" y="48000"/>
                </a:lnTo>
                <a:lnTo>
                  <a:pt x="38000" y="48000"/>
                </a:lnTo>
                <a:lnTo>
                  <a:pt x="38000" y="47750"/>
                </a:lnTo>
                <a:lnTo>
                  <a:pt x="39500" y="46500"/>
                </a:lnTo>
                <a:lnTo>
                  <a:pt x="39500" y="46000"/>
                </a:lnTo>
                <a:lnTo>
                  <a:pt x="40250" y="45500"/>
                </a:lnTo>
                <a:lnTo>
                  <a:pt x="40500" y="44250"/>
                </a:lnTo>
                <a:lnTo>
                  <a:pt x="41000" y="44000"/>
                </a:lnTo>
                <a:lnTo>
                  <a:pt x="41000" y="43250"/>
                </a:lnTo>
                <a:lnTo>
                  <a:pt x="41250" y="43250"/>
                </a:lnTo>
                <a:lnTo>
                  <a:pt x="41250" y="42000"/>
                </a:lnTo>
                <a:lnTo>
                  <a:pt x="41500" y="42000"/>
                </a:lnTo>
                <a:lnTo>
                  <a:pt x="41500" y="28250"/>
                </a:lnTo>
                <a:lnTo>
                  <a:pt x="41250" y="28250"/>
                </a:lnTo>
                <a:lnTo>
                  <a:pt x="41250" y="27500"/>
                </a:lnTo>
                <a:lnTo>
                  <a:pt x="41000" y="27500"/>
                </a:lnTo>
                <a:lnTo>
                  <a:pt x="41000" y="27250"/>
                </a:lnTo>
                <a:lnTo>
                  <a:pt x="40000" y="27000"/>
                </a:lnTo>
                <a:lnTo>
                  <a:pt x="39750" y="26500"/>
                </a:lnTo>
                <a:lnTo>
                  <a:pt x="38250" y="26000"/>
                </a:lnTo>
                <a:lnTo>
                  <a:pt x="38250" y="25750"/>
                </a:lnTo>
                <a:lnTo>
                  <a:pt x="37500" y="25500"/>
                </a:lnTo>
                <a:lnTo>
                  <a:pt x="37500" y="25250"/>
                </a:lnTo>
                <a:lnTo>
                  <a:pt x="36750" y="25250"/>
                </a:lnTo>
                <a:close/>
                <a:moveTo>
                  <a:pt x="32500" y="34250"/>
                </a:moveTo>
                <a:lnTo>
                  <a:pt x="32250" y="34250"/>
                </a:lnTo>
                <a:lnTo>
                  <a:pt x="31750" y="35000"/>
                </a:lnTo>
                <a:lnTo>
                  <a:pt x="30250" y="35500"/>
                </a:lnTo>
                <a:lnTo>
                  <a:pt x="30000" y="36000"/>
                </a:lnTo>
                <a:lnTo>
                  <a:pt x="28500" y="36500"/>
                </a:lnTo>
                <a:lnTo>
                  <a:pt x="28250" y="37000"/>
                </a:lnTo>
                <a:lnTo>
                  <a:pt x="26750" y="37500"/>
                </a:lnTo>
                <a:lnTo>
                  <a:pt x="26500" y="38000"/>
                </a:lnTo>
                <a:lnTo>
                  <a:pt x="26000" y="38000"/>
                </a:lnTo>
                <a:lnTo>
                  <a:pt x="26000" y="38250"/>
                </a:lnTo>
                <a:lnTo>
                  <a:pt x="25500" y="38250"/>
                </a:lnTo>
                <a:lnTo>
                  <a:pt x="25250" y="38750"/>
                </a:lnTo>
                <a:lnTo>
                  <a:pt x="24750" y="38750"/>
                </a:lnTo>
                <a:lnTo>
                  <a:pt x="24750" y="39000"/>
                </a:lnTo>
                <a:lnTo>
                  <a:pt x="23250" y="39500"/>
                </a:lnTo>
                <a:lnTo>
                  <a:pt x="23000" y="40000"/>
                </a:lnTo>
                <a:lnTo>
                  <a:pt x="22000" y="40250"/>
                </a:lnTo>
                <a:lnTo>
                  <a:pt x="21750" y="40750"/>
                </a:lnTo>
                <a:lnTo>
                  <a:pt x="21250" y="40750"/>
                </a:lnTo>
                <a:lnTo>
                  <a:pt x="21000" y="41250"/>
                </a:lnTo>
                <a:lnTo>
                  <a:pt x="20250" y="41250"/>
                </a:lnTo>
                <a:lnTo>
                  <a:pt x="20250" y="41500"/>
                </a:lnTo>
                <a:lnTo>
                  <a:pt x="19500" y="41750"/>
                </a:lnTo>
                <a:lnTo>
                  <a:pt x="19500" y="42000"/>
                </a:lnTo>
                <a:lnTo>
                  <a:pt x="18250" y="42000"/>
                </a:lnTo>
                <a:lnTo>
                  <a:pt x="18000" y="41500"/>
                </a:lnTo>
                <a:lnTo>
                  <a:pt x="16750" y="41250"/>
                </a:lnTo>
                <a:lnTo>
                  <a:pt x="16250" y="40500"/>
                </a:lnTo>
                <a:lnTo>
                  <a:pt x="14750" y="40000"/>
                </a:lnTo>
                <a:lnTo>
                  <a:pt x="14500" y="39500"/>
                </a:lnTo>
                <a:lnTo>
                  <a:pt x="13000" y="39000"/>
                </a:lnTo>
                <a:lnTo>
                  <a:pt x="12750" y="38500"/>
                </a:lnTo>
                <a:lnTo>
                  <a:pt x="11250" y="38000"/>
                </a:lnTo>
                <a:lnTo>
                  <a:pt x="11000" y="37500"/>
                </a:lnTo>
                <a:lnTo>
                  <a:pt x="9500" y="37000"/>
                </a:lnTo>
                <a:lnTo>
                  <a:pt x="9250" y="36500"/>
                </a:lnTo>
                <a:lnTo>
                  <a:pt x="8750" y="36500"/>
                </a:lnTo>
                <a:lnTo>
                  <a:pt x="8750" y="36250"/>
                </a:lnTo>
                <a:lnTo>
                  <a:pt x="8250" y="36250"/>
                </a:lnTo>
                <a:lnTo>
                  <a:pt x="8250" y="36000"/>
                </a:lnTo>
                <a:lnTo>
                  <a:pt x="7500" y="36000"/>
                </a:lnTo>
                <a:lnTo>
                  <a:pt x="7500" y="36250"/>
                </a:lnTo>
                <a:lnTo>
                  <a:pt x="7250" y="36250"/>
                </a:lnTo>
                <a:lnTo>
                  <a:pt x="7250" y="39000"/>
                </a:lnTo>
                <a:lnTo>
                  <a:pt x="7500" y="39000"/>
                </a:lnTo>
                <a:lnTo>
                  <a:pt x="7500" y="40000"/>
                </a:lnTo>
                <a:lnTo>
                  <a:pt x="7750" y="40000"/>
                </a:lnTo>
                <a:lnTo>
                  <a:pt x="7750" y="40500"/>
                </a:lnTo>
                <a:lnTo>
                  <a:pt x="8000" y="40500"/>
                </a:lnTo>
                <a:lnTo>
                  <a:pt x="8250" y="41250"/>
                </a:lnTo>
                <a:lnTo>
                  <a:pt x="8250" y="41750"/>
                </a:lnTo>
                <a:lnTo>
                  <a:pt x="8500" y="41750"/>
                </a:lnTo>
                <a:lnTo>
                  <a:pt x="8500" y="42250"/>
                </a:lnTo>
                <a:lnTo>
                  <a:pt x="9250" y="42750"/>
                </a:lnTo>
                <a:lnTo>
                  <a:pt x="9250" y="43250"/>
                </a:lnTo>
                <a:lnTo>
                  <a:pt x="9500" y="43250"/>
                </a:lnTo>
                <a:lnTo>
                  <a:pt x="9500" y="43500"/>
                </a:lnTo>
                <a:lnTo>
                  <a:pt x="9750" y="43500"/>
                </a:lnTo>
                <a:lnTo>
                  <a:pt x="9750" y="43750"/>
                </a:lnTo>
                <a:lnTo>
                  <a:pt x="10000" y="43750"/>
                </a:lnTo>
                <a:lnTo>
                  <a:pt x="11250" y="45250"/>
                </a:lnTo>
                <a:lnTo>
                  <a:pt x="12250" y="45500"/>
                </a:lnTo>
                <a:lnTo>
                  <a:pt x="12500" y="46000"/>
                </a:lnTo>
                <a:lnTo>
                  <a:pt x="13750" y="46250"/>
                </a:lnTo>
                <a:lnTo>
                  <a:pt x="13750" y="46500"/>
                </a:lnTo>
                <a:lnTo>
                  <a:pt x="14750" y="46500"/>
                </a:lnTo>
                <a:lnTo>
                  <a:pt x="14750" y="46750"/>
                </a:lnTo>
                <a:lnTo>
                  <a:pt x="16000" y="47000"/>
                </a:lnTo>
                <a:lnTo>
                  <a:pt x="16000" y="47250"/>
                </a:lnTo>
                <a:lnTo>
                  <a:pt x="19500" y="47250"/>
                </a:lnTo>
                <a:lnTo>
                  <a:pt x="19500" y="47000"/>
                </a:lnTo>
                <a:lnTo>
                  <a:pt x="20250" y="47000"/>
                </a:lnTo>
                <a:lnTo>
                  <a:pt x="20250" y="46750"/>
                </a:lnTo>
                <a:lnTo>
                  <a:pt x="21750" y="46500"/>
                </a:lnTo>
                <a:lnTo>
                  <a:pt x="21750" y="46250"/>
                </a:lnTo>
                <a:lnTo>
                  <a:pt x="23250" y="45750"/>
                </a:lnTo>
                <a:lnTo>
                  <a:pt x="23500" y="45250"/>
                </a:lnTo>
                <a:lnTo>
                  <a:pt x="24250" y="45250"/>
                </a:lnTo>
                <a:lnTo>
                  <a:pt x="24750" y="44500"/>
                </a:lnTo>
                <a:lnTo>
                  <a:pt x="26250" y="44000"/>
                </a:lnTo>
                <a:lnTo>
                  <a:pt x="26500" y="43500"/>
                </a:lnTo>
                <a:lnTo>
                  <a:pt x="28000" y="43000"/>
                </a:lnTo>
                <a:lnTo>
                  <a:pt x="28250" y="42500"/>
                </a:lnTo>
                <a:lnTo>
                  <a:pt x="28750" y="42500"/>
                </a:lnTo>
                <a:lnTo>
                  <a:pt x="28750" y="42250"/>
                </a:lnTo>
                <a:lnTo>
                  <a:pt x="29750" y="42000"/>
                </a:lnTo>
                <a:lnTo>
                  <a:pt x="30000" y="41500"/>
                </a:lnTo>
                <a:lnTo>
                  <a:pt x="31500" y="41000"/>
                </a:lnTo>
                <a:lnTo>
                  <a:pt x="31750" y="40500"/>
                </a:lnTo>
                <a:lnTo>
                  <a:pt x="32750" y="40250"/>
                </a:lnTo>
                <a:lnTo>
                  <a:pt x="32750" y="40000"/>
                </a:lnTo>
                <a:lnTo>
                  <a:pt x="33250" y="39750"/>
                </a:lnTo>
                <a:lnTo>
                  <a:pt x="33250" y="39000"/>
                </a:lnTo>
                <a:lnTo>
                  <a:pt x="33500" y="39000"/>
                </a:lnTo>
                <a:lnTo>
                  <a:pt x="33500" y="35000"/>
                </a:lnTo>
                <a:lnTo>
                  <a:pt x="33250" y="35000"/>
                </a:lnTo>
                <a:lnTo>
                  <a:pt x="33000" y="34250"/>
                </a:lnTo>
                <a:lnTo>
                  <a:pt x="32500" y="34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158-problem-generation-text"/>
          <p:cNvSpPr txBox="1"/>
          <p:nvPr/>
        </p:nvSpPr>
        <p:spPr>
          <a:xfrm>
            <a:off x="5724525" y="9058275"/>
            <a:ext cx="1543050" cy="7075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Problem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000000"/>
                </a:solidFill>
                <a:latin typeface="Arial"/>
              </a:rPr>
              <a:t>Generation</a:t>
            </a:r>
          </a:p>
        </p:txBody>
      </p:sp>
      <p:sp>
        <p:nvSpPr>
          <p:cNvPr id="160" name="159-problem-snippet"/>
          <p:cNvSpPr/>
          <p:nvPr/>
        </p:nvSpPr>
        <p:spPr>
          <a:xfrm>
            <a:off x="7267575" y="9115425"/>
            <a:ext cx="1028700" cy="628650"/>
          </a:xfrm>
          <a:custGeom>
            <a:avLst/>
            <a:gdLst/>
            <a:ahLst/>
            <a:cxnLst/>
            <a:rect l="0" t="0" r="r" b="b"/>
            <a:pathLst>
              <a:path w="108000" h="66000" fill="norm" stroke="1">
                <a:moveTo>
                  <a:pt x="0" y="0"/>
                </a:moveTo>
                <a:lnTo>
                  <a:pt x="90000" y="0"/>
                </a:lnTo>
                <a:lnTo>
                  <a:pt x="108000" y="18000"/>
                </a:lnTo>
                <a:lnTo>
                  <a:pt x="108000" y="66000"/>
                </a:lnTo>
                <a:lnTo>
                  <a:pt x="0" y="66000"/>
                </a:lnTo>
                <a:close/>
              </a:path>
            </a:pathLst>
          </a:custGeom>
          <a:solidFill>
            <a:srgbClr val="F6F0FF"/>
          </a:solidFill>
          <a:ln w="11429">
            <a:solidFill>
              <a:srgbClr val="737373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160-problem-snippet-fold"/>
          <p:cNvSpPr/>
          <p:nvPr/>
        </p:nvSpPr>
        <p:spPr>
          <a:xfrm>
            <a:off x="8124825" y="9115425"/>
            <a:ext cx="171450" cy="171450"/>
          </a:xfrm>
          <a:custGeom>
            <a:avLst/>
            <a:gdLst/>
            <a:ahLst/>
            <a:cxnLst/>
            <a:rect l="0" t="0" r="r" b="b"/>
            <a:pathLst>
              <a:path w="18000" h="18000" fill="none" stroke="1">
                <a:moveTo>
                  <a:pt x="0" y="0"/>
                </a:moveTo>
                <a:lnTo>
                  <a:pt x="0" y="18000"/>
                </a:lnTo>
                <a:lnTo>
                  <a:pt x="18000" y="18000"/>
                </a:lnTo>
              </a:path>
            </a:pathLst>
          </a:custGeom>
          <a:noFill/>
          <a:ln w="11429">
            <a:solidFill>
              <a:srgbClr val="737373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161-code-line"/>
          <p:cNvSpPr txBox="1"/>
          <p:nvPr/>
        </p:nvSpPr>
        <p:spPr>
          <a:xfrm>
            <a:off x="7296150" y="9153525"/>
            <a:ext cx="97155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1262B8"/>
                </a:solidFill>
                <a:latin typeface="Arial"/>
              </a:rPr>
              <a:t>:objects</a:t>
            </a:r>
            <a:r>
              <a:rPr sz="1200" i="1">
                <a:solidFill>
                  <a:srgbClr val="000000"/>
                </a:solidFill>
                <a:latin typeface="Arial"/>
              </a:rPr>
              <a:t> (...)</a:t>
            </a:r>
          </a:p>
        </p:txBody>
      </p:sp>
      <p:sp>
        <p:nvSpPr>
          <p:cNvPr id="163" name="162-code-line"/>
          <p:cNvSpPr txBox="1"/>
          <p:nvPr/>
        </p:nvSpPr>
        <p:spPr>
          <a:xfrm>
            <a:off x="7296150" y="9334500"/>
            <a:ext cx="97155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00AD58"/>
                </a:solidFill>
                <a:latin typeface="Arial"/>
              </a:rPr>
              <a:t>:init</a:t>
            </a:r>
            <a:r>
              <a:rPr sz="1200" i="1">
                <a:solidFill>
                  <a:srgbClr val="000000"/>
                </a:solidFill>
                <a:latin typeface="Arial"/>
              </a:rPr>
              <a:t> ...</a:t>
            </a:r>
          </a:p>
        </p:txBody>
      </p:sp>
      <p:sp>
        <p:nvSpPr>
          <p:cNvPr id="164" name="163-code-line"/>
          <p:cNvSpPr txBox="1"/>
          <p:nvPr/>
        </p:nvSpPr>
        <p:spPr>
          <a:xfrm>
            <a:off x="7296150" y="9515475"/>
            <a:ext cx="97155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i="1">
                <a:solidFill>
                  <a:srgbClr val="D77C00"/>
                </a:solidFill>
                <a:latin typeface="Arial"/>
              </a:rPr>
              <a:t>:goal</a:t>
            </a:r>
            <a:r>
              <a:rPr sz="1200" i="1">
                <a:solidFill>
                  <a:srgbClr val="000000"/>
                </a:solidFill>
                <a:latin typeface="Arial"/>
              </a:rPr>
              <a:t> (...)</a:t>
            </a:r>
          </a:p>
        </p:txBody>
      </p:sp>
      <p:sp>
        <p:nvSpPr>
          <p:cNvPr id="165" name="164-heading-e"/>
          <p:cNvSpPr txBox="1"/>
          <p:nvPr/>
        </p:nvSpPr>
        <p:spPr>
          <a:xfrm>
            <a:off x="9058275" y="5781675"/>
            <a:ext cx="2695575" cy="3897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00000"/>
                </a:solidFill>
                <a:latin typeface="Arial"/>
              </a:rPr>
              <a:t>(e) Planning</a:t>
            </a:r>
          </a:p>
        </p:txBody>
      </p:sp>
      <p:sp>
        <p:nvSpPr>
          <p:cNvPr id="166" name="165-pddl-solver-box"/>
          <p:cNvSpPr/>
          <p:nvPr/>
        </p:nvSpPr>
        <p:spPr>
          <a:xfrm>
            <a:off x="9124950" y="6524625"/>
            <a:ext cx="2562225" cy="904875"/>
          </a:xfrm>
          <a:custGeom>
            <a:avLst/>
            <a:gdLst/>
            <a:ahLst/>
            <a:cxnLst/>
            <a:rect l="0" t="0" r="r" b="b"/>
            <a:pathLst>
              <a:path w="269000" h="95000" fill="norm" stroke="0">
                <a:moveTo>
                  <a:pt x="14000" y="0"/>
                </a:moveTo>
                <a:lnTo>
                  <a:pt x="255000" y="0"/>
                </a:lnTo>
                <a:cubicBezTo>
                  <a:pt x="262732" y="0"/>
                  <a:pt x="269000" y="6268"/>
                  <a:pt x="269000" y="14000"/>
                </a:cubicBezTo>
                <a:lnTo>
                  <a:pt x="269000" y="81000"/>
                </a:lnTo>
                <a:cubicBezTo>
                  <a:pt x="269000" y="88732"/>
                  <a:pt x="262732" y="95000"/>
                  <a:pt x="255000" y="95000"/>
                </a:cubicBezTo>
                <a:lnTo>
                  <a:pt x="14000" y="95000"/>
                </a:lnTo>
                <a:cubicBezTo>
                  <a:pt x="6268" y="95000"/>
                  <a:pt x="0" y="88732"/>
                  <a:pt x="0" y="81000"/>
                </a:cubicBezTo>
                <a:lnTo>
                  <a:pt x="0" y="14000"/>
                </a:lnTo>
                <a:cubicBezTo>
                  <a:pt x="0" y="6268"/>
                  <a:pt x="6268" y="0"/>
                  <a:pt x="14000" y="0"/>
                </a:cubicBezTo>
                <a:close/>
              </a:path>
            </a:pathLst>
          </a:custGeom>
          <a:solidFill>
            <a:srgbClr val="DED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166-pddl-solver-hierarchy-left-branch"/>
          <p:cNvSpPr/>
          <p:nvPr/>
        </p:nvSpPr>
        <p:spPr>
          <a:xfrm>
            <a:off x="9709071" y="6874764"/>
            <a:ext cx="182642" cy="207264"/>
          </a:xfrm>
          <a:custGeom>
            <a:avLst/>
            <a:gdLst/>
            <a:ahLst/>
            <a:cxnLst/>
            <a:rect l="0" t="0" r="r" b="b"/>
            <a:pathLst>
              <a:path w="19175" h="21760" fill="none" stroke="1">
                <a:moveTo>
                  <a:pt x="19175" y="0"/>
                </a:moveTo>
                <a:lnTo>
                  <a:pt x="19175" y="7040"/>
                </a:lnTo>
                <a:cubicBezTo>
                  <a:pt x="19175" y="15360"/>
                  <a:pt x="0" y="10240"/>
                  <a:pt x="0" y="21760"/>
                </a:cubicBezTo>
              </a:path>
            </a:pathLst>
          </a:custGeom>
          <a:noFill/>
          <a:ln w="4514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167-pddl-solver-hierarchy-right-branch"/>
          <p:cNvSpPr/>
          <p:nvPr/>
        </p:nvSpPr>
        <p:spPr>
          <a:xfrm>
            <a:off x="9891712" y="6941820"/>
            <a:ext cx="188833" cy="140208"/>
          </a:xfrm>
          <a:custGeom>
            <a:avLst/>
            <a:gdLst/>
            <a:ahLst/>
            <a:cxnLst/>
            <a:rect l="0" t="0" r="r" b="b"/>
            <a:pathLst>
              <a:path w="19825" h="14720" fill="none" stroke="1">
                <a:moveTo>
                  <a:pt x="0" y="0"/>
                </a:moveTo>
                <a:cubicBezTo>
                  <a:pt x="0" y="8320"/>
                  <a:pt x="19825" y="3200"/>
                  <a:pt x="19825" y="14720"/>
                </a:cubicBezTo>
              </a:path>
            </a:pathLst>
          </a:custGeom>
          <a:noFill/>
          <a:ln w="45144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168-pddl-solver-hierarchy-root"/>
          <p:cNvSpPr/>
          <p:nvPr/>
        </p:nvSpPr>
        <p:spPr>
          <a:xfrm>
            <a:off x="9780270" y="6667500"/>
            <a:ext cx="222885" cy="207264"/>
          </a:xfrm>
          <a:custGeom>
            <a:avLst/>
            <a:gdLst/>
            <a:ahLst/>
            <a:cxnLst/>
            <a:rect l="0" t="0" r="r" b="b"/>
            <a:pathLst>
              <a:path w="23400" h="21760" fill="norm" stroke="1">
                <a:moveTo>
                  <a:pt x="4062" y="0"/>
                </a:moveTo>
                <a:lnTo>
                  <a:pt x="19338" y="0"/>
                </a:lnTo>
                <a:cubicBezTo>
                  <a:pt x="21581" y="0"/>
                  <a:pt x="23400" y="1819"/>
                  <a:pt x="23400" y="4062"/>
                </a:cubicBezTo>
                <a:lnTo>
                  <a:pt x="23400" y="17697"/>
                </a:lnTo>
                <a:cubicBezTo>
                  <a:pt x="23400" y="19941"/>
                  <a:pt x="21581" y="21760"/>
                  <a:pt x="19338" y="21760"/>
                </a:cubicBezTo>
                <a:lnTo>
                  <a:pt x="4062" y="21760"/>
                </a:lnTo>
                <a:cubicBezTo>
                  <a:pt x="1819" y="21760"/>
                  <a:pt x="0" y="19941"/>
                  <a:pt x="0" y="17697"/>
                </a:cubicBezTo>
                <a:lnTo>
                  <a:pt x="0" y="4062"/>
                </a:lnTo>
                <a:cubicBezTo>
                  <a:pt x="0" y="1819"/>
                  <a:pt x="1819" y="0"/>
                  <a:pt x="4062" y="0"/>
                </a:cubicBezTo>
                <a:close/>
              </a:path>
            </a:pathLst>
          </a:custGeom>
          <a:solidFill>
            <a:srgbClr val="FBFDFA"/>
          </a:solidFill>
          <a:ln w="4127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169-pddl-solver-hierarchy-left"/>
          <p:cNvSpPr/>
          <p:nvPr/>
        </p:nvSpPr>
        <p:spPr>
          <a:xfrm>
            <a:off x="9600724" y="7069836"/>
            <a:ext cx="216694" cy="195072"/>
          </a:xfrm>
          <a:custGeom>
            <a:avLst/>
            <a:gdLst/>
            <a:ahLst/>
            <a:cxnLst/>
            <a:rect l="0" t="0" r="r" b="b"/>
            <a:pathLst>
              <a:path w="22750" h="20480" fill="norm" stroke="1">
                <a:moveTo>
                  <a:pt x="2708" y="0"/>
                </a:moveTo>
                <a:lnTo>
                  <a:pt x="20042" y="0"/>
                </a:lnTo>
                <a:cubicBezTo>
                  <a:pt x="21537" y="0"/>
                  <a:pt x="22750" y="1213"/>
                  <a:pt x="22750" y="2708"/>
                </a:cubicBezTo>
                <a:lnTo>
                  <a:pt x="22750" y="17772"/>
                </a:lnTo>
                <a:cubicBezTo>
                  <a:pt x="22750" y="19267"/>
                  <a:pt x="21537" y="20480"/>
                  <a:pt x="20042" y="20480"/>
                </a:cubicBezTo>
                <a:lnTo>
                  <a:pt x="2708" y="20480"/>
                </a:lnTo>
                <a:cubicBezTo>
                  <a:pt x="1213" y="20480"/>
                  <a:pt x="0" y="19267"/>
                  <a:pt x="0" y="17772"/>
                </a:cubicBezTo>
                <a:lnTo>
                  <a:pt x="0" y="2708"/>
                </a:lnTo>
                <a:cubicBezTo>
                  <a:pt x="0" y="1213"/>
                  <a:pt x="1213" y="0"/>
                  <a:pt x="2708" y="0"/>
                </a:cubicBezTo>
                <a:close/>
              </a:path>
            </a:pathLst>
          </a:custGeom>
          <a:solidFill>
            <a:srgbClr val="FBFDFA"/>
          </a:solidFill>
          <a:ln w="4127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170-pddl-solver-hierarchy-right"/>
          <p:cNvSpPr/>
          <p:nvPr/>
        </p:nvSpPr>
        <p:spPr>
          <a:xfrm>
            <a:off x="9972199" y="7069836"/>
            <a:ext cx="216694" cy="195072"/>
          </a:xfrm>
          <a:custGeom>
            <a:avLst/>
            <a:gdLst/>
            <a:ahLst/>
            <a:cxnLst/>
            <a:rect l="0" t="0" r="r" b="b"/>
            <a:pathLst>
              <a:path w="22750" h="20480" fill="norm" stroke="1">
                <a:moveTo>
                  <a:pt x="2708" y="0"/>
                </a:moveTo>
                <a:lnTo>
                  <a:pt x="20042" y="0"/>
                </a:lnTo>
                <a:cubicBezTo>
                  <a:pt x="21537" y="0"/>
                  <a:pt x="22750" y="1213"/>
                  <a:pt x="22750" y="2708"/>
                </a:cubicBezTo>
                <a:lnTo>
                  <a:pt x="22750" y="17772"/>
                </a:lnTo>
                <a:cubicBezTo>
                  <a:pt x="22750" y="19267"/>
                  <a:pt x="21537" y="20480"/>
                  <a:pt x="20042" y="20480"/>
                </a:cubicBezTo>
                <a:lnTo>
                  <a:pt x="2708" y="20480"/>
                </a:lnTo>
                <a:cubicBezTo>
                  <a:pt x="1213" y="20480"/>
                  <a:pt x="0" y="19267"/>
                  <a:pt x="0" y="17772"/>
                </a:cubicBezTo>
                <a:lnTo>
                  <a:pt x="0" y="2708"/>
                </a:lnTo>
                <a:cubicBezTo>
                  <a:pt x="0" y="1213"/>
                  <a:pt x="1213" y="0"/>
                  <a:pt x="2708" y="0"/>
                </a:cubicBezTo>
                <a:close/>
              </a:path>
            </a:pathLst>
          </a:custGeom>
          <a:solidFill>
            <a:srgbClr val="FBFDFA"/>
          </a:solidFill>
          <a:ln w="4127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171-pddl-solver-text"/>
          <p:cNvSpPr txBox="1"/>
          <p:nvPr/>
        </p:nvSpPr>
        <p:spPr>
          <a:xfrm>
            <a:off x="10420350" y="6610350"/>
            <a:ext cx="1209675" cy="7452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PDDL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Solver</a:t>
            </a:r>
          </a:p>
        </p:txBody>
      </p:sp>
      <p:sp>
        <p:nvSpPr>
          <p:cNvPr id="173" name="172-solver-to-plan"/>
          <p:cNvSpPr/>
          <p:nvPr/>
        </p:nvSpPr>
        <p:spPr>
          <a:xfrm>
            <a:off x="10420350" y="7429500"/>
            <a:ext cx="95" cy="276225"/>
          </a:xfrm>
          <a:custGeom>
            <a:avLst/>
            <a:gdLst/>
            <a:ahLst/>
            <a:cxnLst/>
            <a:rect l="0" t="0" r="r" b="b"/>
            <a:pathLst>
              <a:path w="10" h="29000" fill="none" stroke="1">
                <a:moveTo>
                  <a:pt x="0" y="0"/>
                </a:moveTo>
                <a:lnTo>
                  <a:pt x="0" y="29000"/>
                </a:lnTo>
              </a:path>
            </a:pathLst>
          </a:custGeom>
          <a:noFill/>
          <a:ln w="24765">
            <a:solidFill>
              <a:srgbClr val="00000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173-solver-to-plan-arrowhead"/>
          <p:cNvSpPr/>
          <p:nvPr/>
        </p:nvSpPr>
        <p:spPr>
          <a:xfrm>
            <a:off x="10351770" y="7553325"/>
            <a:ext cx="137160" cy="152400"/>
          </a:xfrm>
          <a:custGeom>
            <a:avLst/>
            <a:gdLst/>
            <a:ahLst/>
            <a:cxnLst/>
            <a:rect l="0" t="0" r="r" b="b"/>
            <a:pathLst>
              <a:path w="14400" h="16000" fill="norm" stroke="0">
                <a:moveTo>
                  <a:pt x="7200" y="16000"/>
                </a:moveTo>
                <a:lnTo>
                  <a:pt x="0" y="0"/>
                </a:lnTo>
                <a:lnTo>
                  <a:pt x="7200" y="4160"/>
                </a:lnTo>
                <a:lnTo>
                  <a:pt x="144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174-generated-plan"/>
          <p:cNvSpPr/>
          <p:nvPr/>
        </p:nvSpPr>
        <p:spPr>
          <a:xfrm>
            <a:off x="9105900" y="7724775"/>
            <a:ext cx="2638425" cy="2162175"/>
          </a:xfrm>
          <a:custGeom>
            <a:avLst/>
            <a:gdLst/>
            <a:ahLst/>
            <a:cxnLst/>
            <a:rect l="0" t="0" r="r" b="b"/>
            <a:pathLst>
              <a:path w="277000" h="227000" fill="norm" stroke="1">
                <a:moveTo>
                  <a:pt x="0" y="0"/>
                </a:moveTo>
                <a:lnTo>
                  <a:pt x="259000" y="0"/>
                </a:lnTo>
                <a:lnTo>
                  <a:pt x="277000" y="18000"/>
                </a:lnTo>
                <a:lnTo>
                  <a:pt x="277000" y="227000"/>
                </a:lnTo>
                <a:lnTo>
                  <a:pt x="0" y="227000"/>
                </a:lnTo>
                <a:close/>
              </a:path>
            </a:pathLst>
          </a:custGeom>
          <a:solidFill>
            <a:srgbClr val="FAF9F5"/>
          </a:solidFill>
          <a:ln w="13334">
            <a:solidFill>
              <a:srgbClr val="74747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175-generated-plan-fold"/>
          <p:cNvSpPr/>
          <p:nvPr/>
        </p:nvSpPr>
        <p:spPr>
          <a:xfrm>
            <a:off x="11572875" y="7724775"/>
            <a:ext cx="171450" cy="171450"/>
          </a:xfrm>
          <a:custGeom>
            <a:avLst/>
            <a:gdLst/>
            <a:ahLst/>
            <a:cxnLst/>
            <a:rect l="0" t="0" r="r" b="b"/>
            <a:pathLst>
              <a:path w="18000" h="18000" fill="none" stroke="1">
                <a:moveTo>
                  <a:pt x="0" y="0"/>
                </a:moveTo>
                <a:lnTo>
                  <a:pt x="0" y="18000"/>
                </a:lnTo>
                <a:lnTo>
                  <a:pt x="18000" y="18000"/>
                </a:lnTo>
              </a:path>
            </a:pathLst>
          </a:custGeom>
          <a:noFill/>
          <a:ln w="13334">
            <a:solidFill>
              <a:srgbClr val="747470"/>
            </a:solidFill>
            <a:miter lim="800000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176-plan-step-1"/>
          <p:cNvSpPr txBox="1"/>
          <p:nvPr/>
        </p:nvSpPr>
        <p:spPr>
          <a:xfrm>
            <a:off x="9248775" y="7820025"/>
            <a:ext cx="2514600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i="1">
                <a:solidFill>
                  <a:srgbClr val="00AC00"/>
                </a:solidFill>
                <a:latin typeface="Arial"/>
              </a:rPr>
              <a:t>remove_lid</a:t>
            </a:r>
            <a:r>
              <a:rPr sz="1800" i="1">
                <a:solidFill>
                  <a:srgbClr val="000000"/>
                </a:solidFill>
                <a:latin typeface="Arial"/>
              </a:rPr>
              <a:t> (</a:t>
            </a:r>
            <a:r>
              <a:rPr sz="1800" i="1">
                <a:solidFill>
                  <a:srgbClr val="00539D"/>
                </a:solidFill>
                <a:latin typeface="Arial"/>
              </a:rPr>
              <a:t>lid</a:t>
            </a:r>
            <a:r>
              <a:rPr sz="1800" i="1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178" name="177-plan-step-2"/>
          <p:cNvSpPr txBox="1"/>
          <p:nvPr/>
        </p:nvSpPr>
        <p:spPr>
          <a:xfrm>
            <a:off x="9248775" y="8096250"/>
            <a:ext cx="2514600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i="1">
                <a:solidFill>
                  <a:srgbClr val="00AC00"/>
                </a:solidFill>
                <a:latin typeface="Arial"/>
              </a:rPr>
              <a:t>pick_from_rack</a:t>
            </a:r>
            <a:r>
              <a:rPr sz="1800" i="1">
                <a:solidFill>
                  <a:srgbClr val="000000"/>
                </a:solidFill>
                <a:latin typeface="Arial"/>
              </a:rPr>
              <a:t> (</a:t>
            </a:r>
            <a:r>
              <a:rPr sz="1800" i="1">
                <a:solidFill>
                  <a:srgbClr val="00539D"/>
                </a:solidFill>
                <a:latin typeface="Arial"/>
              </a:rPr>
              <a:t>bowl</a:t>
            </a:r>
            <a:r>
              <a:rPr sz="1800" i="1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179" name="178-plan-step-3"/>
          <p:cNvSpPr txBox="1"/>
          <p:nvPr/>
        </p:nvSpPr>
        <p:spPr>
          <a:xfrm>
            <a:off x="9248775" y="8372475"/>
            <a:ext cx="2514600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i="1">
                <a:solidFill>
                  <a:srgbClr val="00AC00"/>
                </a:solidFill>
                <a:latin typeface="Arial"/>
              </a:rPr>
              <a:t>place_on_table</a:t>
            </a:r>
            <a:r>
              <a:rPr sz="1800" i="1">
                <a:solidFill>
                  <a:srgbClr val="000000"/>
                </a:solidFill>
                <a:latin typeface="Arial"/>
              </a:rPr>
              <a:t> (</a:t>
            </a:r>
            <a:r>
              <a:rPr sz="1800" i="1">
                <a:solidFill>
                  <a:srgbClr val="00539D"/>
                </a:solidFill>
                <a:latin typeface="Arial"/>
              </a:rPr>
              <a:t>bowl</a:t>
            </a:r>
            <a:r>
              <a:rPr sz="1800" i="1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180" name="179-plan-step-4"/>
          <p:cNvSpPr txBox="1"/>
          <p:nvPr/>
        </p:nvSpPr>
        <p:spPr>
          <a:xfrm>
            <a:off x="9248775" y="8648700"/>
            <a:ext cx="2514600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i="1">
                <a:solidFill>
                  <a:srgbClr val="00AC00"/>
                </a:solidFill>
                <a:latin typeface="Arial"/>
              </a:rPr>
              <a:t>...</a:t>
            </a:r>
          </a:p>
        </p:txBody>
      </p:sp>
      <p:sp>
        <p:nvSpPr>
          <p:cNvPr id="181" name="180-plan-step-5"/>
          <p:cNvSpPr txBox="1"/>
          <p:nvPr/>
        </p:nvSpPr>
        <p:spPr>
          <a:xfrm>
            <a:off x="9248775" y="8924925"/>
            <a:ext cx="2514600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i="1">
                <a:solidFill>
                  <a:srgbClr val="00AC00"/>
                </a:solidFill>
                <a:latin typeface="Arial"/>
              </a:rPr>
              <a:t>wipe_table</a:t>
            </a:r>
            <a:r>
              <a:rPr sz="1800" i="1">
                <a:solidFill>
                  <a:srgbClr val="000000"/>
                </a:solidFill>
                <a:latin typeface="Arial"/>
              </a:rPr>
              <a:t> (</a:t>
            </a:r>
            <a:r>
              <a:rPr sz="1800" i="1">
                <a:solidFill>
                  <a:srgbClr val="00539D"/>
                </a:solidFill>
                <a:latin typeface="Arial"/>
              </a:rPr>
              <a:t>towel</a:t>
            </a:r>
            <a:r>
              <a:rPr sz="1800" i="1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182" name="181-plan-step-6"/>
          <p:cNvSpPr txBox="1"/>
          <p:nvPr/>
        </p:nvSpPr>
        <p:spPr>
          <a:xfrm>
            <a:off x="9248775" y="9201150"/>
            <a:ext cx="2514600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i="1">
                <a:solidFill>
                  <a:srgbClr val="00AC00"/>
                </a:solidFill>
                <a:latin typeface="Arial"/>
              </a:rPr>
              <a:t>place_in_drawer</a:t>
            </a:r>
            <a:r>
              <a:rPr sz="1800" i="1">
                <a:solidFill>
                  <a:srgbClr val="000000"/>
                </a:solidFill>
                <a:latin typeface="Arial"/>
              </a:rPr>
              <a:t> (</a:t>
            </a:r>
            <a:r>
              <a:rPr sz="1800" i="1">
                <a:solidFill>
                  <a:srgbClr val="00539D"/>
                </a:solidFill>
                <a:latin typeface="Arial"/>
              </a:rPr>
              <a:t>towel</a:t>
            </a:r>
            <a:r>
              <a:rPr sz="1800" i="1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183" name="182-plan-step-7"/>
          <p:cNvSpPr txBox="1"/>
          <p:nvPr/>
        </p:nvSpPr>
        <p:spPr>
          <a:xfrm>
            <a:off x="9248775" y="9477375"/>
            <a:ext cx="2514600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i="1">
                <a:solidFill>
                  <a:srgbClr val="00AC00"/>
                </a:solidFill>
                <a:latin typeface="Arial"/>
              </a:rPr>
              <a:t>close_drawer</a:t>
            </a:r>
            <a:r>
              <a:rPr sz="1800" i="1">
                <a:solidFill>
                  <a:srgbClr val="000000"/>
                </a:solidFill>
                <a:latin typeface="Arial"/>
              </a:rPr>
              <a:t> (</a:t>
            </a:r>
            <a:r>
              <a:rPr sz="1800" i="1">
                <a:solidFill>
                  <a:srgbClr val="00539D"/>
                </a:solidFill>
                <a:latin typeface="Arial"/>
              </a:rPr>
              <a:t>drawer</a:t>
            </a:r>
            <a:r>
              <a:rPr sz="1800" i="1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184" name="183-heading-f"/>
          <p:cNvSpPr txBox="1"/>
          <p:nvPr/>
        </p:nvSpPr>
        <p:spPr>
          <a:xfrm>
            <a:off x="12420600" y="5753100"/>
            <a:ext cx="5486400" cy="3897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000000"/>
                </a:solidFill>
                <a:latin typeface="Arial"/>
              </a:rPr>
              <a:t>(f) Execution</a:t>
            </a:r>
          </a:p>
        </p:txBody>
      </p:sp>
      <p:pic>
        <p:nvPicPr>
          <p:cNvPr id="185" name="184-execution-step-01" descr="184-execution-step-0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58700" y="6267450"/>
            <a:ext cx="1352550" cy="1152525"/>
          </a:xfrm>
          <a:prstGeom prst="rect">
            <a:avLst/>
          </a:prstGeom>
        </p:spPr>
      </p:pic>
      <p:pic>
        <p:nvPicPr>
          <p:cNvPr id="186" name="185-execution-step-02" descr="185-execution-step-0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58875" y="6267450"/>
            <a:ext cx="1343025" cy="1152525"/>
          </a:xfrm>
          <a:prstGeom prst="rect">
            <a:avLst/>
          </a:prstGeom>
        </p:spPr>
      </p:pic>
      <p:pic>
        <p:nvPicPr>
          <p:cNvPr id="187" name="186-execution-step-03" descr="186-execution-step-0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0" y="6267450"/>
            <a:ext cx="1343025" cy="1152525"/>
          </a:xfrm>
          <a:prstGeom prst="rect">
            <a:avLst/>
          </a:prstGeom>
        </p:spPr>
      </p:pic>
      <p:pic>
        <p:nvPicPr>
          <p:cNvPr id="188" name="187-execution-step-04" descr="187-execution-step-0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630650" y="6267450"/>
            <a:ext cx="1352550" cy="1152525"/>
          </a:xfrm>
          <a:prstGeom prst="rect">
            <a:avLst/>
          </a:prstGeom>
        </p:spPr>
      </p:pic>
      <p:pic>
        <p:nvPicPr>
          <p:cNvPr id="189" name="188-execution-step-05" descr="188-execution-step-0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58700" y="7524750"/>
            <a:ext cx="1352550" cy="1162050"/>
          </a:xfrm>
          <a:prstGeom prst="rect">
            <a:avLst/>
          </a:prstGeom>
        </p:spPr>
      </p:pic>
      <p:pic>
        <p:nvPicPr>
          <p:cNvPr id="190" name="189-execution-step-06" descr="189-execution-step-0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858875" y="7524750"/>
            <a:ext cx="1343025" cy="1162050"/>
          </a:xfrm>
          <a:prstGeom prst="rect">
            <a:avLst/>
          </a:prstGeom>
        </p:spPr>
      </p:pic>
      <p:pic>
        <p:nvPicPr>
          <p:cNvPr id="191" name="190-execution-step-07" descr="190-execution-step-0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240000" y="7524750"/>
            <a:ext cx="1343025" cy="1162050"/>
          </a:xfrm>
          <a:prstGeom prst="rect">
            <a:avLst/>
          </a:prstGeom>
        </p:spPr>
      </p:pic>
      <p:pic>
        <p:nvPicPr>
          <p:cNvPr id="192" name="191-execution-step-08" descr="191-execution-step-0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630650" y="7524750"/>
            <a:ext cx="1352550" cy="1162050"/>
          </a:xfrm>
          <a:prstGeom prst="rect">
            <a:avLst/>
          </a:prstGeom>
        </p:spPr>
      </p:pic>
      <p:pic>
        <p:nvPicPr>
          <p:cNvPr id="193" name="192-execution-step-09" descr="192-execution-step-0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458700" y="8791575"/>
            <a:ext cx="1352550" cy="1162050"/>
          </a:xfrm>
          <a:prstGeom prst="rect">
            <a:avLst/>
          </a:prstGeom>
        </p:spPr>
      </p:pic>
      <p:pic>
        <p:nvPicPr>
          <p:cNvPr id="194" name="193-execution-step-10" descr="193-execution-step-1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858875" y="8791575"/>
            <a:ext cx="1343025" cy="1162050"/>
          </a:xfrm>
          <a:prstGeom prst="rect">
            <a:avLst/>
          </a:prstGeom>
        </p:spPr>
      </p:pic>
      <p:pic>
        <p:nvPicPr>
          <p:cNvPr id="195" name="194-execution-step-11" descr="194-execution-step-1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240000" y="8791575"/>
            <a:ext cx="1343025" cy="1162050"/>
          </a:xfrm>
          <a:prstGeom prst="rect">
            <a:avLst/>
          </a:prstGeom>
        </p:spPr>
      </p:pic>
      <p:pic>
        <p:nvPicPr>
          <p:cNvPr id="196" name="195-execution-step-12" descr="195-execution-step-12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630650" y="8791575"/>
            <a:ext cx="1352550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UniDomain Pretraining a Unified PDDL Domain from Real-World Demonstrations for Generalizable Robot Task Plann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UniDomain — Editable Learning and Planning Diagram</dc:title>
  <dc:subject>Reconstruction of the supplied UniDomain pipeline figure</dc:subject>
  <dc:creator/>
  <cp:keywords>editable, UniDomain, PDDL, robotics, pipeline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